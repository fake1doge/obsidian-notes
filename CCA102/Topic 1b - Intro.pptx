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4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937" r:id="rId1"/>
    <p:sldMasterId id="2147484203" r:id="rId2"/>
    <p:sldMasterId id="2147484216" r:id="rId3"/>
    <p:sldMasterId id="2147484228" r:id="rId4"/>
    <p:sldMasterId id="2147484241" r:id="rId5"/>
  </p:sldMasterIdLst>
  <p:notesMasterIdLst>
    <p:notesMasterId r:id="rId117"/>
  </p:notesMasterIdLst>
  <p:handoutMasterIdLst>
    <p:handoutMasterId r:id="rId118"/>
  </p:handoutMasterIdLst>
  <p:sldIdLst>
    <p:sldId id="554" r:id="rId6"/>
    <p:sldId id="302" r:id="rId7"/>
    <p:sldId id="548" r:id="rId8"/>
    <p:sldId id="549" r:id="rId9"/>
    <p:sldId id="550" r:id="rId10"/>
    <p:sldId id="556" r:id="rId11"/>
    <p:sldId id="451" r:id="rId12"/>
    <p:sldId id="409" r:id="rId13"/>
    <p:sldId id="511" r:id="rId14"/>
    <p:sldId id="410" r:id="rId15"/>
    <p:sldId id="480" r:id="rId16"/>
    <p:sldId id="481" r:id="rId17"/>
    <p:sldId id="411" r:id="rId18"/>
    <p:sldId id="510" r:id="rId19"/>
    <p:sldId id="412" r:id="rId20"/>
    <p:sldId id="576" r:id="rId21"/>
    <p:sldId id="413" r:id="rId22"/>
    <p:sldId id="415" r:id="rId23"/>
    <p:sldId id="482" r:id="rId24"/>
    <p:sldId id="450" r:id="rId25"/>
    <p:sldId id="577" r:id="rId26"/>
    <p:sldId id="416" r:id="rId27"/>
    <p:sldId id="578" r:id="rId28"/>
    <p:sldId id="512" r:id="rId29"/>
    <p:sldId id="417" r:id="rId30"/>
    <p:sldId id="418" r:id="rId31"/>
    <p:sldId id="513" r:id="rId32"/>
    <p:sldId id="483" r:id="rId33"/>
    <p:sldId id="502" r:id="rId34"/>
    <p:sldId id="419" r:id="rId35"/>
    <p:sldId id="452" r:id="rId36"/>
    <p:sldId id="493" r:id="rId37"/>
    <p:sldId id="454" r:id="rId38"/>
    <p:sldId id="420" r:id="rId39"/>
    <p:sldId id="560" r:id="rId40"/>
    <p:sldId id="421" r:id="rId41"/>
    <p:sldId id="514" r:id="rId42"/>
    <p:sldId id="571" r:id="rId43"/>
    <p:sldId id="515" r:id="rId44"/>
    <p:sldId id="503" r:id="rId45"/>
    <p:sldId id="423" r:id="rId46"/>
    <p:sldId id="516" r:id="rId47"/>
    <p:sldId id="424" r:id="rId48"/>
    <p:sldId id="517" r:id="rId49"/>
    <p:sldId id="572" r:id="rId50"/>
    <p:sldId id="426" r:id="rId51"/>
    <p:sldId id="518" r:id="rId52"/>
    <p:sldId id="456" r:id="rId53"/>
    <p:sldId id="427" r:id="rId54"/>
    <p:sldId id="504" r:id="rId55"/>
    <p:sldId id="455" r:id="rId56"/>
    <p:sldId id="506" r:id="rId57"/>
    <p:sldId id="507" r:id="rId58"/>
    <p:sldId id="561" r:id="rId59"/>
    <p:sldId id="562" r:id="rId60"/>
    <p:sldId id="443" r:id="rId61"/>
    <p:sldId id="458" r:id="rId62"/>
    <p:sldId id="505" r:id="rId63"/>
    <p:sldId id="444" r:id="rId64"/>
    <p:sldId id="445" r:id="rId65"/>
    <p:sldId id="520" r:id="rId66"/>
    <p:sldId id="494" r:id="rId67"/>
    <p:sldId id="495" r:id="rId68"/>
    <p:sldId id="496" r:id="rId69"/>
    <p:sldId id="497" r:id="rId70"/>
    <p:sldId id="460" r:id="rId71"/>
    <p:sldId id="557" r:id="rId72"/>
    <p:sldId id="446" r:id="rId73"/>
    <p:sldId id="461" r:id="rId74"/>
    <p:sldId id="447" r:id="rId75"/>
    <p:sldId id="448" r:id="rId76"/>
    <p:sldId id="558" r:id="rId77"/>
    <p:sldId id="462" r:id="rId78"/>
    <p:sldId id="463" r:id="rId79"/>
    <p:sldId id="464" r:id="rId80"/>
    <p:sldId id="498" r:id="rId81"/>
    <p:sldId id="559" r:id="rId82"/>
    <p:sldId id="465" r:id="rId83"/>
    <p:sldId id="521" r:id="rId84"/>
    <p:sldId id="499" r:id="rId85"/>
    <p:sldId id="500" r:id="rId86"/>
    <p:sldId id="508" r:id="rId87"/>
    <p:sldId id="466" r:id="rId88"/>
    <p:sldId id="563" r:id="rId89"/>
    <p:sldId id="484" r:id="rId90"/>
    <p:sldId id="485" r:id="rId91"/>
    <p:sldId id="522" r:id="rId92"/>
    <p:sldId id="486" r:id="rId93"/>
    <p:sldId id="564" r:id="rId94"/>
    <p:sldId id="467" r:id="rId95"/>
    <p:sldId id="523" r:id="rId96"/>
    <p:sldId id="565" r:id="rId97"/>
    <p:sldId id="468" r:id="rId98"/>
    <p:sldId id="469" r:id="rId99"/>
    <p:sldId id="566" r:id="rId100"/>
    <p:sldId id="573" r:id="rId101"/>
    <p:sldId id="567" r:id="rId102"/>
    <p:sldId id="553" r:id="rId103"/>
    <p:sldId id="568" r:id="rId104"/>
    <p:sldId id="569" r:id="rId105"/>
    <p:sldId id="570" r:id="rId106"/>
    <p:sldId id="470" r:id="rId107"/>
    <p:sldId id="525" r:id="rId108"/>
    <p:sldId id="574" r:id="rId109"/>
    <p:sldId id="575" r:id="rId110"/>
    <p:sldId id="473" r:id="rId111"/>
    <p:sldId id="526" r:id="rId112"/>
    <p:sldId id="509" r:id="rId113"/>
    <p:sldId id="449" r:id="rId114"/>
    <p:sldId id="403" r:id="rId115"/>
    <p:sldId id="528" r:id="rId116"/>
  </p:sldIdLst>
  <p:sldSz cx="9144000" cy="6858000" type="screen4x3"/>
  <p:notesSz cx="6858000" cy="9144000"/>
  <p:defaultTextStyle>
    <a:defPPr>
      <a:defRPr lang="en-US"/>
    </a:defPPr>
    <a:lvl1pPr algn="l" rtl="0" eaLnBrk="0" fontAlgn="base" hangingPunct="0">
      <a:spcBef>
        <a:spcPct val="0"/>
      </a:spcBef>
      <a:spcAft>
        <a:spcPct val="0"/>
      </a:spcAft>
      <a:defRPr kumimoji="1" sz="2000"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umimoji="1" sz="2000"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umimoji="1" sz="2000"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umimoji="1" sz="2000"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umimoji="1" sz="2000" kern="1200">
        <a:solidFill>
          <a:schemeClr val="tx1"/>
        </a:solidFill>
        <a:latin typeface="Tahoma" panose="020B0604030504040204" pitchFamily="34" charset="0"/>
        <a:ea typeface="+mn-ea"/>
        <a:cs typeface="+mn-cs"/>
      </a:defRPr>
    </a:lvl5pPr>
    <a:lvl6pPr marL="2286000" algn="l" defTabSz="914400" rtl="0" eaLnBrk="1" latinLnBrk="0" hangingPunct="1">
      <a:defRPr kumimoji="1" sz="2000" kern="1200">
        <a:solidFill>
          <a:schemeClr val="tx1"/>
        </a:solidFill>
        <a:latin typeface="Tahoma" panose="020B0604030504040204" pitchFamily="34" charset="0"/>
        <a:ea typeface="+mn-ea"/>
        <a:cs typeface="+mn-cs"/>
      </a:defRPr>
    </a:lvl6pPr>
    <a:lvl7pPr marL="2743200" algn="l" defTabSz="914400" rtl="0" eaLnBrk="1" latinLnBrk="0" hangingPunct="1">
      <a:defRPr kumimoji="1" sz="2000" kern="1200">
        <a:solidFill>
          <a:schemeClr val="tx1"/>
        </a:solidFill>
        <a:latin typeface="Tahoma" panose="020B0604030504040204" pitchFamily="34" charset="0"/>
        <a:ea typeface="+mn-ea"/>
        <a:cs typeface="+mn-cs"/>
      </a:defRPr>
    </a:lvl7pPr>
    <a:lvl8pPr marL="3200400" algn="l" defTabSz="914400" rtl="0" eaLnBrk="1" latinLnBrk="0" hangingPunct="1">
      <a:defRPr kumimoji="1" sz="2000" kern="1200">
        <a:solidFill>
          <a:schemeClr val="tx1"/>
        </a:solidFill>
        <a:latin typeface="Tahoma" panose="020B0604030504040204" pitchFamily="34" charset="0"/>
        <a:ea typeface="+mn-ea"/>
        <a:cs typeface="+mn-cs"/>
      </a:defRPr>
    </a:lvl8pPr>
    <a:lvl9pPr marL="3657600" algn="l" defTabSz="914400" rtl="0" eaLnBrk="1" latinLnBrk="0" hangingPunct="1">
      <a:defRPr kumimoji="1" sz="2000"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99"/>
    <a:srgbClr val="FFFFFF"/>
    <a:srgbClr val="000000"/>
    <a:srgbClr val="0099FF"/>
    <a:srgbClr val="808080"/>
    <a:srgbClr val="006600"/>
    <a:srgbClr val="660033"/>
    <a:srgbClr val="660066"/>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7" autoAdjust="0"/>
    <p:restoredTop sz="84970" autoAdjust="0"/>
  </p:normalViewPr>
  <p:slideViewPr>
    <p:cSldViewPr>
      <p:cViewPr varScale="1">
        <p:scale>
          <a:sx n="73" d="100"/>
          <a:sy n="73" d="100"/>
        </p:scale>
        <p:origin x="1738" y="283"/>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 r:id="rId22" collapse="1"/>
      <p:sld r:id="rId23" collapse="1"/>
      <p:sld r:id="rId24" collapse="1"/>
      <p:sld r:id="rId25" collapse="1"/>
      <p:sld r:id="rId26" collapse="1"/>
      <p:sld r:id="rId27" collapse="1"/>
      <p:sld r:id="rId28" collapse="1"/>
      <p:sld r:id="rId29" collapse="1"/>
      <p:sld r:id="rId30" collapse="1"/>
      <p:sld r:id="rId31" collapse="1"/>
      <p:sld r:id="rId32" collapse="1"/>
    </p:sldLst>
  </p:outlin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notesMaster" Target="notesMasters/notesMaster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microsoft.com/office/2016/11/relationships/changesInfo" Target="changesInfos/changesInfo1.xml"/><Relationship Id="rId5" Type="http://schemas.openxmlformats.org/officeDocument/2006/relationships/slideMaster" Target="slideMasters/slideMaster5.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handoutMaster" Target="handoutMasters/handoutMaster1.xml"/><Relationship Id="rId80" Type="http://schemas.openxmlformats.org/officeDocument/2006/relationships/slide" Target="slides/slide75.xml"/><Relationship Id="rId85" Type="http://schemas.openxmlformats.org/officeDocument/2006/relationships/slide" Target="slides/slide80.xml"/><Relationship Id="rId12" Type="http://schemas.openxmlformats.org/officeDocument/2006/relationships/slide" Target="slides/slide7.xml"/><Relationship Id="rId17" Type="http://schemas.openxmlformats.org/officeDocument/2006/relationships/slide" Target="slides/slide12.xml"/><Relationship Id="rId33" Type="http://schemas.openxmlformats.org/officeDocument/2006/relationships/slide" Target="slides/slide28.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08" Type="http://schemas.openxmlformats.org/officeDocument/2006/relationships/slide" Target="slides/slide103.xml"/><Relationship Id="rId54" Type="http://schemas.openxmlformats.org/officeDocument/2006/relationships/slide" Target="slides/slide49.xml"/><Relationship Id="rId70" Type="http://schemas.openxmlformats.org/officeDocument/2006/relationships/slide" Target="slides/slide65.xml"/><Relationship Id="rId75" Type="http://schemas.openxmlformats.org/officeDocument/2006/relationships/slide" Target="slides/slide70.xml"/><Relationship Id="rId91" Type="http://schemas.openxmlformats.org/officeDocument/2006/relationships/slide" Target="slides/slide86.xml"/><Relationship Id="rId96" Type="http://schemas.openxmlformats.org/officeDocument/2006/relationships/slide" Target="slides/slide91.xml"/><Relationship Id="rId1" Type="http://schemas.openxmlformats.org/officeDocument/2006/relationships/slideMaster" Target="slideMasters/slideMaster1.xml"/><Relationship Id="rId6" Type="http://schemas.openxmlformats.org/officeDocument/2006/relationships/slide" Target="slides/slide1.xml"/><Relationship Id="rId23" Type="http://schemas.openxmlformats.org/officeDocument/2006/relationships/slide" Target="slides/slide18.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119" Type="http://schemas.openxmlformats.org/officeDocument/2006/relationships/presProps" Target="presProps.xml"/><Relationship Id="rId44" Type="http://schemas.openxmlformats.org/officeDocument/2006/relationships/slide" Target="slides/slide39.xml"/><Relationship Id="rId60" Type="http://schemas.openxmlformats.org/officeDocument/2006/relationships/slide" Target="slides/slide55.xml"/><Relationship Id="rId65" Type="http://schemas.openxmlformats.org/officeDocument/2006/relationships/slide" Target="slides/slide60.xml"/><Relationship Id="rId81" Type="http://schemas.openxmlformats.org/officeDocument/2006/relationships/slide" Target="slides/slide76.xml"/><Relationship Id="rId86" Type="http://schemas.openxmlformats.org/officeDocument/2006/relationships/slide" Target="slides/slide8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viewProps" Target="viewProps.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theme" Target="theme/theme1.xml"/><Relationship Id="rId3" Type="http://schemas.openxmlformats.org/officeDocument/2006/relationships/slideMaster" Target="slideMasters/slideMaster3.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116" Type="http://schemas.openxmlformats.org/officeDocument/2006/relationships/slide" Target="slides/slide111.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tableStyles" Target="tableStyles.xml"/></Relationships>
</file>

<file path=ppt/_rels/viewProps.xml.rels><?xml version="1.0" encoding="UTF-8" standalone="yes"?>
<Relationships xmlns="http://schemas.openxmlformats.org/package/2006/relationships"><Relationship Id="rId8" Type="http://schemas.openxmlformats.org/officeDocument/2006/relationships/slide" Target="slides/slide22.xml"/><Relationship Id="rId13" Type="http://schemas.openxmlformats.org/officeDocument/2006/relationships/slide" Target="slides/slide34.xml"/><Relationship Id="rId18" Type="http://schemas.openxmlformats.org/officeDocument/2006/relationships/slide" Target="slides/slide42.xml"/><Relationship Id="rId26" Type="http://schemas.openxmlformats.org/officeDocument/2006/relationships/slide" Target="slides/slide59.xml"/><Relationship Id="rId3" Type="http://schemas.openxmlformats.org/officeDocument/2006/relationships/slide" Target="slides/slide10.xml"/><Relationship Id="rId21" Type="http://schemas.openxmlformats.org/officeDocument/2006/relationships/slide" Target="slides/slide46.xml"/><Relationship Id="rId7" Type="http://schemas.openxmlformats.org/officeDocument/2006/relationships/slide" Target="slides/slide18.xml"/><Relationship Id="rId12" Type="http://schemas.openxmlformats.org/officeDocument/2006/relationships/slide" Target="slides/slide30.xml"/><Relationship Id="rId17" Type="http://schemas.openxmlformats.org/officeDocument/2006/relationships/slide" Target="slides/slide41.xml"/><Relationship Id="rId25" Type="http://schemas.openxmlformats.org/officeDocument/2006/relationships/slide" Target="slides/slide56.xml"/><Relationship Id="rId2" Type="http://schemas.openxmlformats.org/officeDocument/2006/relationships/slide" Target="slides/slide9.xml"/><Relationship Id="rId16" Type="http://schemas.openxmlformats.org/officeDocument/2006/relationships/slide" Target="slides/slide40.xml"/><Relationship Id="rId20" Type="http://schemas.openxmlformats.org/officeDocument/2006/relationships/slide" Target="slides/slide44.xml"/><Relationship Id="rId29" Type="http://schemas.openxmlformats.org/officeDocument/2006/relationships/slide" Target="slides/slide90.xml"/><Relationship Id="rId1" Type="http://schemas.openxmlformats.org/officeDocument/2006/relationships/slide" Target="slides/slide8.xml"/><Relationship Id="rId6" Type="http://schemas.openxmlformats.org/officeDocument/2006/relationships/slide" Target="slides/slide17.xml"/><Relationship Id="rId11" Type="http://schemas.openxmlformats.org/officeDocument/2006/relationships/slide" Target="slides/slide27.xml"/><Relationship Id="rId24" Type="http://schemas.openxmlformats.org/officeDocument/2006/relationships/slide" Target="slides/slide50.xml"/><Relationship Id="rId32" Type="http://schemas.openxmlformats.org/officeDocument/2006/relationships/slide" Target="slides/slide110.xml"/><Relationship Id="rId5" Type="http://schemas.openxmlformats.org/officeDocument/2006/relationships/slide" Target="slides/slide14.xml"/><Relationship Id="rId15" Type="http://schemas.openxmlformats.org/officeDocument/2006/relationships/slide" Target="slides/slide37.xml"/><Relationship Id="rId23" Type="http://schemas.openxmlformats.org/officeDocument/2006/relationships/slide" Target="slides/slide49.xml"/><Relationship Id="rId28" Type="http://schemas.openxmlformats.org/officeDocument/2006/relationships/slide" Target="slides/slide61.xml"/><Relationship Id="rId10" Type="http://schemas.openxmlformats.org/officeDocument/2006/relationships/slide" Target="slides/slide26.xml"/><Relationship Id="rId19" Type="http://schemas.openxmlformats.org/officeDocument/2006/relationships/slide" Target="slides/slide43.xml"/><Relationship Id="rId31" Type="http://schemas.openxmlformats.org/officeDocument/2006/relationships/slide" Target="slides/slide109.xml"/><Relationship Id="rId4" Type="http://schemas.openxmlformats.org/officeDocument/2006/relationships/slide" Target="slides/slide13.xml"/><Relationship Id="rId9" Type="http://schemas.openxmlformats.org/officeDocument/2006/relationships/slide" Target="slides/slide25.xml"/><Relationship Id="rId14" Type="http://schemas.openxmlformats.org/officeDocument/2006/relationships/slide" Target="slides/slide36.xml"/><Relationship Id="rId22" Type="http://schemas.openxmlformats.org/officeDocument/2006/relationships/slide" Target="slides/slide47.xml"/><Relationship Id="rId27" Type="http://schemas.openxmlformats.org/officeDocument/2006/relationships/slide" Target="slides/slide60.xml"/><Relationship Id="rId30" Type="http://schemas.openxmlformats.org/officeDocument/2006/relationships/slide" Target="slides/slide9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ursakirah Ab Rahman Muton" userId="f84698cea26ccaf4" providerId="LiveId" clId="{6E071153-FEB8-45E8-936A-B2A6B75D037B}"/>
    <pc:docChg chg="delSld">
      <pc:chgData name="Nursakirah Ab Rahman Muton" userId="f84698cea26ccaf4" providerId="LiveId" clId="{6E071153-FEB8-45E8-936A-B2A6B75D037B}" dt="2025-10-04T14:28:34.982" v="1" actId="47"/>
      <pc:docMkLst>
        <pc:docMk/>
      </pc:docMkLst>
      <pc:sldChg chg="del">
        <pc:chgData name="Nursakirah Ab Rahman Muton" userId="f84698cea26ccaf4" providerId="LiveId" clId="{6E071153-FEB8-45E8-936A-B2A6B75D037B}" dt="2025-10-04T14:28:23.881" v="0" actId="47"/>
        <pc:sldMkLst>
          <pc:docMk/>
          <pc:sldMk cId="0" sldId="256"/>
        </pc:sldMkLst>
      </pc:sldChg>
      <pc:sldChg chg="del">
        <pc:chgData name="Nursakirah Ab Rahman Muton" userId="f84698cea26ccaf4" providerId="LiveId" clId="{6E071153-FEB8-45E8-936A-B2A6B75D037B}" dt="2025-10-04T14:28:34.982" v="1" actId="47"/>
        <pc:sldMkLst>
          <pc:docMk/>
          <pc:sldMk cId="0" sldId="555"/>
        </pc:sldMkLst>
      </pc:sldChg>
    </pc:docChg>
  </pc:docChgLst>
  <pc:docChgLst>
    <pc:chgData name="Nursakirah Ab Rahman Muton" userId="423efa6d-ee54-4a96-bb69-a7d6dc1d7e38" providerId="ADAL" clId="{D052C86B-78C8-47A0-9991-B38A109BB257}"/>
    <pc:docChg chg="undo custSel addSld delSld modSld sldOrd modMainMaster">
      <pc:chgData name="Nursakirah Ab Rahman Muton" userId="423efa6d-ee54-4a96-bb69-a7d6dc1d7e38" providerId="ADAL" clId="{D052C86B-78C8-47A0-9991-B38A109BB257}" dt="2023-10-23T13:38:51.764" v="5120" actId="14100"/>
      <pc:docMkLst>
        <pc:docMk/>
      </pc:docMkLst>
      <pc:sldChg chg="delSp modSp mod">
        <pc:chgData name="Nursakirah Ab Rahman Muton" userId="423efa6d-ee54-4a96-bb69-a7d6dc1d7e38" providerId="ADAL" clId="{D052C86B-78C8-47A0-9991-B38A109BB257}" dt="2023-10-02T08:17:29.211" v="41" actId="1076"/>
        <pc:sldMkLst>
          <pc:docMk/>
          <pc:sldMk cId="0" sldId="256"/>
        </pc:sldMkLst>
      </pc:sldChg>
      <pc:sldChg chg="add setBg modAnim">
        <pc:chgData name="Nursakirah Ab Rahman Muton" userId="423efa6d-ee54-4a96-bb69-a7d6dc1d7e38" providerId="ADAL" clId="{D052C86B-78C8-47A0-9991-B38A109BB257}" dt="2023-10-17T09:11:37.990" v="2952"/>
        <pc:sldMkLst>
          <pc:docMk/>
          <pc:sldMk cId="0" sldId="302"/>
        </pc:sldMkLst>
      </pc:sldChg>
      <pc:sldChg chg="modSp">
        <pc:chgData name="Nursakirah Ab Rahman Muton" userId="423efa6d-ee54-4a96-bb69-a7d6dc1d7e38" providerId="ADAL" clId="{D052C86B-78C8-47A0-9991-B38A109BB257}" dt="2023-10-02T08:14:51.818" v="9"/>
        <pc:sldMkLst>
          <pc:docMk/>
          <pc:sldMk cId="0" sldId="403"/>
        </pc:sldMkLst>
      </pc:sldChg>
      <pc:sldChg chg="modSp mod">
        <pc:chgData name="Nursakirah Ab Rahman Muton" userId="423efa6d-ee54-4a96-bb69-a7d6dc1d7e38" providerId="ADAL" clId="{D052C86B-78C8-47A0-9991-B38A109BB257}" dt="2023-10-03T05:47:18.820" v="692" actId="27636"/>
        <pc:sldMkLst>
          <pc:docMk/>
          <pc:sldMk cId="0" sldId="409"/>
        </pc:sldMkLst>
      </pc:sldChg>
      <pc:sldChg chg="modSp mod">
        <pc:chgData name="Nursakirah Ab Rahman Muton" userId="423efa6d-ee54-4a96-bb69-a7d6dc1d7e38" providerId="ADAL" clId="{D052C86B-78C8-47A0-9991-B38A109BB257}" dt="2023-10-03T05:47:55.698" v="703" actId="115"/>
        <pc:sldMkLst>
          <pc:docMk/>
          <pc:sldMk cId="0" sldId="410"/>
        </pc:sldMkLst>
      </pc:sldChg>
      <pc:sldChg chg="addSp modSp mod modNotesTx">
        <pc:chgData name="Nursakirah Ab Rahman Muton" userId="423efa6d-ee54-4a96-bb69-a7d6dc1d7e38" providerId="ADAL" clId="{D052C86B-78C8-47A0-9991-B38A109BB257}" dt="2023-10-03T06:11:13.428" v="1275" actId="14100"/>
        <pc:sldMkLst>
          <pc:docMk/>
          <pc:sldMk cId="0" sldId="411"/>
        </pc:sldMkLst>
      </pc:sldChg>
      <pc:sldChg chg="addSp delSp modSp mod">
        <pc:chgData name="Nursakirah Ab Rahman Muton" userId="423efa6d-ee54-4a96-bb69-a7d6dc1d7e38" providerId="ADAL" clId="{D052C86B-78C8-47A0-9991-B38A109BB257}" dt="2023-10-03T06:17:13.578" v="1337" actId="14100"/>
        <pc:sldMkLst>
          <pc:docMk/>
          <pc:sldMk cId="0" sldId="412"/>
        </pc:sldMkLst>
      </pc:sldChg>
      <pc:sldChg chg="addSp modSp mod">
        <pc:chgData name="Nursakirah Ab Rahman Muton" userId="423efa6d-ee54-4a96-bb69-a7d6dc1d7e38" providerId="ADAL" clId="{D052C86B-78C8-47A0-9991-B38A109BB257}" dt="2023-10-03T07:05:24.258" v="1809" actId="1076"/>
        <pc:sldMkLst>
          <pc:docMk/>
          <pc:sldMk cId="0" sldId="413"/>
        </pc:sldMkLst>
      </pc:sldChg>
      <pc:sldChg chg="addSp modSp del mod">
        <pc:chgData name="Nursakirah Ab Rahman Muton" userId="423efa6d-ee54-4a96-bb69-a7d6dc1d7e38" providerId="ADAL" clId="{D052C86B-78C8-47A0-9991-B38A109BB257}" dt="2023-10-03T06:29:00.450" v="1418" actId="47"/>
        <pc:sldMkLst>
          <pc:docMk/>
          <pc:sldMk cId="0" sldId="414"/>
        </pc:sldMkLst>
      </pc:sldChg>
      <pc:sldChg chg="modSp mod">
        <pc:chgData name="Nursakirah Ab Rahman Muton" userId="423efa6d-ee54-4a96-bb69-a7d6dc1d7e38" providerId="ADAL" clId="{D052C86B-78C8-47A0-9991-B38A109BB257}" dt="2023-10-03T07:05:44.222" v="1812" actId="313"/>
        <pc:sldMkLst>
          <pc:docMk/>
          <pc:sldMk cId="0" sldId="415"/>
        </pc:sldMkLst>
      </pc:sldChg>
      <pc:sldChg chg="modSp mod modNotesTx">
        <pc:chgData name="Nursakirah Ab Rahman Muton" userId="423efa6d-ee54-4a96-bb69-a7d6dc1d7e38" providerId="ADAL" clId="{D052C86B-78C8-47A0-9991-B38A109BB257}" dt="2023-10-03T07:09:30.876" v="1840" actId="20577"/>
        <pc:sldMkLst>
          <pc:docMk/>
          <pc:sldMk cId="0" sldId="416"/>
        </pc:sldMkLst>
      </pc:sldChg>
      <pc:sldChg chg="modSp mod">
        <pc:chgData name="Nursakirah Ab Rahman Muton" userId="423efa6d-ee54-4a96-bb69-a7d6dc1d7e38" providerId="ADAL" clId="{D052C86B-78C8-47A0-9991-B38A109BB257}" dt="2023-10-03T07:12:21.337" v="1925" actId="207"/>
        <pc:sldMkLst>
          <pc:docMk/>
          <pc:sldMk cId="0" sldId="417"/>
        </pc:sldMkLst>
      </pc:sldChg>
      <pc:sldChg chg="modSp mod">
        <pc:chgData name="Nursakirah Ab Rahman Muton" userId="423efa6d-ee54-4a96-bb69-a7d6dc1d7e38" providerId="ADAL" clId="{D052C86B-78C8-47A0-9991-B38A109BB257}" dt="2023-10-03T07:12:38.623" v="1926" actId="1076"/>
        <pc:sldMkLst>
          <pc:docMk/>
          <pc:sldMk cId="0" sldId="418"/>
        </pc:sldMkLst>
      </pc:sldChg>
      <pc:sldChg chg="modSp mod">
        <pc:chgData name="Nursakirah Ab Rahman Muton" userId="423efa6d-ee54-4a96-bb69-a7d6dc1d7e38" providerId="ADAL" clId="{D052C86B-78C8-47A0-9991-B38A109BB257}" dt="2023-10-03T08:18:05.793" v="2893" actId="403"/>
        <pc:sldMkLst>
          <pc:docMk/>
          <pc:sldMk cId="0" sldId="419"/>
        </pc:sldMkLst>
      </pc:sldChg>
      <pc:sldChg chg="modSp mod">
        <pc:chgData name="Nursakirah Ab Rahman Muton" userId="423efa6d-ee54-4a96-bb69-a7d6dc1d7e38" providerId="ADAL" clId="{D052C86B-78C8-47A0-9991-B38A109BB257}" dt="2023-10-03T08:18:31.810" v="2896" actId="14100"/>
        <pc:sldMkLst>
          <pc:docMk/>
          <pc:sldMk cId="0" sldId="420"/>
        </pc:sldMkLst>
      </pc:sldChg>
      <pc:sldChg chg="modSp mod modNotesTx">
        <pc:chgData name="Nursakirah Ab Rahman Muton" userId="423efa6d-ee54-4a96-bb69-a7d6dc1d7e38" providerId="ADAL" clId="{D052C86B-78C8-47A0-9991-B38A109BB257}" dt="2023-10-03T07:20:27.410" v="2053" actId="20577"/>
        <pc:sldMkLst>
          <pc:docMk/>
          <pc:sldMk cId="0" sldId="421"/>
        </pc:sldMkLst>
      </pc:sldChg>
      <pc:sldChg chg="modSp del">
        <pc:chgData name="Nursakirah Ab Rahman Muton" userId="423efa6d-ee54-4a96-bb69-a7d6dc1d7e38" providerId="ADAL" clId="{D052C86B-78C8-47A0-9991-B38A109BB257}" dt="2023-10-03T07:23:49.323" v="2056" actId="47"/>
        <pc:sldMkLst>
          <pc:docMk/>
          <pc:sldMk cId="0" sldId="422"/>
        </pc:sldMkLst>
      </pc:sldChg>
      <pc:sldChg chg="addSp delSp modSp mod setBg modNotesTx">
        <pc:chgData name="Nursakirah Ab Rahman Muton" userId="423efa6d-ee54-4a96-bb69-a7d6dc1d7e38" providerId="ADAL" clId="{D052C86B-78C8-47A0-9991-B38A109BB257}" dt="2023-10-03T08:18:54.961" v="2897" actId="20577"/>
        <pc:sldMkLst>
          <pc:docMk/>
          <pc:sldMk cId="0" sldId="423"/>
        </pc:sldMkLst>
      </pc:sldChg>
      <pc:sldChg chg="modSp mod modNotesTx">
        <pc:chgData name="Nursakirah Ab Rahman Muton" userId="423efa6d-ee54-4a96-bb69-a7d6dc1d7e38" providerId="ADAL" clId="{D052C86B-78C8-47A0-9991-B38A109BB257}" dt="2023-10-19T07:19:26.739" v="4116"/>
        <pc:sldMkLst>
          <pc:docMk/>
          <pc:sldMk cId="0" sldId="424"/>
        </pc:sldMkLst>
      </pc:sldChg>
      <pc:sldChg chg="modSp mod">
        <pc:chgData name="Nursakirah Ab Rahman Muton" userId="423efa6d-ee54-4a96-bb69-a7d6dc1d7e38" providerId="ADAL" clId="{D052C86B-78C8-47A0-9991-B38A109BB257}" dt="2023-10-03T07:31:02.670" v="2117" actId="207"/>
        <pc:sldMkLst>
          <pc:docMk/>
          <pc:sldMk cId="0" sldId="426"/>
        </pc:sldMkLst>
      </pc:sldChg>
      <pc:sldChg chg="modSp mod modNotesTx">
        <pc:chgData name="Nursakirah Ab Rahman Muton" userId="423efa6d-ee54-4a96-bb69-a7d6dc1d7e38" providerId="ADAL" clId="{D052C86B-78C8-47A0-9991-B38A109BB257}" dt="2023-10-03T07:32:42.117" v="2139" actId="255"/>
        <pc:sldMkLst>
          <pc:docMk/>
          <pc:sldMk cId="0" sldId="427"/>
        </pc:sldMkLst>
      </pc:sldChg>
      <pc:sldChg chg="modSp mod modNotesTx">
        <pc:chgData name="Nursakirah Ab Rahman Muton" userId="423efa6d-ee54-4a96-bb69-a7d6dc1d7e38" providerId="ADAL" clId="{D052C86B-78C8-47A0-9991-B38A109BB257}" dt="2023-10-03T07:39:25.512" v="2280"/>
        <pc:sldMkLst>
          <pc:docMk/>
          <pc:sldMk cId="0" sldId="443"/>
        </pc:sldMkLst>
      </pc:sldChg>
      <pc:sldChg chg="modSp mod">
        <pc:chgData name="Nursakirah Ab Rahman Muton" userId="423efa6d-ee54-4a96-bb69-a7d6dc1d7e38" providerId="ADAL" clId="{D052C86B-78C8-47A0-9991-B38A109BB257}" dt="2023-10-03T07:40:34.797" v="2284" actId="33524"/>
        <pc:sldMkLst>
          <pc:docMk/>
          <pc:sldMk cId="0" sldId="444"/>
        </pc:sldMkLst>
      </pc:sldChg>
      <pc:sldChg chg="modSp mod">
        <pc:chgData name="Nursakirah Ab Rahman Muton" userId="423efa6d-ee54-4a96-bb69-a7d6dc1d7e38" providerId="ADAL" clId="{D052C86B-78C8-47A0-9991-B38A109BB257}" dt="2023-10-03T05:31:16.065" v="243" actId="14100"/>
        <pc:sldMkLst>
          <pc:docMk/>
          <pc:sldMk cId="0" sldId="445"/>
        </pc:sldMkLst>
      </pc:sldChg>
      <pc:sldChg chg="modSp mod modNotesTx">
        <pc:chgData name="Nursakirah Ab Rahman Muton" userId="423efa6d-ee54-4a96-bb69-a7d6dc1d7e38" providerId="ADAL" clId="{D052C86B-78C8-47A0-9991-B38A109BB257}" dt="2023-10-03T07:49:18.416" v="2313" actId="12"/>
        <pc:sldMkLst>
          <pc:docMk/>
          <pc:sldMk cId="0" sldId="446"/>
        </pc:sldMkLst>
      </pc:sldChg>
      <pc:sldChg chg="modSp mod">
        <pc:chgData name="Nursakirah Ab Rahman Muton" userId="423efa6d-ee54-4a96-bb69-a7d6dc1d7e38" providerId="ADAL" clId="{D052C86B-78C8-47A0-9991-B38A109BB257}" dt="2023-10-03T05:32:27.252" v="266" actId="1076"/>
        <pc:sldMkLst>
          <pc:docMk/>
          <pc:sldMk cId="0" sldId="447"/>
        </pc:sldMkLst>
      </pc:sldChg>
      <pc:sldChg chg="modSp mod">
        <pc:chgData name="Nursakirah Ab Rahman Muton" userId="423efa6d-ee54-4a96-bb69-a7d6dc1d7e38" providerId="ADAL" clId="{D052C86B-78C8-47A0-9991-B38A109BB257}" dt="2023-10-03T05:32:34.765" v="269" actId="1076"/>
        <pc:sldMkLst>
          <pc:docMk/>
          <pc:sldMk cId="0" sldId="448"/>
        </pc:sldMkLst>
      </pc:sldChg>
      <pc:sldChg chg="modSp mod">
        <pc:chgData name="Nursakirah Ab Rahman Muton" userId="423efa6d-ee54-4a96-bb69-a7d6dc1d7e38" providerId="ADAL" clId="{D052C86B-78C8-47A0-9991-B38A109BB257}" dt="2023-10-17T10:00:31.178" v="4078" actId="14100"/>
        <pc:sldMkLst>
          <pc:docMk/>
          <pc:sldMk cId="0" sldId="449"/>
        </pc:sldMkLst>
      </pc:sldChg>
      <pc:sldChg chg="modSp mod">
        <pc:chgData name="Nursakirah Ab Rahman Muton" userId="423efa6d-ee54-4a96-bb69-a7d6dc1d7e38" providerId="ADAL" clId="{D052C86B-78C8-47A0-9991-B38A109BB257}" dt="2023-10-03T07:08:21.814" v="1834" actId="20577"/>
        <pc:sldMkLst>
          <pc:docMk/>
          <pc:sldMk cId="0" sldId="450"/>
        </pc:sldMkLst>
      </pc:sldChg>
      <pc:sldChg chg="addSp modSp mod modAnim">
        <pc:chgData name="Nursakirah Ab Rahman Muton" userId="423efa6d-ee54-4a96-bb69-a7d6dc1d7e38" providerId="ADAL" clId="{D052C86B-78C8-47A0-9991-B38A109BB257}" dt="2023-10-03T07:10:20.361" v="1850" actId="207"/>
        <pc:sldMkLst>
          <pc:docMk/>
          <pc:sldMk cId="0" sldId="451"/>
        </pc:sldMkLst>
      </pc:sldChg>
      <pc:sldChg chg="modSp mod">
        <pc:chgData name="Nursakirah Ab Rahman Muton" userId="423efa6d-ee54-4a96-bb69-a7d6dc1d7e38" providerId="ADAL" clId="{D052C86B-78C8-47A0-9991-B38A109BB257}" dt="2023-10-03T07:13:41.212" v="2003" actId="20577"/>
        <pc:sldMkLst>
          <pc:docMk/>
          <pc:sldMk cId="0" sldId="452"/>
        </pc:sldMkLst>
      </pc:sldChg>
      <pc:sldChg chg="modSp del mod">
        <pc:chgData name="Nursakirah Ab Rahman Muton" userId="423efa6d-ee54-4a96-bb69-a7d6dc1d7e38" providerId="ADAL" clId="{D052C86B-78C8-47A0-9991-B38A109BB257}" dt="2023-10-03T07:14:39.179" v="2013" actId="47"/>
        <pc:sldMkLst>
          <pc:docMk/>
          <pc:sldMk cId="0" sldId="453"/>
        </pc:sldMkLst>
      </pc:sldChg>
      <pc:sldChg chg="modSp mod">
        <pc:chgData name="Nursakirah Ab Rahman Muton" userId="423efa6d-ee54-4a96-bb69-a7d6dc1d7e38" providerId="ADAL" clId="{D052C86B-78C8-47A0-9991-B38A109BB257}" dt="2023-10-03T07:14:44.787" v="2014" actId="20577"/>
        <pc:sldMkLst>
          <pc:docMk/>
          <pc:sldMk cId="0" sldId="454"/>
        </pc:sldMkLst>
      </pc:sldChg>
      <pc:sldChg chg="modSp mod">
        <pc:chgData name="Nursakirah Ab Rahman Muton" userId="423efa6d-ee54-4a96-bb69-a7d6dc1d7e38" providerId="ADAL" clId="{D052C86B-78C8-47A0-9991-B38A109BB257}" dt="2023-10-03T07:34:00.367" v="2147" actId="403"/>
        <pc:sldMkLst>
          <pc:docMk/>
          <pc:sldMk cId="0" sldId="455"/>
        </pc:sldMkLst>
      </pc:sldChg>
      <pc:sldChg chg="modSp mod modNotesTx">
        <pc:chgData name="Nursakirah Ab Rahman Muton" userId="423efa6d-ee54-4a96-bb69-a7d6dc1d7e38" providerId="ADAL" clId="{D052C86B-78C8-47A0-9991-B38A109BB257}" dt="2023-10-19T07:23:45.822" v="4124"/>
        <pc:sldMkLst>
          <pc:docMk/>
          <pc:sldMk cId="0" sldId="456"/>
        </pc:sldMkLst>
      </pc:sldChg>
      <pc:sldChg chg="modSp mod modNotesTx">
        <pc:chgData name="Nursakirah Ab Rahman Muton" userId="423efa6d-ee54-4a96-bb69-a7d6dc1d7e38" providerId="ADAL" clId="{D052C86B-78C8-47A0-9991-B38A109BB257}" dt="2023-10-19T07:28:34.097" v="4128" actId="20577"/>
        <pc:sldMkLst>
          <pc:docMk/>
          <pc:sldMk cId="0" sldId="458"/>
        </pc:sldMkLst>
      </pc:sldChg>
      <pc:sldChg chg="modSp mod">
        <pc:chgData name="Nursakirah Ab Rahman Muton" userId="423efa6d-ee54-4a96-bb69-a7d6dc1d7e38" providerId="ADAL" clId="{D052C86B-78C8-47A0-9991-B38A109BB257}" dt="2023-10-03T05:32:11.290" v="261" actId="27636"/>
        <pc:sldMkLst>
          <pc:docMk/>
          <pc:sldMk cId="0" sldId="460"/>
        </pc:sldMkLst>
      </pc:sldChg>
      <pc:sldChg chg="modSp mod">
        <pc:chgData name="Nursakirah Ab Rahman Muton" userId="423efa6d-ee54-4a96-bb69-a7d6dc1d7e38" providerId="ADAL" clId="{D052C86B-78C8-47A0-9991-B38A109BB257}" dt="2023-10-03T05:32:19.210" v="263" actId="14100"/>
        <pc:sldMkLst>
          <pc:docMk/>
          <pc:sldMk cId="0" sldId="461"/>
        </pc:sldMkLst>
      </pc:sldChg>
      <pc:sldChg chg="modSp mod modNotesTx">
        <pc:chgData name="Nursakirah Ab Rahman Muton" userId="423efa6d-ee54-4a96-bb69-a7d6dc1d7e38" providerId="ADAL" clId="{D052C86B-78C8-47A0-9991-B38A109BB257}" dt="2023-10-03T08:03:28.118" v="2409" actId="313"/>
        <pc:sldMkLst>
          <pc:docMk/>
          <pc:sldMk cId="0" sldId="462"/>
        </pc:sldMkLst>
      </pc:sldChg>
      <pc:sldChg chg="modSp mod">
        <pc:chgData name="Nursakirah Ab Rahman Muton" userId="423efa6d-ee54-4a96-bb69-a7d6dc1d7e38" providerId="ADAL" clId="{D052C86B-78C8-47A0-9991-B38A109BB257}" dt="2023-10-03T05:33:01.960" v="275" actId="14100"/>
        <pc:sldMkLst>
          <pc:docMk/>
          <pc:sldMk cId="0" sldId="463"/>
        </pc:sldMkLst>
      </pc:sldChg>
      <pc:sldChg chg="addSp delSp modSp mod modNotesTx">
        <pc:chgData name="Nursakirah Ab Rahman Muton" userId="423efa6d-ee54-4a96-bb69-a7d6dc1d7e38" providerId="ADAL" clId="{D052C86B-78C8-47A0-9991-B38A109BB257}" dt="2023-10-03T08:20:09.229" v="2907" actId="1076"/>
        <pc:sldMkLst>
          <pc:docMk/>
          <pc:sldMk cId="0" sldId="464"/>
        </pc:sldMkLst>
      </pc:sldChg>
      <pc:sldChg chg="modSp mod">
        <pc:chgData name="Nursakirah Ab Rahman Muton" userId="423efa6d-ee54-4a96-bb69-a7d6dc1d7e38" providerId="ADAL" clId="{D052C86B-78C8-47A0-9991-B38A109BB257}" dt="2023-10-03T08:13:33.525" v="2862" actId="14100"/>
        <pc:sldMkLst>
          <pc:docMk/>
          <pc:sldMk cId="0" sldId="465"/>
        </pc:sldMkLst>
      </pc:sldChg>
      <pc:sldChg chg="modSp mod">
        <pc:chgData name="Nursakirah Ab Rahman Muton" userId="423efa6d-ee54-4a96-bb69-a7d6dc1d7e38" providerId="ADAL" clId="{D052C86B-78C8-47A0-9991-B38A109BB257}" dt="2023-10-03T05:33:52.253" v="291" actId="14100"/>
        <pc:sldMkLst>
          <pc:docMk/>
          <pc:sldMk cId="0" sldId="466"/>
        </pc:sldMkLst>
      </pc:sldChg>
      <pc:sldChg chg="addSp delSp modSp mod modNotesTx">
        <pc:chgData name="Nursakirah Ab Rahman Muton" userId="423efa6d-ee54-4a96-bb69-a7d6dc1d7e38" providerId="ADAL" clId="{D052C86B-78C8-47A0-9991-B38A109BB257}" dt="2023-10-17T09:16:52.922" v="3010" actId="20577"/>
        <pc:sldMkLst>
          <pc:docMk/>
          <pc:sldMk cId="0" sldId="467"/>
        </pc:sldMkLst>
      </pc:sldChg>
      <pc:sldChg chg="addSp delSp modSp mod setBg modShow modNotesTx">
        <pc:chgData name="Nursakirah Ab Rahman Muton" userId="423efa6d-ee54-4a96-bb69-a7d6dc1d7e38" providerId="ADAL" clId="{D052C86B-78C8-47A0-9991-B38A109BB257}" dt="2023-10-23T11:46:20.420" v="4367" actId="403"/>
        <pc:sldMkLst>
          <pc:docMk/>
          <pc:sldMk cId="0" sldId="468"/>
        </pc:sldMkLst>
      </pc:sldChg>
      <pc:sldChg chg="addSp delSp modSp mod modShow modNotesTx">
        <pc:chgData name="Nursakirah Ab Rahman Muton" userId="423efa6d-ee54-4a96-bb69-a7d6dc1d7e38" providerId="ADAL" clId="{D052C86B-78C8-47A0-9991-B38A109BB257}" dt="2023-10-23T11:51:30.491" v="4382"/>
        <pc:sldMkLst>
          <pc:docMk/>
          <pc:sldMk cId="0" sldId="469"/>
        </pc:sldMkLst>
      </pc:sldChg>
      <pc:sldChg chg="addSp delSp modSp mod modShow modNotesTx">
        <pc:chgData name="Nursakirah Ab Rahman Muton" userId="423efa6d-ee54-4a96-bb69-a7d6dc1d7e38" providerId="ADAL" clId="{D052C86B-78C8-47A0-9991-B38A109BB257}" dt="2023-10-23T12:10:37.888" v="4946" actId="20577"/>
        <pc:sldMkLst>
          <pc:docMk/>
          <pc:sldMk cId="0" sldId="470"/>
        </pc:sldMkLst>
      </pc:sldChg>
      <pc:sldChg chg="modSp del mod modShow">
        <pc:chgData name="Nursakirah Ab Rahman Muton" userId="423efa6d-ee54-4a96-bb69-a7d6dc1d7e38" providerId="ADAL" clId="{D052C86B-78C8-47A0-9991-B38A109BB257}" dt="2023-10-23T12:12:38.314" v="4973" actId="47"/>
        <pc:sldMkLst>
          <pc:docMk/>
          <pc:sldMk cId="0" sldId="472"/>
        </pc:sldMkLst>
      </pc:sldChg>
      <pc:sldChg chg="modSp mod modShow modNotesTx">
        <pc:chgData name="Nursakirah Ab Rahman Muton" userId="423efa6d-ee54-4a96-bb69-a7d6dc1d7e38" providerId="ADAL" clId="{D052C86B-78C8-47A0-9991-B38A109BB257}" dt="2023-10-23T13:37:26.814" v="5087"/>
        <pc:sldMkLst>
          <pc:docMk/>
          <pc:sldMk cId="0" sldId="473"/>
        </pc:sldMkLst>
      </pc:sldChg>
      <pc:sldChg chg="modSp del mod modShow">
        <pc:chgData name="Nursakirah Ab Rahman Muton" userId="423efa6d-ee54-4a96-bb69-a7d6dc1d7e38" providerId="ADAL" clId="{D052C86B-78C8-47A0-9991-B38A109BB257}" dt="2023-10-23T13:38:21.547" v="5091" actId="2696"/>
        <pc:sldMkLst>
          <pc:docMk/>
          <pc:sldMk cId="0" sldId="474"/>
        </pc:sldMkLst>
      </pc:sldChg>
      <pc:sldChg chg="modSp del mod modShow">
        <pc:chgData name="Nursakirah Ab Rahman Muton" userId="423efa6d-ee54-4a96-bb69-a7d6dc1d7e38" providerId="ADAL" clId="{D052C86B-78C8-47A0-9991-B38A109BB257}" dt="2023-10-23T12:12:35.312" v="4972" actId="47"/>
        <pc:sldMkLst>
          <pc:docMk/>
          <pc:sldMk cId="0" sldId="475"/>
        </pc:sldMkLst>
      </pc:sldChg>
      <pc:sldChg chg="modSp">
        <pc:chgData name="Nursakirah Ab Rahman Muton" userId="423efa6d-ee54-4a96-bb69-a7d6dc1d7e38" providerId="ADAL" clId="{D052C86B-78C8-47A0-9991-B38A109BB257}" dt="2023-10-03T05:48:03.341" v="704" actId="1076"/>
        <pc:sldMkLst>
          <pc:docMk/>
          <pc:sldMk cId="0" sldId="480"/>
        </pc:sldMkLst>
      </pc:sldChg>
      <pc:sldChg chg="modSp">
        <pc:chgData name="Nursakirah Ab Rahman Muton" userId="423efa6d-ee54-4a96-bb69-a7d6dc1d7e38" providerId="ADAL" clId="{D052C86B-78C8-47A0-9991-B38A109BB257}" dt="2023-10-03T05:48:10.908" v="705" actId="1076"/>
        <pc:sldMkLst>
          <pc:docMk/>
          <pc:sldMk cId="0" sldId="481"/>
        </pc:sldMkLst>
      </pc:sldChg>
      <pc:sldChg chg="modSp mod">
        <pc:chgData name="Nursakirah Ab Rahman Muton" userId="423efa6d-ee54-4a96-bb69-a7d6dc1d7e38" providerId="ADAL" clId="{D052C86B-78C8-47A0-9991-B38A109BB257}" dt="2023-10-02T08:21:59.230" v="88" actId="1076"/>
        <pc:sldMkLst>
          <pc:docMk/>
          <pc:sldMk cId="0" sldId="482"/>
        </pc:sldMkLst>
      </pc:sldChg>
      <pc:sldChg chg="modSp mod">
        <pc:chgData name="Nursakirah Ab Rahman Muton" userId="423efa6d-ee54-4a96-bb69-a7d6dc1d7e38" providerId="ADAL" clId="{D052C86B-78C8-47A0-9991-B38A109BB257}" dt="2023-10-02T08:25:42.971" v="126" actId="1076"/>
        <pc:sldMkLst>
          <pc:docMk/>
          <pc:sldMk cId="0" sldId="483"/>
        </pc:sldMkLst>
      </pc:sldChg>
      <pc:sldChg chg="modSp mod">
        <pc:chgData name="Nursakirah Ab Rahman Muton" userId="423efa6d-ee54-4a96-bb69-a7d6dc1d7e38" providerId="ADAL" clId="{D052C86B-78C8-47A0-9991-B38A109BB257}" dt="2023-10-03T08:21:22.637" v="2909" actId="14100"/>
        <pc:sldMkLst>
          <pc:docMk/>
          <pc:sldMk cId="0" sldId="484"/>
        </pc:sldMkLst>
      </pc:sldChg>
      <pc:sldChg chg="modSp mod">
        <pc:chgData name="Nursakirah Ab Rahman Muton" userId="423efa6d-ee54-4a96-bb69-a7d6dc1d7e38" providerId="ADAL" clId="{D052C86B-78C8-47A0-9991-B38A109BB257}" dt="2023-10-03T08:21:29.317" v="2910" actId="14100"/>
        <pc:sldMkLst>
          <pc:docMk/>
          <pc:sldMk cId="0" sldId="485"/>
        </pc:sldMkLst>
      </pc:sldChg>
      <pc:sldChg chg="modSp">
        <pc:chgData name="Nursakirah Ab Rahman Muton" userId="423efa6d-ee54-4a96-bb69-a7d6dc1d7e38" providerId="ADAL" clId="{D052C86B-78C8-47A0-9991-B38A109BB257}" dt="2023-10-02T08:14:51.818" v="9"/>
        <pc:sldMkLst>
          <pc:docMk/>
          <pc:sldMk cId="0" sldId="486"/>
        </pc:sldMkLst>
      </pc:sldChg>
      <pc:sldChg chg="modSp del mod setBg">
        <pc:chgData name="Nursakirah Ab Rahman Muton" userId="423efa6d-ee54-4a96-bb69-a7d6dc1d7e38" providerId="ADAL" clId="{D052C86B-78C8-47A0-9991-B38A109BB257}" dt="2023-10-17T09:11:47.329" v="2953" actId="47"/>
        <pc:sldMkLst>
          <pc:docMk/>
          <pc:sldMk cId="0" sldId="488"/>
        </pc:sldMkLst>
      </pc:sldChg>
      <pc:sldChg chg="modSp del mod setBg">
        <pc:chgData name="Nursakirah Ab Rahman Muton" userId="423efa6d-ee54-4a96-bb69-a7d6dc1d7e38" providerId="ADAL" clId="{D052C86B-78C8-47A0-9991-B38A109BB257}" dt="2023-10-17T09:13:22.476" v="2960" actId="47"/>
        <pc:sldMkLst>
          <pc:docMk/>
          <pc:sldMk cId="0" sldId="490"/>
        </pc:sldMkLst>
      </pc:sldChg>
      <pc:sldChg chg="modSp del mod setBg">
        <pc:chgData name="Nursakirah Ab Rahman Muton" userId="423efa6d-ee54-4a96-bb69-a7d6dc1d7e38" providerId="ADAL" clId="{D052C86B-78C8-47A0-9991-B38A109BB257}" dt="2023-10-17T09:14:38.826" v="2964" actId="47"/>
        <pc:sldMkLst>
          <pc:docMk/>
          <pc:sldMk cId="0" sldId="492"/>
        </pc:sldMkLst>
      </pc:sldChg>
      <pc:sldChg chg="addSp delSp modSp mod modAnim">
        <pc:chgData name="Nursakirah Ab Rahman Muton" userId="423efa6d-ee54-4a96-bb69-a7d6dc1d7e38" providerId="ADAL" clId="{D052C86B-78C8-47A0-9991-B38A109BB257}" dt="2023-10-03T07:14:34.437" v="2012" actId="207"/>
        <pc:sldMkLst>
          <pc:docMk/>
          <pc:sldMk cId="0" sldId="493"/>
        </pc:sldMkLst>
      </pc:sldChg>
      <pc:sldChg chg="modSp mod modNotesTx">
        <pc:chgData name="Nursakirah Ab Rahman Muton" userId="423efa6d-ee54-4a96-bb69-a7d6dc1d7e38" providerId="ADAL" clId="{D052C86B-78C8-47A0-9991-B38A109BB257}" dt="2023-10-19T07:48:38.011" v="4136"/>
        <pc:sldMkLst>
          <pc:docMk/>
          <pc:sldMk cId="0" sldId="494"/>
        </pc:sldMkLst>
      </pc:sldChg>
      <pc:sldChg chg="modSp mod">
        <pc:chgData name="Nursakirah Ab Rahman Muton" userId="423efa6d-ee54-4a96-bb69-a7d6dc1d7e38" providerId="ADAL" clId="{D052C86B-78C8-47A0-9991-B38A109BB257}" dt="2023-10-03T05:31:51.900" v="253" actId="1076"/>
        <pc:sldMkLst>
          <pc:docMk/>
          <pc:sldMk cId="0" sldId="495"/>
        </pc:sldMkLst>
      </pc:sldChg>
      <pc:sldChg chg="modSp mod">
        <pc:chgData name="Nursakirah Ab Rahman Muton" userId="423efa6d-ee54-4a96-bb69-a7d6dc1d7e38" providerId="ADAL" clId="{D052C86B-78C8-47A0-9991-B38A109BB257}" dt="2023-10-03T05:31:59.098" v="256" actId="1076"/>
        <pc:sldMkLst>
          <pc:docMk/>
          <pc:sldMk cId="0" sldId="496"/>
        </pc:sldMkLst>
      </pc:sldChg>
      <pc:sldChg chg="modSp mod">
        <pc:chgData name="Nursakirah Ab Rahman Muton" userId="423efa6d-ee54-4a96-bb69-a7d6dc1d7e38" providerId="ADAL" clId="{D052C86B-78C8-47A0-9991-B38A109BB257}" dt="2023-10-03T05:32:07.181" v="259" actId="1076"/>
        <pc:sldMkLst>
          <pc:docMk/>
          <pc:sldMk cId="0" sldId="497"/>
        </pc:sldMkLst>
      </pc:sldChg>
      <pc:sldChg chg="addSp modSp mod modNotesTx">
        <pc:chgData name="Nursakirah Ab Rahman Muton" userId="423efa6d-ee54-4a96-bb69-a7d6dc1d7e38" providerId="ADAL" clId="{D052C86B-78C8-47A0-9991-B38A109BB257}" dt="2023-10-03T08:07:25.796" v="2439" actId="20577"/>
        <pc:sldMkLst>
          <pc:docMk/>
          <pc:sldMk cId="0" sldId="498"/>
        </pc:sldMkLst>
      </pc:sldChg>
      <pc:sldChg chg="modSp mod">
        <pc:chgData name="Nursakirah Ab Rahman Muton" userId="423efa6d-ee54-4a96-bb69-a7d6dc1d7e38" providerId="ADAL" clId="{D052C86B-78C8-47A0-9991-B38A109BB257}" dt="2023-10-03T08:13:50.836" v="2865" actId="207"/>
        <pc:sldMkLst>
          <pc:docMk/>
          <pc:sldMk cId="0" sldId="499"/>
        </pc:sldMkLst>
      </pc:sldChg>
      <pc:sldChg chg="delSp modSp mod">
        <pc:chgData name="Nursakirah Ab Rahman Muton" userId="423efa6d-ee54-4a96-bb69-a7d6dc1d7e38" providerId="ADAL" clId="{D052C86B-78C8-47A0-9991-B38A109BB257}" dt="2023-10-03T05:33:36.883" v="287" actId="1076"/>
        <pc:sldMkLst>
          <pc:docMk/>
          <pc:sldMk cId="0" sldId="500"/>
        </pc:sldMkLst>
      </pc:sldChg>
      <pc:sldChg chg="modSp del mod setBg">
        <pc:chgData name="Nursakirah Ab Rahman Muton" userId="423efa6d-ee54-4a96-bb69-a7d6dc1d7e38" providerId="ADAL" clId="{D052C86B-78C8-47A0-9991-B38A109BB257}" dt="2023-10-17T09:15:14.598" v="2969" actId="47"/>
        <pc:sldMkLst>
          <pc:docMk/>
          <pc:sldMk cId="0" sldId="501"/>
        </pc:sldMkLst>
      </pc:sldChg>
      <pc:sldChg chg="modSp">
        <pc:chgData name="Nursakirah Ab Rahman Muton" userId="423efa6d-ee54-4a96-bb69-a7d6dc1d7e38" providerId="ADAL" clId="{D052C86B-78C8-47A0-9991-B38A109BB257}" dt="2023-10-02T08:26:19.961" v="133" actId="207"/>
        <pc:sldMkLst>
          <pc:docMk/>
          <pc:sldMk cId="0" sldId="502"/>
        </pc:sldMkLst>
      </pc:sldChg>
      <pc:sldChg chg="addSp delSp modSp mod modAnim">
        <pc:chgData name="Nursakirah Ab Rahman Muton" userId="423efa6d-ee54-4a96-bb69-a7d6dc1d7e38" providerId="ADAL" clId="{D052C86B-78C8-47A0-9991-B38A109BB257}" dt="2023-10-02T08:29:13.855" v="169" actId="14100"/>
        <pc:sldMkLst>
          <pc:docMk/>
          <pc:sldMk cId="0" sldId="503"/>
        </pc:sldMkLst>
      </pc:sldChg>
      <pc:sldChg chg="modSp mod">
        <pc:chgData name="Nursakirah Ab Rahman Muton" userId="423efa6d-ee54-4a96-bb69-a7d6dc1d7e38" providerId="ADAL" clId="{D052C86B-78C8-47A0-9991-B38A109BB257}" dt="2023-10-03T07:33:47.787" v="2144" actId="403"/>
        <pc:sldMkLst>
          <pc:docMk/>
          <pc:sldMk cId="0" sldId="504"/>
        </pc:sldMkLst>
      </pc:sldChg>
      <pc:sldChg chg="modSp modNotesTx">
        <pc:chgData name="Nursakirah Ab Rahman Muton" userId="423efa6d-ee54-4a96-bb69-a7d6dc1d7e38" providerId="ADAL" clId="{D052C86B-78C8-47A0-9991-B38A109BB257}" dt="2023-10-19T07:47:20.996" v="4130" actId="20577"/>
        <pc:sldMkLst>
          <pc:docMk/>
          <pc:sldMk cId="0" sldId="505"/>
        </pc:sldMkLst>
      </pc:sldChg>
      <pc:sldChg chg="modSp mod">
        <pc:chgData name="Nursakirah Ab Rahman Muton" userId="423efa6d-ee54-4a96-bb69-a7d6dc1d7e38" providerId="ADAL" clId="{D052C86B-78C8-47A0-9991-B38A109BB257}" dt="2023-10-02T08:32:02.370" v="217" actId="1076"/>
        <pc:sldMkLst>
          <pc:docMk/>
          <pc:sldMk cId="0" sldId="506"/>
        </pc:sldMkLst>
      </pc:sldChg>
      <pc:sldChg chg="modSp">
        <pc:chgData name="Nursakirah Ab Rahman Muton" userId="423efa6d-ee54-4a96-bb69-a7d6dc1d7e38" providerId="ADAL" clId="{D052C86B-78C8-47A0-9991-B38A109BB257}" dt="2023-10-02T08:32:28.322" v="223" actId="1076"/>
        <pc:sldMkLst>
          <pc:docMk/>
          <pc:sldMk cId="0" sldId="507"/>
        </pc:sldMkLst>
      </pc:sldChg>
      <pc:sldChg chg="modSp">
        <pc:chgData name="Nursakirah Ab Rahman Muton" userId="423efa6d-ee54-4a96-bb69-a7d6dc1d7e38" providerId="ADAL" clId="{D052C86B-78C8-47A0-9991-B38A109BB257}" dt="2023-10-03T05:33:48.230" v="290" actId="1076"/>
        <pc:sldMkLst>
          <pc:docMk/>
          <pc:sldMk cId="0" sldId="508"/>
        </pc:sldMkLst>
      </pc:sldChg>
      <pc:sldChg chg="modSp mod">
        <pc:chgData name="Nursakirah Ab Rahman Muton" userId="423efa6d-ee54-4a96-bb69-a7d6dc1d7e38" providerId="ADAL" clId="{D052C86B-78C8-47A0-9991-B38A109BB257}" dt="2023-10-23T13:38:51.764" v="5120" actId="14100"/>
        <pc:sldMkLst>
          <pc:docMk/>
          <pc:sldMk cId="0" sldId="509"/>
        </pc:sldMkLst>
      </pc:sldChg>
      <pc:sldChg chg="modSp mod modNotesTx">
        <pc:chgData name="Nursakirah Ab Rahman Muton" userId="423efa6d-ee54-4a96-bb69-a7d6dc1d7e38" providerId="ADAL" clId="{D052C86B-78C8-47A0-9991-B38A109BB257}" dt="2023-10-03T06:14:45.496" v="1294" actId="20577"/>
        <pc:sldMkLst>
          <pc:docMk/>
          <pc:sldMk cId="0" sldId="510"/>
        </pc:sldMkLst>
      </pc:sldChg>
      <pc:sldChg chg="modSp mod">
        <pc:chgData name="Nursakirah Ab Rahman Muton" userId="423efa6d-ee54-4a96-bb69-a7d6dc1d7e38" providerId="ADAL" clId="{D052C86B-78C8-47A0-9991-B38A109BB257}" dt="2023-10-03T05:47:34.503" v="700" actId="403"/>
        <pc:sldMkLst>
          <pc:docMk/>
          <pc:sldMk cId="0" sldId="511"/>
        </pc:sldMkLst>
      </pc:sldChg>
      <pc:sldChg chg="modSp mod">
        <pc:chgData name="Nursakirah Ab Rahman Muton" userId="423efa6d-ee54-4a96-bb69-a7d6dc1d7e38" providerId="ADAL" clId="{D052C86B-78C8-47A0-9991-B38A109BB257}" dt="2023-10-03T07:09:54.120" v="1848" actId="1076"/>
        <pc:sldMkLst>
          <pc:docMk/>
          <pc:sldMk cId="0" sldId="512"/>
        </pc:sldMkLst>
      </pc:sldChg>
      <pc:sldChg chg="modSp mod">
        <pc:chgData name="Nursakirah Ab Rahman Muton" userId="423efa6d-ee54-4a96-bb69-a7d6dc1d7e38" providerId="ADAL" clId="{D052C86B-78C8-47A0-9991-B38A109BB257}" dt="2023-10-03T07:12:50.358" v="1927" actId="14100"/>
        <pc:sldMkLst>
          <pc:docMk/>
          <pc:sldMk cId="0" sldId="513"/>
        </pc:sldMkLst>
      </pc:sldChg>
      <pc:sldChg chg="modSp mod modNotesTx">
        <pc:chgData name="Nursakirah Ab Rahman Muton" userId="423efa6d-ee54-4a96-bb69-a7d6dc1d7e38" providerId="ADAL" clId="{D052C86B-78C8-47A0-9991-B38A109BB257}" dt="2023-10-19T06:59:24.456" v="4091" actId="20577"/>
        <pc:sldMkLst>
          <pc:docMk/>
          <pc:sldMk cId="0" sldId="514"/>
        </pc:sldMkLst>
      </pc:sldChg>
      <pc:sldChg chg="modSp">
        <pc:chgData name="Nursakirah Ab Rahman Muton" userId="423efa6d-ee54-4a96-bb69-a7d6dc1d7e38" providerId="ADAL" clId="{D052C86B-78C8-47A0-9991-B38A109BB257}" dt="2023-10-02T08:28:03.389" v="165" actId="1076"/>
        <pc:sldMkLst>
          <pc:docMk/>
          <pc:sldMk cId="0" sldId="515"/>
        </pc:sldMkLst>
      </pc:sldChg>
      <pc:sldChg chg="addSp modSp mod modNotesTx">
        <pc:chgData name="Nursakirah Ab Rahman Muton" userId="423efa6d-ee54-4a96-bb69-a7d6dc1d7e38" providerId="ADAL" clId="{D052C86B-78C8-47A0-9991-B38A109BB257}" dt="2023-10-19T07:18:29.501" v="4113"/>
        <pc:sldMkLst>
          <pc:docMk/>
          <pc:sldMk cId="0" sldId="516"/>
        </pc:sldMkLst>
      </pc:sldChg>
      <pc:sldChg chg="addSp delSp modSp mod modNotesTx">
        <pc:chgData name="Nursakirah Ab Rahman Muton" userId="423efa6d-ee54-4a96-bb69-a7d6dc1d7e38" providerId="ADAL" clId="{D052C86B-78C8-47A0-9991-B38A109BB257}" dt="2023-10-03T07:28:00.608" v="2076" actId="12"/>
        <pc:sldMkLst>
          <pc:docMk/>
          <pc:sldMk cId="0" sldId="517"/>
        </pc:sldMkLst>
      </pc:sldChg>
      <pc:sldChg chg="modSp mod">
        <pc:chgData name="Nursakirah Ab Rahman Muton" userId="423efa6d-ee54-4a96-bb69-a7d6dc1d7e38" providerId="ADAL" clId="{D052C86B-78C8-47A0-9991-B38A109BB257}" dt="2023-10-03T07:30:57.355" v="2116" actId="6549"/>
        <pc:sldMkLst>
          <pc:docMk/>
          <pc:sldMk cId="0" sldId="518"/>
        </pc:sldMkLst>
      </pc:sldChg>
      <pc:sldChg chg="modSp del">
        <pc:chgData name="Nursakirah Ab Rahman Muton" userId="423efa6d-ee54-4a96-bb69-a7d6dc1d7e38" providerId="ADAL" clId="{D052C86B-78C8-47A0-9991-B38A109BB257}" dt="2023-10-02T08:32:16.593" v="219" actId="47"/>
        <pc:sldMkLst>
          <pc:docMk/>
          <pc:sldMk cId="0" sldId="519"/>
        </pc:sldMkLst>
      </pc:sldChg>
      <pc:sldChg chg="modSp mod">
        <pc:chgData name="Nursakirah Ab Rahman Muton" userId="423efa6d-ee54-4a96-bb69-a7d6dc1d7e38" providerId="ADAL" clId="{D052C86B-78C8-47A0-9991-B38A109BB257}" dt="2023-10-03T07:40:49.838" v="2285" actId="33524"/>
        <pc:sldMkLst>
          <pc:docMk/>
          <pc:sldMk cId="0" sldId="520"/>
        </pc:sldMkLst>
      </pc:sldChg>
      <pc:sldChg chg="modSp mod">
        <pc:chgData name="Nursakirah Ab Rahman Muton" userId="423efa6d-ee54-4a96-bb69-a7d6dc1d7e38" providerId="ADAL" clId="{D052C86B-78C8-47A0-9991-B38A109BB257}" dt="2023-10-03T08:13:41.944" v="2864" actId="14100"/>
        <pc:sldMkLst>
          <pc:docMk/>
          <pc:sldMk cId="0" sldId="521"/>
        </pc:sldMkLst>
      </pc:sldChg>
      <pc:sldChg chg="modSp mod">
        <pc:chgData name="Nursakirah Ab Rahman Muton" userId="423efa6d-ee54-4a96-bb69-a7d6dc1d7e38" providerId="ADAL" clId="{D052C86B-78C8-47A0-9991-B38A109BB257}" dt="2023-10-03T08:21:36.025" v="2911" actId="14100"/>
        <pc:sldMkLst>
          <pc:docMk/>
          <pc:sldMk cId="0" sldId="522"/>
        </pc:sldMkLst>
      </pc:sldChg>
      <pc:sldChg chg="modSp mod modNotesTx">
        <pc:chgData name="Nursakirah Ab Rahman Muton" userId="423efa6d-ee54-4a96-bb69-a7d6dc1d7e38" providerId="ADAL" clId="{D052C86B-78C8-47A0-9991-B38A109BB257}" dt="2023-10-23T11:45:48.089" v="4362" actId="20577"/>
        <pc:sldMkLst>
          <pc:docMk/>
          <pc:sldMk cId="0" sldId="523"/>
        </pc:sldMkLst>
      </pc:sldChg>
      <pc:sldChg chg="addSp modSp mod modShow modNotesTx">
        <pc:chgData name="Nursakirah Ab Rahman Muton" userId="423efa6d-ee54-4a96-bb69-a7d6dc1d7e38" providerId="ADAL" clId="{D052C86B-78C8-47A0-9991-B38A109BB257}" dt="2023-10-23T12:12:09.031" v="4971" actId="115"/>
        <pc:sldMkLst>
          <pc:docMk/>
          <pc:sldMk cId="0" sldId="525"/>
        </pc:sldMkLst>
      </pc:sldChg>
      <pc:sldChg chg="modSp mod modShow modNotesTx">
        <pc:chgData name="Nursakirah Ab Rahman Muton" userId="423efa6d-ee54-4a96-bb69-a7d6dc1d7e38" providerId="ADAL" clId="{D052C86B-78C8-47A0-9991-B38A109BB257}" dt="2023-10-23T13:38:36.109" v="5115" actId="20577"/>
        <pc:sldMkLst>
          <pc:docMk/>
          <pc:sldMk cId="0" sldId="526"/>
        </pc:sldMkLst>
      </pc:sldChg>
      <pc:sldChg chg="modSp del">
        <pc:chgData name="Nursakirah Ab Rahman Muton" userId="423efa6d-ee54-4a96-bb69-a7d6dc1d7e38" providerId="ADAL" clId="{D052C86B-78C8-47A0-9991-B38A109BB257}" dt="2023-10-03T08:27:52.875" v="2944" actId="47"/>
        <pc:sldMkLst>
          <pc:docMk/>
          <pc:sldMk cId="0" sldId="527"/>
        </pc:sldMkLst>
      </pc:sldChg>
      <pc:sldChg chg="modSp">
        <pc:chgData name="Nursakirah Ab Rahman Muton" userId="423efa6d-ee54-4a96-bb69-a7d6dc1d7e38" providerId="ADAL" clId="{D052C86B-78C8-47A0-9991-B38A109BB257}" dt="2023-10-03T05:35:43.542" v="313" actId="207"/>
        <pc:sldMkLst>
          <pc:docMk/>
          <pc:sldMk cId="0" sldId="528"/>
        </pc:sldMkLst>
      </pc:sldChg>
      <pc:sldChg chg="modSp del">
        <pc:chgData name="Nursakirah Ab Rahman Muton" userId="423efa6d-ee54-4a96-bb69-a7d6dc1d7e38" providerId="ADAL" clId="{D052C86B-78C8-47A0-9991-B38A109BB257}" dt="2023-10-02T08:29:29.970" v="170" actId="47"/>
        <pc:sldMkLst>
          <pc:docMk/>
          <pc:sldMk cId="0" sldId="529"/>
        </pc:sldMkLst>
      </pc:sldChg>
      <pc:sldChg chg="modSp del mod">
        <pc:chgData name="Nursakirah Ab Rahman Muton" userId="423efa6d-ee54-4a96-bb69-a7d6dc1d7e38" providerId="ADAL" clId="{D052C86B-78C8-47A0-9991-B38A109BB257}" dt="2023-10-02T08:26:10.612" v="129" actId="47"/>
        <pc:sldMkLst>
          <pc:docMk/>
          <pc:sldMk cId="0" sldId="530"/>
        </pc:sldMkLst>
      </pc:sldChg>
      <pc:sldChg chg="setBg">
        <pc:chgData name="Nursakirah Ab Rahman Muton" userId="423efa6d-ee54-4a96-bb69-a7d6dc1d7e38" providerId="ADAL" clId="{D052C86B-78C8-47A0-9991-B38A109BB257}" dt="2023-10-02T08:19:36.733" v="63"/>
        <pc:sldMkLst>
          <pc:docMk/>
          <pc:sldMk cId="0" sldId="548"/>
        </pc:sldMkLst>
      </pc:sldChg>
      <pc:sldChg chg="setBg">
        <pc:chgData name="Nursakirah Ab Rahman Muton" userId="423efa6d-ee54-4a96-bb69-a7d6dc1d7e38" providerId="ADAL" clId="{D052C86B-78C8-47A0-9991-B38A109BB257}" dt="2023-10-02T08:19:54.230" v="64"/>
        <pc:sldMkLst>
          <pc:docMk/>
          <pc:sldMk cId="0" sldId="549"/>
        </pc:sldMkLst>
      </pc:sldChg>
      <pc:sldChg chg="setBg">
        <pc:chgData name="Nursakirah Ab Rahman Muton" userId="423efa6d-ee54-4a96-bb69-a7d6dc1d7e38" providerId="ADAL" clId="{D052C86B-78C8-47A0-9991-B38A109BB257}" dt="2023-10-02T08:20:03.387" v="65"/>
        <pc:sldMkLst>
          <pc:docMk/>
          <pc:sldMk cId="0" sldId="550"/>
        </pc:sldMkLst>
      </pc:sldChg>
      <pc:sldChg chg="del">
        <pc:chgData name="Nursakirah Ab Rahman Muton" userId="423efa6d-ee54-4a96-bb69-a7d6dc1d7e38" providerId="ADAL" clId="{D052C86B-78C8-47A0-9991-B38A109BB257}" dt="2023-10-03T08:28:02.329" v="2945" actId="47"/>
        <pc:sldMkLst>
          <pc:docMk/>
          <pc:sldMk cId="0" sldId="551"/>
        </pc:sldMkLst>
      </pc:sldChg>
      <pc:sldChg chg="modSp del">
        <pc:chgData name="Nursakirah Ab Rahman Muton" userId="423efa6d-ee54-4a96-bb69-a7d6dc1d7e38" providerId="ADAL" clId="{D052C86B-78C8-47A0-9991-B38A109BB257}" dt="2023-10-02T08:32:11.651" v="218" actId="47"/>
        <pc:sldMkLst>
          <pc:docMk/>
          <pc:sldMk cId="0" sldId="552"/>
        </pc:sldMkLst>
      </pc:sldChg>
      <pc:sldChg chg="addSp delSp modSp mod modAnim modShow">
        <pc:chgData name="Nursakirah Ab Rahman Muton" userId="423efa6d-ee54-4a96-bb69-a7d6dc1d7e38" providerId="ADAL" clId="{D052C86B-78C8-47A0-9991-B38A109BB257}" dt="2023-10-19T07:51:03.227" v="4140" actId="403"/>
        <pc:sldMkLst>
          <pc:docMk/>
          <pc:sldMk cId="0" sldId="553"/>
        </pc:sldMkLst>
      </pc:sldChg>
      <pc:sldChg chg="modSp mod">
        <pc:chgData name="Nursakirah Ab Rahman Muton" userId="423efa6d-ee54-4a96-bb69-a7d6dc1d7e38" providerId="ADAL" clId="{D052C86B-78C8-47A0-9991-B38A109BB257}" dt="2023-10-02T08:18:38.925" v="57" actId="14100"/>
        <pc:sldMkLst>
          <pc:docMk/>
          <pc:sldMk cId="0" sldId="554"/>
        </pc:sldMkLst>
      </pc:sldChg>
      <pc:sldChg chg="addSp delSp modSp add mod setBg">
        <pc:chgData name="Nursakirah Ab Rahman Muton" userId="423efa6d-ee54-4a96-bb69-a7d6dc1d7e38" providerId="ADAL" clId="{D052C86B-78C8-47A0-9991-B38A109BB257}" dt="2023-10-03T06:20:23.817" v="1412" actId="1076"/>
        <pc:sldMkLst>
          <pc:docMk/>
          <pc:sldMk cId="0" sldId="555"/>
        </pc:sldMkLst>
      </pc:sldChg>
      <pc:sldChg chg="addSp delSp modSp new mod modClrScheme chgLayout">
        <pc:chgData name="Nursakirah Ab Rahman Muton" userId="423efa6d-ee54-4a96-bb69-a7d6dc1d7e38" providerId="ADAL" clId="{D052C86B-78C8-47A0-9991-B38A109BB257}" dt="2023-10-03T07:31:37.492" v="2135" actId="20577"/>
        <pc:sldMkLst>
          <pc:docMk/>
          <pc:sldMk cId="619583496" sldId="556"/>
        </pc:sldMkLst>
      </pc:sldChg>
      <pc:sldChg chg="addSp delSp modSp new mod setBg modClrScheme chgLayout">
        <pc:chgData name="Nursakirah Ab Rahman Muton" userId="423efa6d-ee54-4a96-bb69-a7d6dc1d7e38" providerId="ADAL" clId="{D052C86B-78C8-47A0-9991-B38A109BB257}" dt="2023-10-03T07:46:12.699" v="2304" actId="1076"/>
        <pc:sldMkLst>
          <pc:docMk/>
          <pc:sldMk cId="2930326544" sldId="557"/>
        </pc:sldMkLst>
      </pc:sldChg>
      <pc:sldChg chg="addSp modSp new mod setBg">
        <pc:chgData name="Nursakirah Ab Rahman Muton" userId="423efa6d-ee54-4a96-bb69-a7d6dc1d7e38" providerId="ADAL" clId="{D052C86B-78C8-47A0-9991-B38A109BB257}" dt="2023-10-03T08:00:42.363" v="2351" actId="207"/>
        <pc:sldMkLst>
          <pc:docMk/>
          <pc:sldMk cId="2323414541" sldId="558"/>
        </pc:sldMkLst>
      </pc:sldChg>
      <pc:sldChg chg="addSp delSp modSp new mod">
        <pc:chgData name="Nursakirah Ab Rahman Muton" userId="423efa6d-ee54-4a96-bb69-a7d6dc1d7e38" providerId="ADAL" clId="{D052C86B-78C8-47A0-9991-B38A109BB257}" dt="2023-10-03T08:12:56.135" v="2854" actId="20577"/>
        <pc:sldMkLst>
          <pc:docMk/>
          <pc:sldMk cId="37576111" sldId="559"/>
        </pc:sldMkLst>
      </pc:sldChg>
      <pc:sldChg chg="addSp delSp modSp new mod setBg modClrScheme chgLayout">
        <pc:chgData name="Nursakirah Ab Rahman Muton" userId="423efa6d-ee54-4a96-bb69-a7d6dc1d7e38" providerId="ADAL" clId="{D052C86B-78C8-47A0-9991-B38A109BB257}" dt="2023-10-03T08:16:28.020" v="2885" actId="26606"/>
        <pc:sldMkLst>
          <pc:docMk/>
          <pc:sldMk cId="2857486162" sldId="560"/>
        </pc:sldMkLst>
      </pc:sldChg>
      <pc:sldChg chg="delSp add setBg delDesignElem">
        <pc:chgData name="Nursakirah Ab Rahman Muton" userId="423efa6d-ee54-4a96-bb69-a7d6dc1d7e38" providerId="ADAL" clId="{D052C86B-78C8-47A0-9991-B38A109BB257}" dt="2023-10-03T08:16:49.750" v="2887"/>
        <pc:sldMkLst>
          <pc:docMk/>
          <pc:sldMk cId="3314084658" sldId="561"/>
        </pc:sldMkLst>
      </pc:sldChg>
      <pc:sldChg chg="add modAnim">
        <pc:chgData name="Nursakirah Ab Rahman Muton" userId="423efa6d-ee54-4a96-bb69-a7d6dc1d7e38" providerId="ADAL" clId="{D052C86B-78C8-47A0-9991-B38A109BB257}" dt="2023-10-17T09:13:15.161" v="2959"/>
        <pc:sldMkLst>
          <pc:docMk/>
          <pc:sldMk cId="746338025" sldId="562"/>
        </pc:sldMkLst>
      </pc:sldChg>
      <pc:sldChg chg="add modAnim">
        <pc:chgData name="Nursakirah Ab Rahman Muton" userId="423efa6d-ee54-4a96-bb69-a7d6dc1d7e38" providerId="ADAL" clId="{D052C86B-78C8-47A0-9991-B38A109BB257}" dt="2023-10-17T09:14:31.295" v="2963"/>
        <pc:sldMkLst>
          <pc:docMk/>
          <pc:sldMk cId="2839055390" sldId="563"/>
        </pc:sldMkLst>
      </pc:sldChg>
      <pc:sldChg chg="add modAnim">
        <pc:chgData name="Nursakirah Ab Rahman Muton" userId="423efa6d-ee54-4a96-bb69-a7d6dc1d7e38" providerId="ADAL" clId="{D052C86B-78C8-47A0-9991-B38A109BB257}" dt="2023-10-17T09:15:08.873" v="2968"/>
        <pc:sldMkLst>
          <pc:docMk/>
          <pc:sldMk cId="2073480606" sldId="564"/>
        </pc:sldMkLst>
      </pc:sldChg>
      <pc:sldChg chg="addSp delSp modSp new mod">
        <pc:chgData name="Nursakirah Ab Rahman Muton" userId="423efa6d-ee54-4a96-bb69-a7d6dc1d7e38" providerId="ADAL" clId="{D052C86B-78C8-47A0-9991-B38A109BB257}" dt="2023-10-17T09:29:11.951" v="3251" actId="12100"/>
        <pc:sldMkLst>
          <pc:docMk/>
          <pc:sldMk cId="2220279637" sldId="565"/>
        </pc:sldMkLst>
      </pc:sldChg>
      <pc:sldChg chg="addSp delSp modSp new mod modClrScheme chgLayout">
        <pc:chgData name="Nursakirah Ab Rahman Muton" userId="423efa6d-ee54-4a96-bb69-a7d6dc1d7e38" providerId="ADAL" clId="{D052C86B-78C8-47A0-9991-B38A109BB257}" dt="2023-10-23T11:49:04.643" v="4369" actId="20577"/>
        <pc:sldMkLst>
          <pc:docMk/>
          <pc:sldMk cId="3440800773" sldId="566"/>
        </pc:sldMkLst>
      </pc:sldChg>
      <pc:sldChg chg="addSp delSp modSp new mod modClrScheme chgLayout">
        <pc:chgData name="Nursakirah Ab Rahman Muton" userId="423efa6d-ee54-4a96-bb69-a7d6dc1d7e38" providerId="ADAL" clId="{D052C86B-78C8-47A0-9991-B38A109BB257}" dt="2023-10-17T09:43:45.990" v="3551" actId="164"/>
        <pc:sldMkLst>
          <pc:docMk/>
          <pc:sldMk cId="3281483526" sldId="567"/>
        </pc:sldMkLst>
      </pc:sldChg>
      <pc:sldChg chg="addSp delSp modSp new mod modClrScheme chgLayout">
        <pc:chgData name="Nursakirah Ab Rahman Muton" userId="423efa6d-ee54-4a96-bb69-a7d6dc1d7e38" providerId="ADAL" clId="{D052C86B-78C8-47A0-9991-B38A109BB257}" dt="2023-10-23T12:02:52.687" v="4846" actId="404"/>
        <pc:sldMkLst>
          <pc:docMk/>
          <pc:sldMk cId="3315601614" sldId="568"/>
        </pc:sldMkLst>
      </pc:sldChg>
      <pc:sldChg chg="modSp new mod">
        <pc:chgData name="Nursakirah Ab Rahman Muton" userId="423efa6d-ee54-4a96-bb69-a7d6dc1d7e38" providerId="ADAL" clId="{D052C86B-78C8-47A0-9991-B38A109BB257}" dt="2023-10-23T12:07:07.098" v="4863" actId="20577"/>
        <pc:sldMkLst>
          <pc:docMk/>
          <pc:sldMk cId="3490537450" sldId="569"/>
        </pc:sldMkLst>
      </pc:sldChg>
      <pc:sldChg chg="addSp delSp modSp new mod">
        <pc:chgData name="Nursakirah Ab Rahman Muton" userId="423efa6d-ee54-4a96-bb69-a7d6dc1d7e38" providerId="ADAL" clId="{D052C86B-78C8-47A0-9991-B38A109BB257}" dt="2023-10-23T12:05:39.829" v="4861" actId="20577"/>
        <pc:sldMkLst>
          <pc:docMk/>
          <pc:sldMk cId="955059812" sldId="570"/>
        </pc:sldMkLst>
      </pc:sldChg>
      <pc:sldChg chg="addSp new mod chgLayout">
        <pc:chgData name="Nursakirah Ab Rahman Muton" userId="423efa6d-ee54-4a96-bb69-a7d6dc1d7e38" providerId="ADAL" clId="{D052C86B-78C8-47A0-9991-B38A109BB257}" dt="2023-10-19T07:01:50.688" v="4094"/>
        <pc:sldMkLst>
          <pc:docMk/>
          <pc:sldMk cId="129563281" sldId="571"/>
        </pc:sldMkLst>
      </pc:sldChg>
      <pc:sldChg chg="addSp delSp modSp new mod modClrScheme modAnim chgLayout">
        <pc:chgData name="Nursakirah Ab Rahman Muton" userId="423efa6d-ee54-4a96-bb69-a7d6dc1d7e38" providerId="ADAL" clId="{D052C86B-78C8-47A0-9991-B38A109BB257}" dt="2023-10-19T07:22:58.295" v="4123" actId="1076"/>
        <pc:sldMkLst>
          <pc:docMk/>
          <pc:sldMk cId="4268154547" sldId="572"/>
        </pc:sldMkLst>
      </pc:sldChg>
      <pc:sldChg chg="addSp delSp modSp new mod ord modClrScheme chgLayout">
        <pc:chgData name="Nursakirah Ab Rahman Muton" userId="423efa6d-ee54-4a96-bb69-a7d6dc1d7e38" providerId="ADAL" clId="{D052C86B-78C8-47A0-9991-B38A109BB257}" dt="2023-10-23T12:00:52.175" v="4723" actId="20577"/>
        <pc:sldMkLst>
          <pc:docMk/>
          <pc:sldMk cId="3662664833" sldId="573"/>
        </pc:sldMkLst>
      </pc:sldChg>
      <pc:sldChg chg="modSp new mod">
        <pc:chgData name="Nursakirah Ab Rahman Muton" userId="423efa6d-ee54-4a96-bb69-a7d6dc1d7e38" providerId="ADAL" clId="{D052C86B-78C8-47A0-9991-B38A109BB257}" dt="2023-10-23T12:16:09.469" v="5067" actId="207"/>
        <pc:sldMkLst>
          <pc:docMk/>
          <pc:sldMk cId="567237563" sldId="574"/>
        </pc:sldMkLst>
      </pc:sldChg>
      <pc:sldChg chg="addSp delSp modSp new mod">
        <pc:chgData name="Nursakirah Ab Rahman Muton" userId="423efa6d-ee54-4a96-bb69-a7d6dc1d7e38" providerId="ADAL" clId="{D052C86B-78C8-47A0-9991-B38A109BB257}" dt="2023-10-23T12:17:25.730" v="5083" actId="14100"/>
        <pc:sldMkLst>
          <pc:docMk/>
          <pc:sldMk cId="2426407119" sldId="575"/>
        </pc:sldMkLst>
      </pc:sldChg>
      <pc:sldMasterChg chg="modSp mod setBg">
        <pc:chgData name="Nursakirah Ab Rahman Muton" userId="423efa6d-ee54-4a96-bb69-a7d6dc1d7e38" providerId="ADAL" clId="{D052C86B-78C8-47A0-9991-B38A109BB257}" dt="2023-10-03T07:10:46.199" v="1852" actId="208"/>
        <pc:sldMasterMkLst>
          <pc:docMk/>
          <pc:sldMasterMk cId="0" sldId="2147483937"/>
        </pc:sldMasterMkLst>
      </pc:sldMasterChg>
      <pc:sldMasterChg chg="modSldLayout">
        <pc:chgData name="Nursakirah Ab Rahman Muton" userId="423efa6d-ee54-4a96-bb69-a7d6dc1d7e38" providerId="ADAL" clId="{D052C86B-78C8-47A0-9991-B38A109BB257}" dt="2023-10-17T09:12:51.560" v="2957" actId="478"/>
        <pc:sldMasterMkLst>
          <pc:docMk/>
          <pc:sldMasterMk cId="1372423078" sldId="2147484216"/>
        </pc:sldMasterMkLst>
        <pc:sldLayoutChg chg="addSp">
          <pc:chgData name="Nursakirah Ab Rahman Muton" userId="423efa6d-ee54-4a96-bb69-a7d6dc1d7e38" providerId="ADAL" clId="{D052C86B-78C8-47A0-9991-B38A109BB257}" dt="2023-10-02T08:12:55.300" v="5"/>
          <pc:sldLayoutMkLst>
            <pc:docMk/>
            <pc:sldMasterMk cId="1372423078" sldId="2147484216"/>
            <pc:sldLayoutMk cId="3760681003" sldId="2147484217"/>
          </pc:sldLayoutMkLst>
        </pc:sldLayoutChg>
        <pc:sldLayoutChg chg="addSp delSp mod">
          <pc:chgData name="Nursakirah Ab Rahman Muton" userId="423efa6d-ee54-4a96-bb69-a7d6dc1d7e38" providerId="ADAL" clId="{D052C86B-78C8-47A0-9991-B38A109BB257}" dt="2023-10-17T09:12:51.560" v="2957" actId="478"/>
          <pc:sldLayoutMkLst>
            <pc:docMk/>
            <pc:sldMasterMk cId="1372423078" sldId="2147484216"/>
            <pc:sldLayoutMk cId="1507718937" sldId="2147484218"/>
          </pc:sldLayoutMkLst>
        </pc:sldLayoutChg>
        <pc:sldLayoutChg chg="addSp">
          <pc:chgData name="Nursakirah Ab Rahman Muton" userId="423efa6d-ee54-4a96-bb69-a7d6dc1d7e38" providerId="ADAL" clId="{D052C86B-78C8-47A0-9991-B38A109BB257}" dt="2023-10-02T08:12:55.300" v="5"/>
          <pc:sldLayoutMkLst>
            <pc:docMk/>
            <pc:sldMasterMk cId="1372423078" sldId="2147484216"/>
            <pc:sldLayoutMk cId="2530904691" sldId="2147484222"/>
          </pc:sldLayoutMkLst>
        </pc:sldLayoutChg>
        <pc:sldLayoutChg chg="addSp">
          <pc:chgData name="Nursakirah Ab Rahman Muton" userId="423efa6d-ee54-4a96-bb69-a7d6dc1d7e38" providerId="ADAL" clId="{D052C86B-78C8-47A0-9991-B38A109BB257}" dt="2023-10-02T08:12:55.300" v="5"/>
          <pc:sldLayoutMkLst>
            <pc:docMk/>
            <pc:sldMasterMk cId="1372423078" sldId="2147484216"/>
            <pc:sldLayoutMk cId="2937868269" sldId="2147484223"/>
          </pc:sldLayoutMkLst>
        </pc:sldLayoutChg>
      </pc:sldMasterChg>
    </pc:docChg>
  </pc:docChgLst>
  <pc:docChgLst>
    <pc:chgData name="Nursakirah Ab Rahman Muton" userId="f84698cea26ccaf4" providerId="LiveId" clId="{57813B15-B685-4296-BDCC-A695DCE639CE}"/>
    <pc:docChg chg="undo custSel addSld modSld">
      <pc:chgData name="Nursakirah Ab Rahman Muton" userId="f84698cea26ccaf4" providerId="LiveId" clId="{57813B15-B685-4296-BDCC-A695DCE639CE}" dt="2024-10-17T13:47:17.204" v="183" actId="1076"/>
      <pc:docMkLst>
        <pc:docMk/>
      </pc:docMkLst>
      <pc:sldChg chg="modSp mod">
        <pc:chgData name="Nursakirah Ab Rahman Muton" userId="f84698cea26ccaf4" providerId="LiveId" clId="{57813B15-B685-4296-BDCC-A695DCE639CE}" dt="2024-10-17T12:50:22.484" v="63" actId="6549"/>
        <pc:sldMkLst>
          <pc:docMk/>
          <pc:sldMk cId="0" sldId="409"/>
        </pc:sldMkLst>
      </pc:sldChg>
      <pc:sldChg chg="modNotesTx">
        <pc:chgData name="Nursakirah Ab Rahman Muton" userId="f84698cea26ccaf4" providerId="LiveId" clId="{57813B15-B685-4296-BDCC-A695DCE639CE}" dt="2024-10-17T12:58:04.609" v="76"/>
        <pc:sldMkLst>
          <pc:docMk/>
          <pc:sldMk cId="0" sldId="410"/>
        </pc:sldMkLst>
      </pc:sldChg>
      <pc:sldChg chg="modSp mod">
        <pc:chgData name="Nursakirah Ab Rahman Muton" userId="f84698cea26ccaf4" providerId="LiveId" clId="{57813B15-B685-4296-BDCC-A695DCE639CE}" dt="2024-10-08T15:09:26.755" v="0" actId="1076"/>
        <pc:sldMkLst>
          <pc:docMk/>
          <pc:sldMk cId="0" sldId="412"/>
        </pc:sldMkLst>
      </pc:sldChg>
      <pc:sldChg chg="addSp modSp mod modAnim modNotesTx">
        <pc:chgData name="Nursakirah Ab Rahman Muton" userId="f84698cea26ccaf4" providerId="LiveId" clId="{57813B15-B685-4296-BDCC-A695DCE639CE}" dt="2024-10-17T13:08:38.975" v="135"/>
        <pc:sldMkLst>
          <pc:docMk/>
          <pc:sldMk cId="0" sldId="413"/>
        </pc:sldMkLst>
      </pc:sldChg>
      <pc:sldChg chg="addSp delSp modSp mod">
        <pc:chgData name="Nursakirah Ab Rahman Muton" userId="f84698cea26ccaf4" providerId="LiveId" clId="{57813B15-B685-4296-BDCC-A695DCE639CE}" dt="2024-10-08T15:22:07.126" v="56" actId="12100"/>
        <pc:sldMkLst>
          <pc:docMk/>
          <pc:sldMk cId="0" sldId="420"/>
        </pc:sldMkLst>
      </pc:sldChg>
      <pc:sldChg chg="addSp modSp modAnim modNotesTx">
        <pc:chgData name="Nursakirah Ab Rahman Muton" userId="f84698cea26ccaf4" providerId="LiveId" clId="{57813B15-B685-4296-BDCC-A695DCE639CE}" dt="2024-10-17T12:53:01.775" v="75" actId="1076"/>
        <pc:sldMkLst>
          <pc:docMk/>
          <pc:sldMk cId="0" sldId="480"/>
        </pc:sldMkLst>
      </pc:sldChg>
      <pc:sldChg chg="addSp delSp modSp mod modNotesTx">
        <pc:chgData name="Nursakirah Ab Rahman Muton" userId="f84698cea26ccaf4" providerId="LiveId" clId="{57813B15-B685-4296-BDCC-A695DCE639CE}" dt="2024-10-17T12:59:02.411" v="89" actId="27636"/>
        <pc:sldMkLst>
          <pc:docMk/>
          <pc:sldMk cId="0" sldId="510"/>
        </pc:sldMkLst>
      </pc:sldChg>
      <pc:sldChg chg="modSp mod">
        <pc:chgData name="Nursakirah Ab Rahman Muton" userId="f84698cea26ccaf4" providerId="LiveId" clId="{57813B15-B685-4296-BDCC-A695DCE639CE}" dt="2024-10-17T13:40:30.930" v="175" actId="20577"/>
        <pc:sldMkLst>
          <pc:docMk/>
          <pc:sldMk cId="0" sldId="514"/>
        </pc:sldMkLst>
      </pc:sldChg>
      <pc:sldChg chg="modNotesTx">
        <pc:chgData name="Nursakirah Ab Rahman Muton" userId="f84698cea26ccaf4" providerId="LiveId" clId="{57813B15-B685-4296-BDCC-A695DCE639CE}" dt="2024-10-17T13:43:28.639" v="179" actId="12"/>
        <pc:sldMkLst>
          <pc:docMk/>
          <pc:sldMk cId="0" sldId="516"/>
        </pc:sldMkLst>
      </pc:sldChg>
      <pc:sldChg chg="modSp mod">
        <pc:chgData name="Nursakirah Ab Rahman Muton" userId="f84698cea26ccaf4" providerId="LiveId" clId="{57813B15-B685-4296-BDCC-A695DCE639CE}" dt="2024-10-17T13:47:17.204" v="183" actId="1076"/>
        <pc:sldMkLst>
          <pc:docMk/>
          <pc:sldMk cId="37576111" sldId="559"/>
        </pc:sldMkLst>
      </pc:sldChg>
      <pc:sldChg chg="addSp delSp modSp add mod modClrScheme chgLayout">
        <pc:chgData name="Nursakirah Ab Rahman Muton" userId="f84698cea26ccaf4" providerId="LiveId" clId="{57813B15-B685-4296-BDCC-A695DCE639CE}" dt="2024-10-17T13:02:56.295" v="125" actId="113"/>
        <pc:sldMkLst>
          <pc:docMk/>
          <pc:sldMk cId="1328263947" sldId="576"/>
        </pc:sldMkLst>
      </pc:sldChg>
      <pc:sldChg chg="addSp delSp modSp new mod modAnim">
        <pc:chgData name="Nursakirah Ab Rahman Muton" userId="f84698cea26ccaf4" providerId="LiveId" clId="{57813B15-B685-4296-BDCC-A695DCE639CE}" dt="2024-10-17T13:12:05.998" v="152" actId="1076"/>
        <pc:sldMkLst>
          <pc:docMk/>
          <pc:sldMk cId="2833715028" sldId="577"/>
        </pc:sldMkLst>
      </pc:sldChg>
      <pc:sldChg chg="addSp delSp modSp new mod modClrScheme modAnim chgLayout">
        <pc:chgData name="Nursakirah Ab Rahman Muton" userId="f84698cea26ccaf4" providerId="LiveId" clId="{57813B15-B685-4296-BDCC-A695DCE639CE}" dt="2024-10-17T13:16:24.253" v="166" actId="14100"/>
        <pc:sldMkLst>
          <pc:docMk/>
          <pc:sldMk cId="301541976" sldId="57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B06D21-AB8C-4CA6-BA73-C5E53E6A2563}" type="doc">
      <dgm:prSet loTypeId="urn:microsoft.com/office/officeart/2005/8/layout/hProcess9" loCatId="process" qsTypeId="urn:microsoft.com/office/officeart/2005/8/quickstyle/simple1" qsCatId="simple" csTypeId="urn:microsoft.com/office/officeart/2005/8/colors/colorful1" csCatId="colorful" phldr="1"/>
      <dgm:spPr/>
      <dgm:t>
        <a:bodyPr/>
        <a:lstStyle/>
        <a:p>
          <a:endParaRPr lang="en-MY"/>
        </a:p>
      </dgm:t>
    </dgm:pt>
    <dgm:pt modelId="{C95E313D-87A6-49FC-8B17-7E50CD507D49}">
      <dgm:prSet/>
      <dgm:spPr/>
      <dgm:t>
        <a:bodyPr/>
        <a:lstStyle/>
        <a:p>
          <a:r>
            <a:rPr kumimoji="1" lang="en-MY" dirty="0">
              <a:solidFill>
                <a:sysClr val="windowText" lastClr="000000"/>
              </a:solidFill>
            </a:rPr>
            <a:t>1</a:t>
          </a:r>
          <a:r>
            <a:rPr kumimoji="1" lang="en-MY" baseline="30000" dirty="0">
              <a:solidFill>
                <a:sysClr val="windowText" lastClr="000000"/>
              </a:solidFill>
            </a:rPr>
            <a:t>st </a:t>
          </a:r>
          <a:r>
            <a:rPr kumimoji="1" lang="en-MY" dirty="0">
              <a:solidFill>
                <a:sysClr val="windowText" lastClr="000000"/>
              </a:solidFill>
            </a:rPr>
            <a:t>Generation Vacuum Tube </a:t>
          </a:r>
          <a:endParaRPr lang="en-MY" dirty="0">
            <a:solidFill>
              <a:sysClr val="windowText" lastClr="000000"/>
            </a:solidFill>
          </a:endParaRPr>
        </a:p>
      </dgm:t>
    </dgm:pt>
    <dgm:pt modelId="{170554F7-200B-4427-A1C0-FAF64DF1CC59}" type="parTrans" cxnId="{1045B017-AC35-470E-AC23-D73D30ED19A8}">
      <dgm:prSet/>
      <dgm:spPr/>
      <dgm:t>
        <a:bodyPr/>
        <a:lstStyle/>
        <a:p>
          <a:endParaRPr lang="en-MY"/>
        </a:p>
      </dgm:t>
    </dgm:pt>
    <dgm:pt modelId="{6FE19E5C-4723-467B-B309-FB6D77486568}" type="sibTrans" cxnId="{1045B017-AC35-470E-AC23-D73D30ED19A8}">
      <dgm:prSet/>
      <dgm:spPr/>
      <dgm:t>
        <a:bodyPr/>
        <a:lstStyle/>
        <a:p>
          <a:endParaRPr lang="en-MY"/>
        </a:p>
      </dgm:t>
    </dgm:pt>
    <dgm:pt modelId="{0867FB34-9831-4510-95A4-A94AB36E0E24}">
      <dgm:prSet/>
      <dgm:spPr/>
      <dgm:t>
        <a:bodyPr/>
        <a:lstStyle/>
        <a:p>
          <a:r>
            <a:rPr kumimoji="1" lang="en-MY" dirty="0">
              <a:solidFill>
                <a:sysClr val="windowText" lastClr="000000"/>
              </a:solidFill>
            </a:rPr>
            <a:t>2</a:t>
          </a:r>
          <a:r>
            <a:rPr kumimoji="1" lang="en-MY" baseline="30000" dirty="0">
              <a:solidFill>
                <a:sysClr val="windowText" lastClr="000000"/>
              </a:solidFill>
            </a:rPr>
            <a:t>nd</a:t>
          </a:r>
          <a:r>
            <a:rPr kumimoji="1" lang="en-MY" dirty="0">
              <a:solidFill>
                <a:sysClr val="windowText" lastClr="000000"/>
              </a:solidFill>
            </a:rPr>
            <a:t>Generation Transistors</a:t>
          </a:r>
          <a:endParaRPr lang="en-MY" dirty="0">
            <a:solidFill>
              <a:sysClr val="windowText" lastClr="000000"/>
            </a:solidFill>
          </a:endParaRPr>
        </a:p>
      </dgm:t>
    </dgm:pt>
    <dgm:pt modelId="{3C856CFA-C29E-4932-B4A7-5F2DE75C7A17}" type="parTrans" cxnId="{4564520B-B5F3-43FE-8749-3101EB9EA9B9}">
      <dgm:prSet/>
      <dgm:spPr/>
      <dgm:t>
        <a:bodyPr/>
        <a:lstStyle/>
        <a:p>
          <a:endParaRPr lang="en-MY"/>
        </a:p>
      </dgm:t>
    </dgm:pt>
    <dgm:pt modelId="{00B2132A-103B-4F89-9F99-44D638B8D457}" type="sibTrans" cxnId="{4564520B-B5F3-43FE-8749-3101EB9EA9B9}">
      <dgm:prSet/>
      <dgm:spPr/>
      <dgm:t>
        <a:bodyPr/>
        <a:lstStyle/>
        <a:p>
          <a:endParaRPr lang="en-MY"/>
        </a:p>
      </dgm:t>
    </dgm:pt>
    <dgm:pt modelId="{5D0B0F93-869B-4D1B-8ECD-218355B25E6D}">
      <dgm:prSet/>
      <dgm:spPr/>
      <dgm:t>
        <a:bodyPr/>
        <a:lstStyle/>
        <a:p>
          <a:r>
            <a:rPr kumimoji="1" lang="en-MY" dirty="0">
              <a:solidFill>
                <a:sysClr val="windowText" lastClr="000000"/>
              </a:solidFill>
            </a:rPr>
            <a:t>3</a:t>
          </a:r>
          <a:r>
            <a:rPr kumimoji="1" lang="en-MY" baseline="30000" dirty="0">
              <a:solidFill>
                <a:sysClr val="windowText" lastClr="000000"/>
              </a:solidFill>
            </a:rPr>
            <a:t>rd</a:t>
          </a:r>
          <a:r>
            <a:rPr kumimoji="1" lang="en-MY" dirty="0">
              <a:solidFill>
                <a:sysClr val="windowText" lastClr="000000"/>
              </a:solidFill>
            </a:rPr>
            <a:t> Generation Integrated Circuits</a:t>
          </a:r>
          <a:endParaRPr lang="en-MY" dirty="0">
            <a:solidFill>
              <a:sysClr val="windowText" lastClr="000000"/>
            </a:solidFill>
          </a:endParaRPr>
        </a:p>
      </dgm:t>
    </dgm:pt>
    <dgm:pt modelId="{8FE1C868-FB0C-4B86-870E-FAD14055EA99}" type="parTrans" cxnId="{AF267462-6E50-4661-82A3-F01202D62BB4}">
      <dgm:prSet/>
      <dgm:spPr/>
      <dgm:t>
        <a:bodyPr/>
        <a:lstStyle/>
        <a:p>
          <a:endParaRPr lang="en-MY"/>
        </a:p>
      </dgm:t>
    </dgm:pt>
    <dgm:pt modelId="{A632E1D2-00FB-4B2B-AE46-6BD21CD2800D}" type="sibTrans" cxnId="{AF267462-6E50-4661-82A3-F01202D62BB4}">
      <dgm:prSet/>
      <dgm:spPr/>
      <dgm:t>
        <a:bodyPr/>
        <a:lstStyle/>
        <a:p>
          <a:endParaRPr lang="en-MY"/>
        </a:p>
      </dgm:t>
    </dgm:pt>
    <dgm:pt modelId="{ADF092C5-A3B8-4308-AA69-A25A3A4CB8E9}">
      <dgm:prSet/>
      <dgm:spPr/>
      <dgm:t>
        <a:bodyPr/>
        <a:lstStyle/>
        <a:p>
          <a:r>
            <a:rPr kumimoji="1" lang="en-MY" dirty="0">
              <a:solidFill>
                <a:sysClr val="windowText" lastClr="000000"/>
              </a:solidFill>
            </a:rPr>
            <a:t>Later Generation Semi-conductor</a:t>
          </a:r>
          <a:endParaRPr lang="en-MY" dirty="0">
            <a:solidFill>
              <a:sysClr val="windowText" lastClr="000000"/>
            </a:solidFill>
          </a:endParaRPr>
        </a:p>
      </dgm:t>
    </dgm:pt>
    <dgm:pt modelId="{BCC40335-DDC0-4A14-B536-E1120A891CCE}" type="parTrans" cxnId="{12D4AF3C-AD5A-4EE1-A588-ECF74308C9B4}">
      <dgm:prSet/>
      <dgm:spPr/>
      <dgm:t>
        <a:bodyPr/>
        <a:lstStyle/>
        <a:p>
          <a:endParaRPr lang="en-MY"/>
        </a:p>
      </dgm:t>
    </dgm:pt>
    <dgm:pt modelId="{C13217EB-6BBB-4A31-9F01-2E05A53DD0C1}" type="sibTrans" cxnId="{12D4AF3C-AD5A-4EE1-A588-ECF74308C9B4}">
      <dgm:prSet/>
      <dgm:spPr/>
      <dgm:t>
        <a:bodyPr/>
        <a:lstStyle/>
        <a:p>
          <a:endParaRPr lang="en-MY"/>
        </a:p>
      </dgm:t>
    </dgm:pt>
    <dgm:pt modelId="{1A27C5A7-341E-4369-912F-B2A6FAFFEB1F}">
      <dgm:prSet/>
      <dgm:spPr/>
      <dgm:t>
        <a:bodyPr/>
        <a:lstStyle/>
        <a:p>
          <a:r>
            <a:rPr kumimoji="1" lang="en-MY" dirty="0">
              <a:solidFill>
                <a:sysClr val="windowText" lastClr="000000"/>
              </a:solidFill>
            </a:rPr>
            <a:t>Microprocessor  </a:t>
          </a:r>
          <a:endParaRPr lang="en-MY" dirty="0">
            <a:solidFill>
              <a:sysClr val="windowText" lastClr="000000"/>
            </a:solidFill>
          </a:endParaRPr>
        </a:p>
      </dgm:t>
    </dgm:pt>
    <dgm:pt modelId="{65781541-92B8-4581-85FE-9846C26CACFE}" type="parTrans" cxnId="{354A6122-2D70-4F24-99F5-7EFDAF62AD73}">
      <dgm:prSet/>
      <dgm:spPr/>
      <dgm:t>
        <a:bodyPr/>
        <a:lstStyle/>
        <a:p>
          <a:endParaRPr lang="en-MY"/>
        </a:p>
      </dgm:t>
    </dgm:pt>
    <dgm:pt modelId="{617E6479-C80B-4D0F-B2BE-5FE07E03CBAB}" type="sibTrans" cxnId="{354A6122-2D70-4F24-99F5-7EFDAF62AD73}">
      <dgm:prSet/>
      <dgm:spPr/>
      <dgm:t>
        <a:bodyPr/>
        <a:lstStyle/>
        <a:p>
          <a:endParaRPr lang="en-MY"/>
        </a:p>
      </dgm:t>
    </dgm:pt>
    <dgm:pt modelId="{44C502A5-6ABE-49DC-A19E-D9A3CF269E4B}" type="pres">
      <dgm:prSet presAssocID="{65B06D21-AB8C-4CA6-BA73-C5E53E6A2563}" presName="CompostProcess" presStyleCnt="0">
        <dgm:presLayoutVars>
          <dgm:dir/>
          <dgm:resizeHandles val="exact"/>
        </dgm:presLayoutVars>
      </dgm:prSet>
      <dgm:spPr/>
    </dgm:pt>
    <dgm:pt modelId="{A1CA7BCB-DCA7-439E-8B94-E4BC3D363969}" type="pres">
      <dgm:prSet presAssocID="{65B06D21-AB8C-4CA6-BA73-C5E53E6A2563}" presName="arrow" presStyleLbl="bgShp" presStyleIdx="0" presStyleCnt="1"/>
      <dgm:spPr/>
    </dgm:pt>
    <dgm:pt modelId="{27FB7715-9FF8-4B1C-93A1-07733402F5FA}" type="pres">
      <dgm:prSet presAssocID="{65B06D21-AB8C-4CA6-BA73-C5E53E6A2563}" presName="linearProcess" presStyleCnt="0"/>
      <dgm:spPr/>
    </dgm:pt>
    <dgm:pt modelId="{D0D4FD3B-9729-4F1F-9512-0BA414EC99FF}" type="pres">
      <dgm:prSet presAssocID="{C95E313D-87A6-49FC-8B17-7E50CD507D49}" presName="textNode" presStyleLbl="node1" presStyleIdx="0" presStyleCnt="5">
        <dgm:presLayoutVars>
          <dgm:bulletEnabled val="1"/>
        </dgm:presLayoutVars>
      </dgm:prSet>
      <dgm:spPr/>
    </dgm:pt>
    <dgm:pt modelId="{D46FAA31-5C9B-4E6E-9DB4-7CB983E27E9E}" type="pres">
      <dgm:prSet presAssocID="{6FE19E5C-4723-467B-B309-FB6D77486568}" presName="sibTrans" presStyleCnt="0"/>
      <dgm:spPr/>
    </dgm:pt>
    <dgm:pt modelId="{A469670C-1830-4023-81CC-7D30A2F1CE20}" type="pres">
      <dgm:prSet presAssocID="{0867FB34-9831-4510-95A4-A94AB36E0E24}" presName="textNode" presStyleLbl="node1" presStyleIdx="1" presStyleCnt="5">
        <dgm:presLayoutVars>
          <dgm:bulletEnabled val="1"/>
        </dgm:presLayoutVars>
      </dgm:prSet>
      <dgm:spPr/>
    </dgm:pt>
    <dgm:pt modelId="{835C9509-22B0-43F2-9180-2B31958E3F8D}" type="pres">
      <dgm:prSet presAssocID="{00B2132A-103B-4F89-9F99-44D638B8D457}" presName="sibTrans" presStyleCnt="0"/>
      <dgm:spPr/>
    </dgm:pt>
    <dgm:pt modelId="{7FB26F6D-BE6E-4372-9991-57F8F33526A7}" type="pres">
      <dgm:prSet presAssocID="{5D0B0F93-869B-4D1B-8ECD-218355B25E6D}" presName="textNode" presStyleLbl="node1" presStyleIdx="2" presStyleCnt="5">
        <dgm:presLayoutVars>
          <dgm:bulletEnabled val="1"/>
        </dgm:presLayoutVars>
      </dgm:prSet>
      <dgm:spPr/>
    </dgm:pt>
    <dgm:pt modelId="{0E439ACF-1C94-4518-B192-0E75A3EAF820}" type="pres">
      <dgm:prSet presAssocID="{A632E1D2-00FB-4B2B-AE46-6BD21CD2800D}" presName="sibTrans" presStyleCnt="0"/>
      <dgm:spPr/>
    </dgm:pt>
    <dgm:pt modelId="{09C6318D-662E-4F33-B348-DC5A6E1FB516}" type="pres">
      <dgm:prSet presAssocID="{ADF092C5-A3B8-4308-AA69-A25A3A4CB8E9}" presName="textNode" presStyleLbl="node1" presStyleIdx="3" presStyleCnt="5">
        <dgm:presLayoutVars>
          <dgm:bulletEnabled val="1"/>
        </dgm:presLayoutVars>
      </dgm:prSet>
      <dgm:spPr/>
    </dgm:pt>
    <dgm:pt modelId="{B7674453-2FFA-4A8A-BF1E-B1D591FAA373}" type="pres">
      <dgm:prSet presAssocID="{C13217EB-6BBB-4A31-9F01-2E05A53DD0C1}" presName="sibTrans" presStyleCnt="0"/>
      <dgm:spPr/>
    </dgm:pt>
    <dgm:pt modelId="{45F7F662-0E89-4502-9EFB-1A745FD2F01E}" type="pres">
      <dgm:prSet presAssocID="{1A27C5A7-341E-4369-912F-B2A6FAFFEB1F}" presName="textNode" presStyleLbl="node1" presStyleIdx="4" presStyleCnt="5">
        <dgm:presLayoutVars>
          <dgm:bulletEnabled val="1"/>
        </dgm:presLayoutVars>
      </dgm:prSet>
      <dgm:spPr/>
    </dgm:pt>
  </dgm:ptLst>
  <dgm:cxnLst>
    <dgm:cxn modelId="{4564520B-B5F3-43FE-8749-3101EB9EA9B9}" srcId="{65B06D21-AB8C-4CA6-BA73-C5E53E6A2563}" destId="{0867FB34-9831-4510-95A4-A94AB36E0E24}" srcOrd="1" destOrd="0" parTransId="{3C856CFA-C29E-4932-B4A7-5F2DE75C7A17}" sibTransId="{00B2132A-103B-4F89-9F99-44D638B8D457}"/>
    <dgm:cxn modelId="{1045B017-AC35-470E-AC23-D73D30ED19A8}" srcId="{65B06D21-AB8C-4CA6-BA73-C5E53E6A2563}" destId="{C95E313D-87A6-49FC-8B17-7E50CD507D49}" srcOrd="0" destOrd="0" parTransId="{170554F7-200B-4427-A1C0-FAF64DF1CC59}" sibTransId="{6FE19E5C-4723-467B-B309-FB6D77486568}"/>
    <dgm:cxn modelId="{354A6122-2D70-4F24-99F5-7EFDAF62AD73}" srcId="{65B06D21-AB8C-4CA6-BA73-C5E53E6A2563}" destId="{1A27C5A7-341E-4369-912F-B2A6FAFFEB1F}" srcOrd="4" destOrd="0" parTransId="{65781541-92B8-4581-85FE-9846C26CACFE}" sibTransId="{617E6479-C80B-4D0F-B2BE-5FE07E03CBAB}"/>
    <dgm:cxn modelId="{2AB36B2F-2192-4664-938A-43E7949ECDEA}" type="presOf" srcId="{ADF092C5-A3B8-4308-AA69-A25A3A4CB8E9}" destId="{09C6318D-662E-4F33-B348-DC5A6E1FB516}" srcOrd="0" destOrd="0" presId="urn:microsoft.com/office/officeart/2005/8/layout/hProcess9"/>
    <dgm:cxn modelId="{7284093C-978A-4B6D-9BF7-81FF88D98C1A}" type="presOf" srcId="{5D0B0F93-869B-4D1B-8ECD-218355B25E6D}" destId="{7FB26F6D-BE6E-4372-9991-57F8F33526A7}" srcOrd="0" destOrd="0" presId="urn:microsoft.com/office/officeart/2005/8/layout/hProcess9"/>
    <dgm:cxn modelId="{12D4AF3C-AD5A-4EE1-A588-ECF74308C9B4}" srcId="{65B06D21-AB8C-4CA6-BA73-C5E53E6A2563}" destId="{ADF092C5-A3B8-4308-AA69-A25A3A4CB8E9}" srcOrd="3" destOrd="0" parTransId="{BCC40335-DDC0-4A14-B536-E1120A891CCE}" sibTransId="{C13217EB-6BBB-4A31-9F01-2E05A53DD0C1}"/>
    <dgm:cxn modelId="{AF267462-6E50-4661-82A3-F01202D62BB4}" srcId="{65B06D21-AB8C-4CA6-BA73-C5E53E6A2563}" destId="{5D0B0F93-869B-4D1B-8ECD-218355B25E6D}" srcOrd="2" destOrd="0" parTransId="{8FE1C868-FB0C-4B86-870E-FAD14055EA99}" sibTransId="{A632E1D2-00FB-4B2B-AE46-6BD21CD2800D}"/>
    <dgm:cxn modelId="{C1EED251-81BD-4D6A-8575-054469A0F85D}" type="presOf" srcId="{65B06D21-AB8C-4CA6-BA73-C5E53E6A2563}" destId="{44C502A5-6ABE-49DC-A19E-D9A3CF269E4B}" srcOrd="0" destOrd="0" presId="urn:microsoft.com/office/officeart/2005/8/layout/hProcess9"/>
    <dgm:cxn modelId="{0CB521B7-54DC-4F2C-8B13-9DFD7E663FC3}" type="presOf" srcId="{0867FB34-9831-4510-95A4-A94AB36E0E24}" destId="{A469670C-1830-4023-81CC-7D30A2F1CE20}" srcOrd="0" destOrd="0" presId="urn:microsoft.com/office/officeart/2005/8/layout/hProcess9"/>
    <dgm:cxn modelId="{FF8EF9BC-B9BA-465F-83EE-3B67B7D90C63}" type="presOf" srcId="{C95E313D-87A6-49FC-8B17-7E50CD507D49}" destId="{D0D4FD3B-9729-4F1F-9512-0BA414EC99FF}" srcOrd="0" destOrd="0" presId="urn:microsoft.com/office/officeart/2005/8/layout/hProcess9"/>
    <dgm:cxn modelId="{09C141E2-5315-4143-920C-BFE3B58E23C5}" type="presOf" srcId="{1A27C5A7-341E-4369-912F-B2A6FAFFEB1F}" destId="{45F7F662-0E89-4502-9EFB-1A745FD2F01E}" srcOrd="0" destOrd="0" presId="urn:microsoft.com/office/officeart/2005/8/layout/hProcess9"/>
    <dgm:cxn modelId="{1EEB0A97-CB5B-4C0B-AF05-5399E1BE647C}" type="presParOf" srcId="{44C502A5-6ABE-49DC-A19E-D9A3CF269E4B}" destId="{A1CA7BCB-DCA7-439E-8B94-E4BC3D363969}" srcOrd="0" destOrd="0" presId="urn:microsoft.com/office/officeart/2005/8/layout/hProcess9"/>
    <dgm:cxn modelId="{646A5D52-931E-442F-B5E5-EC85DAFC6568}" type="presParOf" srcId="{44C502A5-6ABE-49DC-A19E-D9A3CF269E4B}" destId="{27FB7715-9FF8-4B1C-93A1-07733402F5FA}" srcOrd="1" destOrd="0" presId="urn:microsoft.com/office/officeart/2005/8/layout/hProcess9"/>
    <dgm:cxn modelId="{E3DFDB9C-4B8B-406F-8B70-59AFC5572A05}" type="presParOf" srcId="{27FB7715-9FF8-4B1C-93A1-07733402F5FA}" destId="{D0D4FD3B-9729-4F1F-9512-0BA414EC99FF}" srcOrd="0" destOrd="0" presId="urn:microsoft.com/office/officeart/2005/8/layout/hProcess9"/>
    <dgm:cxn modelId="{4722567A-049C-4AC2-8A18-4174E2639345}" type="presParOf" srcId="{27FB7715-9FF8-4B1C-93A1-07733402F5FA}" destId="{D46FAA31-5C9B-4E6E-9DB4-7CB983E27E9E}" srcOrd="1" destOrd="0" presId="urn:microsoft.com/office/officeart/2005/8/layout/hProcess9"/>
    <dgm:cxn modelId="{603BB6FD-6F00-4655-908F-C37A483BA543}" type="presParOf" srcId="{27FB7715-9FF8-4B1C-93A1-07733402F5FA}" destId="{A469670C-1830-4023-81CC-7D30A2F1CE20}" srcOrd="2" destOrd="0" presId="urn:microsoft.com/office/officeart/2005/8/layout/hProcess9"/>
    <dgm:cxn modelId="{20BEB475-7EE7-444E-A0A9-38A3C061C177}" type="presParOf" srcId="{27FB7715-9FF8-4B1C-93A1-07733402F5FA}" destId="{835C9509-22B0-43F2-9180-2B31958E3F8D}" srcOrd="3" destOrd="0" presId="urn:microsoft.com/office/officeart/2005/8/layout/hProcess9"/>
    <dgm:cxn modelId="{C1341ED0-9DC9-4C6E-88DC-EBE353545EB2}" type="presParOf" srcId="{27FB7715-9FF8-4B1C-93A1-07733402F5FA}" destId="{7FB26F6D-BE6E-4372-9991-57F8F33526A7}" srcOrd="4" destOrd="0" presId="urn:microsoft.com/office/officeart/2005/8/layout/hProcess9"/>
    <dgm:cxn modelId="{C685989C-1A8A-4141-ABA8-DF9D57F43A6D}" type="presParOf" srcId="{27FB7715-9FF8-4B1C-93A1-07733402F5FA}" destId="{0E439ACF-1C94-4518-B192-0E75A3EAF820}" srcOrd="5" destOrd="0" presId="urn:microsoft.com/office/officeart/2005/8/layout/hProcess9"/>
    <dgm:cxn modelId="{F9DAF867-A5BD-4BD2-937F-CABB50DA6513}" type="presParOf" srcId="{27FB7715-9FF8-4B1C-93A1-07733402F5FA}" destId="{09C6318D-662E-4F33-B348-DC5A6E1FB516}" srcOrd="6" destOrd="0" presId="urn:microsoft.com/office/officeart/2005/8/layout/hProcess9"/>
    <dgm:cxn modelId="{E5711E78-0F6D-4A33-8834-67C30751DAEC}" type="presParOf" srcId="{27FB7715-9FF8-4B1C-93A1-07733402F5FA}" destId="{B7674453-2FFA-4A8A-BF1E-B1D591FAA373}" srcOrd="7" destOrd="0" presId="urn:microsoft.com/office/officeart/2005/8/layout/hProcess9"/>
    <dgm:cxn modelId="{9C61B5AB-46BB-47D7-B9A1-D887EE46CAB3}" type="presParOf" srcId="{27FB7715-9FF8-4B1C-93A1-07733402F5FA}" destId="{45F7F662-0E89-4502-9EFB-1A745FD2F01E}"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91BA2D4-CB0A-476F-9841-15CCF4BDA70B}" type="doc">
      <dgm:prSet loTypeId="urn:microsoft.com/office/officeart/2008/layout/VerticalCurvedList" loCatId="list" qsTypeId="urn:microsoft.com/office/officeart/2005/8/quickstyle/simple1" qsCatId="simple" csTypeId="urn:microsoft.com/office/officeart/2005/8/colors/colorful1" csCatId="colorful"/>
      <dgm:spPr/>
      <dgm:t>
        <a:bodyPr/>
        <a:lstStyle/>
        <a:p>
          <a:endParaRPr lang="en-MY"/>
        </a:p>
      </dgm:t>
    </dgm:pt>
    <dgm:pt modelId="{80EA4841-611C-460F-9DC6-12C3EC8D954B}">
      <dgm:prSet/>
      <dgm:spPr/>
      <dgm:t>
        <a:bodyPr/>
        <a:lstStyle/>
        <a:p>
          <a:r>
            <a:rPr lang="en-US" baseline="0" dirty="0"/>
            <a:t>Data and instructions both, are stored in a </a:t>
          </a:r>
          <a:r>
            <a:rPr lang="en-US" b="1" baseline="0" dirty="0">
              <a:solidFill>
                <a:srgbClr val="FF0000"/>
              </a:solidFill>
            </a:rPr>
            <a:t>single read–write memory</a:t>
          </a:r>
          <a:r>
            <a:rPr lang="en-US" baseline="0" dirty="0"/>
            <a:t>.</a:t>
          </a:r>
          <a:endParaRPr lang="en-MY" dirty="0"/>
        </a:p>
      </dgm:t>
    </dgm:pt>
    <dgm:pt modelId="{B74CE700-FF78-475C-B660-C3CD9D40ADE1}" type="parTrans" cxnId="{DA0F4BA8-369E-469B-9CC0-9F67D6AF5C66}">
      <dgm:prSet/>
      <dgm:spPr/>
      <dgm:t>
        <a:bodyPr/>
        <a:lstStyle/>
        <a:p>
          <a:endParaRPr lang="en-MY"/>
        </a:p>
      </dgm:t>
    </dgm:pt>
    <dgm:pt modelId="{36D97680-BC6A-419C-B47A-1970357F14E6}" type="sibTrans" cxnId="{DA0F4BA8-369E-469B-9CC0-9F67D6AF5C66}">
      <dgm:prSet/>
      <dgm:spPr/>
      <dgm:t>
        <a:bodyPr/>
        <a:lstStyle/>
        <a:p>
          <a:endParaRPr lang="en-MY"/>
        </a:p>
      </dgm:t>
    </dgm:pt>
    <dgm:pt modelId="{268ADD98-4D97-4876-A8A2-8CD95466EF3D}">
      <dgm:prSet/>
      <dgm:spPr/>
      <dgm:t>
        <a:bodyPr/>
        <a:lstStyle/>
        <a:p>
          <a:r>
            <a:rPr lang="en-US" baseline="0" dirty="0"/>
            <a:t>The contents of this memory are </a:t>
          </a:r>
          <a:r>
            <a:rPr lang="en-US" b="1" baseline="0" dirty="0">
              <a:solidFill>
                <a:srgbClr val="FF0000"/>
              </a:solidFill>
            </a:rPr>
            <a:t>addressable by location</a:t>
          </a:r>
          <a:r>
            <a:rPr lang="en-US" baseline="0" dirty="0"/>
            <a:t>.</a:t>
          </a:r>
          <a:endParaRPr lang="en-MY" dirty="0"/>
        </a:p>
      </dgm:t>
    </dgm:pt>
    <dgm:pt modelId="{6CA3EAB3-270F-4EDF-A686-25215ACAE3E9}" type="parTrans" cxnId="{25BD5071-EFE2-4F5B-A4B6-A7151FF4C90B}">
      <dgm:prSet/>
      <dgm:spPr/>
      <dgm:t>
        <a:bodyPr/>
        <a:lstStyle/>
        <a:p>
          <a:endParaRPr lang="en-MY"/>
        </a:p>
      </dgm:t>
    </dgm:pt>
    <dgm:pt modelId="{203BF8C0-3C89-4AF4-9795-59473AE51BA9}" type="sibTrans" cxnId="{25BD5071-EFE2-4F5B-A4B6-A7151FF4C90B}">
      <dgm:prSet/>
      <dgm:spPr/>
      <dgm:t>
        <a:bodyPr/>
        <a:lstStyle/>
        <a:p>
          <a:endParaRPr lang="en-MY"/>
        </a:p>
      </dgm:t>
    </dgm:pt>
    <dgm:pt modelId="{59F1517B-4D72-4C70-8CEE-1A21F0CDD9F5}">
      <dgm:prSet/>
      <dgm:spPr/>
      <dgm:t>
        <a:bodyPr/>
        <a:lstStyle/>
        <a:p>
          <a:r>
            <a:rPr lang="en-US" b="1" baseline="0" dirty="0">
              <a:solidFill>
                <a:srgbClr val="FF0000"/>
              </a:solidFill>
            </a:rPr>
            <a:t>Execution occurs sequentially </a:t>
          </a:r>
          <a:r>
            <a:rPr lang="en-US" baseline="0" dirty="0"/>
            <a:t>from one instruction to the next.</a:t>
          </a:r>
          <a:endParaRPr lang="en-MY" dirty="0"/>
        </a:p>
      </dgm:t>
    </dgm:pt>
    <dgm:pt modelId="{87A0C639-DE9C-43C7-B848-9363715B303F}" type="parTrans" cxnId="{2296611B-F184-43F3-881D-E1DB7E406349}">
      <dgm:prSet/>
      <dgm:spPr/>
      <dgm:t>
        <a:bodyPr/>
        <a:lstStyle/>
        <a:p>
          <a:endParaRPr lang="en-MY"/>
        </a:p>
      </dgm:t>
    </dgm:pt>
    <dgm:pt modelId="{412B4339-480E-49AF-B10A-7C51A41358AE}" type="sibTrans" cxnId="{2296611B-F184-43F3-881D-E1DB7E406349}">
      <dgm:prSet/>
      <dgm:spPr/>
      <dgm:t>
        <a:bodyPr/>
        <a:lstStyle/>
        <a:p>
          <a:endParaRPr lang="en-MY"/>
        </a:p>
      </dgm:t>
    </dgm:pt>
    <dgm:pt modelId="{033F1E90-7C5F-4CE2-A1B1-069BF6211573}" type="pres">
      <dgm:prSet presAssocID="{291BA2D4-CB0A-476F-9841-15CCF4BDA70B}" presName="Name0" presStyleCnt="0">
        <dgm:presLayoutVars>
          <dgm:chMax val="7"/>
          <dgm:chPref val="7"/>
          <dgm:dir/>
        </dgm:presLayoutVars>
      </dgm:prSet>
      <dgm:spPr/>
    </dgm:pt>
    <dgm:pt modelId="{0076302B-38A2-43AB-8A86-F6C615C6F492}" type="pres">
      <dgm:prSet presAssocID="{291BA2D4-CB0A-476F-9841-15CCF4BDA70B}" presName="Name1" presStyleCnt="0"/>
      <dgm:spPr/>
    </dgm:pt>
    <dgm:pt modelId="{E0C5518A-3694-43F2-9D0F-DB843B5A6177}" type="pres">
      <dgm:prSet presAssocID="{291BA2D4-CB0A-476F-9841-15CCF4BDA70B}" presName="cycle" presStyleCnt="0"/>
      <dgm:spPr/>
    </dgm:pt>
    <dgm:pt modelId="{8B31151E-C3B3-4AE6-B205-6C78A194ED30}" type="pres">
      <dgm:prSet presAssocID="{291BA2D4-CB0A-476F-9841-15CCF4BDA70B}" presName="srcNode" presStyleLbl="node1" presStyleIdx="0" presStyleCnt="3"/>
      <dgm:spPr/>
    </dgm:pt>
    <dgm:pt modelId="{B2EA3638-4605-432B-9CCD-F57396575102}" type="pres">
      <dgm:prSet presAssocID="{291BA2D4-CB0A-476F-9841-15CCF4BDA70B}" presName="conn" presStyleLbl="parChTrans1D2" presStyleIdx="0" presStyleCnt="1"/>
      <dgm:spPr/>
    </dgm:pt>
    <dgm:pt modelId="{C3F1145E-F36C-4A53-8AF3-C6CC0DC3B22E}" type="pres">
      <dgm:prSet presAssocID="{291BA2D4-CB0A-476F-9841-15CCF4BDA70B}" presName="extraNode" presStyleLbl="node1" presStyleIdx="0" presStyleCnt="3"/>
      <dgm:spPr/>
    </dgm:pt>
    <dgm:pt modelId="{9AD15508-8B05-48C9-8FA7-F8237116DF5E}" type="pres">
      <dgm:prSet presAssocID="{291BA2D4-CB0A-476F-9841-15CCF4BDA70B}" presName="dstNode" presStyleLbl="node1" presStyleIdx="0" presStyleCnt="3"/>
      <dgm:spPr/>
    </dgm:pt>
    <dgm:pt modelId="{06696F07-8813-474A-BAC6-1748F2BAC5BE}" type="pres">
      <dgm:prSet presAssocID="{80EA4841-611C-460F-9DC6-12C3EC8D954B}" presName="text_1" presStyleLbl="node1" presStyleIdx="0" presStyleCnt="3">
        <dgm:presLayoutVars>
          <dgm:bulletEnabled val="1"/>
        </dgm:presLayoutVars>
      </dgm:prSet>
      <dgm:spPr/>
    </dgm:pt>
    <dgm:pt modelId="{2E8B05C7-D8D9-4671-85B5-636C5F64CD4B}" type="pres">
      <dgm:prSet presAssocID="{80EA4841-611C-460F-9DC6-12C3EC8D954B}" presName="accent_1" presStyleCnt="0"/>
      <dgm:spPr/>
    </dgm:pt>
    <dgm:pt modelId="{686CB572-6248-4244-94BF-B0CB7EF439BD}" type="pres">
      <dgm:prSet presAssocID="{80EA4841-611C-460F-9DC6-12C3EC8D954B}" presName="accentRepeatNode" presStyleLbl="solidFgAcc1" presStyleIdx="0" presStyleCnt="3"/>
      <dgm:spPr/>
    </dgm:pt>
    <dgm:pt modelId="{726DAF70-DD02-480E-B044-19DB1D146978}" type="pres">
      <dgm:prSet presAssocID="{268ADD98-4D97-4876-A8A2-8CD95466EF3D}" presName="text_2" presStyleLbl="node1" presStyleIdx="1" presStyleCnt="3">
        <dgm:presLayoutVars>
          <dgm:bulletEnabled val="1"/>
        </dgm:presLayoutVars>
      </dgm:prSet>
      <dgm:spPr/>
    </dgm:pt>
    <dgm:pt modelId="{1E80022A-E447-479D-B30B-55E2604475AD}" type="pres">
      <dgm:prSet presAssocID="{268ADD98-4D97-4876-A8A2-8CD95466EF3D}" presName="accent_2" presStyleCnt="0"/>
      <dgm:spPr/>
    </dgm:pt>
    <dgm:pt modelId="{D253BDEB-DBA8-4A71-A35B-E37DEADA9605}" type="pres">
      <dgm:prSet presAssocID="{268ADD98-4D97-4876-A8A2-8CD95466EF3D}" presName="accentRepeatNode" presStyleLbl="solidFgAcc1" presStyleIdx="1" presStyleCnt="3"/>
      <dgm:spPr/>
    </dgm:pt>
    <dgm:pt modelId="{6FAEC158-92BB-422C-ADBC-90DC939B6759}" type="pres">
      <dgm:prSet presAssocID="{59F1517B-4D72-4C70-8CEE-1A21F0CDD9F5}" presName="text_3" presStyleLbl="node1" presStyleIdx="2" presStyleCnt="3">
        <dgm:presLayoutVars>
          <dgm:bulletEnabled val="1"/>
        </dgm:presLayoutVars>
      </dgm:prSet>
      <dgm:spPr/>
    </dgm:pt>
    <dgm:pt modelId="{F5CB9B15-03E2-47EF-B55B-8AAD0D5D3FD8}" type="pres">
      <dgm:prSet presAssocID="{59F1517B-4D72-4C70-8CEE-1A21F0CDD9F5}" presName="accent_3" presStyleCnt="0"/>
      <dgm:spPr/>
    </dgm:pt>
    <dgm:pt modelId="{DAB1028F-1ACF-47BB-A07A-25A15D3606DC}" type="pres">
      <dgm:prSet presAssocID="{59F1517B-4D72-4C70-8CEE-1A21F0CDD9F5}" presName="accentRepeatNode" presStyleLbl="solidFgAcc1" presStyleIdx="2" presStyleCnt="3"/>
      <dgm:spPr/>
    </dgm:pt>
  </dgm:ptLst>
  <dgm:cxnLst>
    <dgm:cxn modelId="{C3D00F18-251E-4E0B-ACE5-905E4020B31E}" type="presOf" srcId="{291BA2D4-CB0A-476F-9841-15CCF4BDA70B}" destId="{033F1E90-7C5F-4CE2-A1B1-069BF6211573}" srcOrd="0" destOrd="0" presId="urn:microsoft.com/office/officeart/2008/layout/VerticalCurvedList"/>
    <dgm:cxn modelId="{2296611B-F184-43F3-881D-E1DB7E406349}" srcId="{291BA2D4-CB0A-476F-9841-15CCF4BDA70B}" destId="{59F1517B-4D72-4C70-8CEE-1A21F0CDD9F5}" srcOrd="2" destOrd="0" parTransId="{87A0C639-DE9C-43C7-B848-9363715B303F}" sibTransId="{412B4339-480E-49AF-B10A-7C51A41358AE}"/>
    <dgm:cxn modelId="{B081FE25-EB40-425B-954F-C53826AB1148}" type="presOf" srcId="{59F1517B-4D72-4C70-8CEE-1A21F0CDD9F5}" destId="{6FAEC158-92BB-422C-ADBC-90DC939B6759}" srcOrd="0" destOrd="0" presId="urn:microsoft.com/office/officeart/2008/layout/VerticalCurvedList"/>
    <dgm:cxn modelId="{25BD5071-EFE2-4F5B-A4B6-A7151FF4C90B}" srcId="{291BA2D4-CB0A-476F-9841-15CCF4BDA70B}" destId="{268ADD98-4D97-4876-A8A2-8CD95466EF3D}" srcOrd="1" destOrd="0" parTransId="{6CA3EAB3-270F-4EDF-A686-25215ACAE3E9}" sibTransId="{203BF8C0-3C89-4AF4-9795-59473AE51BA9}"/>
    <dgm:cxn modelId="{DA0F4BA8-369E-469B-9CC0-9F67D6AF5C66}" srcId="{291BA2D4-CB0A-476F-9841-15CCF4BDA70B}" destId="{80EA4841-611C-460F-9DC6-12C3EC8D954B}" srcOrd="0" destOrd="0" parTransId="{B74CE700-FF78-475C-B660-C3CD9D40ADE1}" sibTransId="{36D97680-BC6A-419C-B47A-1970357F14E6}"/>
    <dgm:cxn modelId="{C818F8BC-82BE-457B-A2AF-80A7C4402DCF}" type="presOf" srcId="{268ADD98-4D97-4876-A8A2-8CD95466EF3D}" destId="{726DAF70-DD02-480E-B044-19DB1D146978}" srcOrd="0" destOrd="0" presId="urn:microsoft.com/office/officeart/2008/layout/VerticalCurvedList"/>
    <dgm:cxn modelId="{A01043CF-A266-4EDD-84BD-18E88E652521}" type="presOf" srcId="{36D97680-BC6A-419C-B47A-1970357F14E6}" destId="{B2EA3638-4605-432B-9CCD-F57396575102}" srcOrd="0" destOrd="0" presId="urn:microsoft.com/office/officeart/2008/layout/VerticalCurvedList"/>
    <dgm:cxn modelId="{815920F6-8AD5-481E-AAD7-66CC82632855}" type="presOf" srcId="{80EA4841-611C-460F-9DC6-12C3EC8D954B}" destId="{06696F07-8813-474A-BAC6-1748F2BAC5BE}" srcOrd="0" destOrd="0" presId="urn:microsoft.com/office/officeart/2008/layout/VerticalCurvedList"/>
    <dgm:cxn modelId="{2CC7415A-08D6-439C-B685-1A24FF541B8A}" type="presParOf" srcId="{033F1E90-7C5F-4CE2-A1B1-069BF6211573}" destId="{0076302B-38A2-43AB-8A86-F6C615C6F492}" srcOrd="0" destOrd="0" presId="urn:microsoft.com/office/officeart/2008/layout/VerticalCurvedList"/>
    <dgm:cxn modelId="{D6711FFD-95BE-42EA-9683-B326EF714652}" type="presParOf" srcId="{0076302B-38A2-43AB-8A86-F6C615C6F492}" destId="{E0C5518A-3694-43F2-9D0F-DB843B5A6177}" srcOrd="0" destOrd="0" presId="urn:microsoft.com/office/officeart/2008/layout/VerticalCurvedList"/>
    <dgm:cxn modelId="{CB3C03BB-9D6A-424C-9926-A60730E4EEB9}" type="presParOf" srcId="{E0C5518A-3694-43F2-9D0F-DB843B5A6177}" destId="{8B31151E-C3B3-4AE6-B205-6C78A194ED30}" srcOrd="0" destOrd="0" presId="urn:microsoft.com/office/officeart/2008/layout/VerticalCurvedList"/>
    <dgm:cxn modelId="{753C12D9-2594-4967-A8C3-D6DF57850A11}" type="presParOf" srcId="{E0C5518A-3694-43F2-9D0F-DB843B5A6177}" destId="{B2EA3638-4605-432B-9CCD-F57396575102}" srcOrd="1" destOrd="0" presId="urn:microsoft.com/office/officeart/2008/layout/VerticalCurvedList"/>
    <dgm:cxn modelId="{4C66E1F8-87BF-4CD5-A778-A0F45A11EE9E}" type="presParOf" srcId="{E0C5518A-3694-43F2-9D0F-DB843B5A6177}" destId="{C3F1145E-F36C-4A53-8AF3-C6CC0DC3B22E}" srcOrd="2" destOrd="0" presId="urn:microsoft.com/office/officeart/2008/layout/VerticalCurvedList"/>
    <dgm:cxn modelId="{DA32A745-C85E-4B38-8657-0E1D62CFBAF8}" type="presParOf" srcId="{E0C5518A-3694-43F2-9D0F-DB843B5A6177}" destId="{9AD15508-8B05-48C9-8FA7-F8237116DF5E}" srcOrd="3" destOrd="0" presId="urn:microsoft.com/office/officeart/2008/layout/VerticalCurvedList"/>
    <dgm:cxn modelId="{8AC68B60-C42E-4B34-B34A-4C7CE796D212}" type="presParOf" srcId="{0076302B-38A2-43AB-8A86-F6C615C6F492}" destId="{06696F07-8813-474A-BAC6-1748F2BAC5BE}" srcOrd="1" destOrd="0" presId="urn:microsoft.com/office/officeart/2008/layout/VerticalCurvedList"/>
    <dgm:cxn modelId="{D1A3F850-4110-4120-82E9-194F4693DF7F}" type="presParOf" srcId="{0076302B-38A2-43AB-8A86-F6C615C6F492}" destId="{2E8B05C7-D8D9-4671-85B5-636C5F64CD4B}" srcOrd="2" destOrd="0" presId="urn:microsoft.com/office/officeart/2008/layout/VerticalCurvedList"/>
    <dgm:cxn modelId="{4E330A37-E574-4C38-979A-851722A52021}" type="presParOf" srcId="{2E8B05C7-D8D9-4671-85B5-636C5F64CD4B}" destId="{686CB572-6248-4244-94BF-B0CB7EF439BD}" srcOrd="0" destOrd="0" presId="urn:microsoft.com/office/officeart/2008/layout/VerticalCurvedList"/>
    <dgm:cxn modelId="{EF984208-48D1-4403-95A3-DE83A22712F1}" type="presParOf" srcId="{0076302B-38A2-43AB-8A86-F6C615C6F492}" destId="{726DAF70-DD02-480E-B044-19DB1D146978}" srcOrd="3" destOrd="0" presId="urn:microsoft.com/office/officeart/2008/layout/VerticalCurvedList"/>
    <dgm:cxn modelId="{2089AE66-5AA3-410E-A951-D025B50B905D}" type="presParOf" srcId="{0076302B-38A2-43AB-8A86-F6C615C6F492}" destId="{1E80022A-E447-479D-B30B-55E2604475AD}" srcOrd="4" destOrd="0" presId="urn:microsoft.com/office/officeart/2008/layout/VerticalCurvedList"/>
    <dgm:cxn modelId="{146C780C-1D0C-4C83-8B2D-8743F5120CA1}" type="presParOf" srcId="{1E80022A-E447-479D-B30B-55E2604475AD}" destId="{D253BDEB-DBA8-4A71-A35B-E37DEADA9605}" srcOrd="0" destOrd="0" presId="urn:microsoft.com/office/officeart/2008/layout/VerticalCurvedList"/>
    <dgm:cxn modelId="{D4EF6796-F11A-450D-9BF8-D7FC4A6CAA52}" type="presParOf" srcId="{0076302B-38A2-43AB-8A86-F6C615C6F492}" destId="{6FAEC158-92BB-422C-ADBC-90DC939B6759}" srcOrd="5" destOrd="0" presId="urn:microsoft.com/office/officeart/2008/layout/VerticalCurvedList"/>
    <dgm:cxn modelId="{55C07590-E635-4A0B-905F-970265A8063A}" type="presParOf" srcId="{0076302B-38A2-43AB-8A86-F6C615C6F492}" destId="{F5CB9B15-03E2-47EF-B55B-8AAD0D5D3FD8}" srcOrd="6" destOrd="0" presId="urn:microsoft.com/office/officeart/2008/layout/VerticalCurvedList"/>
    <dgm:cxn modelId="{CD9B453E-F8BB-494B-8017-54BBC60683A2}" type="presParOf" srcId="{F5CB9B15-03E2-47EF-B55B-8AAD0D5D3FD8}" destId="{DAB1028F-1ACF-47BB-A07A-25A15D3606DC}"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6B3BF52-C577-479A-9D2A-E4E68ABC3E28}" type="doc">
      <dgm:prSet loTypeId="urn:microsoft.com/office/officeart/2005/8/layout/hProcess11" loCatId="process" qsTypeId="urn:microsoft.com/office/officeart/2005/8/quickstyle/simple1" qsCatId="simple" csTypeId="urn:microsoft.com/office/officeart/2005/8/colors/accent2_2" csCatId="accent2"/>
      <dgm:spPr/>
      <dgm:t>
        <a:bodyPr/>
        <a:lstStyle/>
        <a:p>
          <a:endParaRPr lang="en-MY"/>
        </a:p>
      </dgm:t>
    </dgm:pt>
    <dgm:pt modelId="{E0C0EA98-F630-44C2-B8E0-4CA8B12C5749}">
      <dgm:prSet/>
      <dgm:spPr/>
      <dgm:t>
        <a:bodyPr/>
        <a:lstStyle/>
        <a:p>
          <a:r>
            <a:rPr lang="en-US" baseline="0"/>
            <a:t>Vacuum tube - 1946-1957</a:t>
          </a:r>
          <a:endParaRPr lang="en-MY"/>
        </a:p>
      </dgm:t>
    </dgm:pt>
    <dgm:pt modelId="{A98712D9-554C-4E59-9CFF-3BA86C1FC13E}" type="parTrans" cxnId="{AD13193A-EC2F-4C30-A9D7-AAB736A5C6FB}">
      <dgm:prSet/>
      <dgm:spPr/>
      <dgm:t>
        <a:bodyPr/>
        <a:lstStyle/>
        <a:p>
          <a:endParaRPr lang="en-MY"/>
        </a:p>
      </dgm:t>
    </dgm:pt>
    <dgm:pt modelId="{711369C7-3B6A-49CD-A0B1-C2D7DB5BFE28}" type="sibTrans" cxnId="{AD13193A-EC2F-4C30-A9D7-AAB736A5C6FB}">
      <dgm:prSet/>
      <dgm:spPr/>
      <dgm:t>
        <a:bodyPr/>
        <a:lstStyle/>
        <a:p>
          <a:endParaRPr lang="en-MY"/>
        </a:p>
      </dgm:t>
    </dgm:pt>
    <dgm:pt modelId="{68B44E85-0BBA-4336-9040-3C67159FA357}">
      <dgm:prSet/>
      <dgm:spPr/>
      <dgm:t>
        <a:bodyPr/>
        <a:lstStyle/>
        <a:p>
          <a:r>
            <a:rPr lang="en-US" baseline="0"/>
            <a:t>Transistor - 1958-1964</a:t>
          </a:r>
          <a:endParaRPr lang="en-MY"/>
        </a:p>
      </dgm:t>
    </dgm:pt>
    <dgm:pt modelId="{FA6B7859-12C3-4297-B37D-9F2D234C53C4}" type="parTrans" cxnId="{72F57F00-09E9-4AED-93D2-6D4623A18D70}">
      <dgm:prSet/>
      <dgm:spPr/>
      <dgm:t>
        <a:bodyPr/>
        <a:lstStyle/>
        <a:p>
          <a:endParaRPr lang="en-MY"/>
        </a:p>
      </dgm:t>
    </dgm:pt>
    <dgm:pt modelId="{73C78DDA-F751-43A9-B49F-EB55FB82D882}" type="sibTrans" cxnId="{72F57F00-09E9-4AED-93D2-6D4623A18D70}">
      <dgm:prSet/>
      <dgm:spPr/>
      <dgm:t>
        <a:bodyPr/>
        <a:lstStyle/>
        <a:p>
          <a:endParaRPr lang="en-MY"/>
        </a:p>
      </dgm:t>
    </dgm:pt>
    <dgm:pt modelId="{B19432AD-FB7F-4EA4-A435-D71BD2AF7659}">
      <dgm:prSet/>
      <dgm:spPr/>
      <dgm:t>
        <a:bodyPr/>
        <a:lstStyle/>
        <a:p>
          <a:r>
            <a:rPr lang="en-US" baseline="0"/>
            <a:t>Small scale integration - 1965 on</a:t>
          </a:r>
          <a:endParaRPr lang="en-MY"/>
        </a:p>
      </dgm:t>
    </dgm:pt>
    <dgm:pt modelId="{B9E07C27-3922-42CD-95F5-0EEE9D83F008}" type="parTrans" cxnId="{FAB105B5-5A9C-42F8-BF0F-3D0F53BB67DD}">
      <dgm:prSet/>
      <dgm:spPr/>
      <dgm:t>
        <a:bodyPr/>
        <a:lstStyle/>
        <a:p>
          <a:endParaRPr lang="en-MY"/>
        </a:p>
      </dgm:t>
    </dgm:pt>
    <dgm:pt modelId="{D6C86666-24B5-41AA-97F3-F8152C71B957}" type="sibTrans" cxnId="{FAB105B5-5A9C-42F8-BF0F-3D0F53BB67DD}">
      <dgm:prSet/>
      <dgm:spPr/>
      <dgm:t>
        <a:bodyPr/>
        <a:lstStyle/>
        <a:p>
          <a:endParaRPr lang="en-MY"/>
        </a:p>
      </dgm:t>
    </dgm:pt>
    <dgm:pt modelId="{1DD27950-1717-4E06-822A-57AEC3BD9214}">
      <dgm:prSet/>
      <dgm:spPr/>
      <dgm:t>
        <a:bodyPr/>
        <a:lstStyle/>
        <a:p>
          <a:r>
            <a:rPr lang="en-US"/>
            <a:t>Up to 100 devices on a chip</a:t>
          </a:r>
          <a:endParaRPr lang="en-MY"/>
        </a:p>
      </dgm:t>
    </dgm:pt>
    <dgm:pt modelId="{0145977D-79D5-4C02-80EA-3BEB32FBEBFA}" type="parTrans" cxnId="{68C75825-860A-4E8E-A329-A0CCB9AE2D6A}">
      <dgm:prSet/>
      <dgm:spPr/>
      <dgm:t>
        <a:bodyPr/>
        <a:lstStyle/>
        <a:p>
          <a:endParaRPr lang="en-MY"/>
        </a:p>
      </dgm:t>
    </dgm:pt>
    <dgm:pt modelId="{AAA8F1B1-B71A-4654-93F9-FA1E5FE154FE}" type="sibTrans" cxnId="{68C75825-860A-4E8E-A329-A0CCB9AE2D6A}">
      <dgm:prSet/>
      <dgm:spPr/>
      <dgm:t>
        <a:bodyPr/>
        <a:lstStyle/>
        <a:p>
          <a:endParaRPr lang="en-MY"/>
        </a:p>
      </dgm:t>
    </dgm:pt>
    <dgm:pt modelId="{A9E5B3BA-7081-4671-BB61-773BF5727E58}">
      <dgm:prSet/>
      <dgm:spPr/>
      <dgm:t>
        <a:bodyPr/>
        <a:lstStyle/>
        <a:p>
          <a:r>
            <a:rPr lang="en-US" baseline="0"/>
            <a:t>Medium scale integration - to 1971</a:t>
          </a:r>
          <a:endParaRPr lang="en-MY"/>
        </a:p>
      </dgm:t>
    </dgm:pt>
    <dgm:pt modelId="{81F7B295-C983-4014-A85F-8E5138C71CED}" type="parTrans" cxnId="{B14251EA-B2C6-4B0E-BB7B-0D47E99F2987}">
      <dgm:prSet/>
      <dgm:spPr/>
      <dgm:t>
        <a:bodyPr/>
        <a:lstStyle/>
        <a:p>
          <a:endParaRPr lang="en-MY"/>
        </a:p>
      </dgm:t>
    </dgm:pt>
    <dgm:pt modelId="{82C185DD-B163-4285-A5CC-3156AB8E0886}" type="sibTrans" cxnId="{B14251EA-B2C6-4B0E-BB7B-0D47E99F2987}">
      <dgm:prSet/>
      <dgm:spPr/>
      <dgm:t>
        <a:bodyPr/>
        <a:lstStyle/>
        <a:p>
          <a:endParaRPr lang="en-MY"/>
        </a:p>
      </dgm:t>
    </dgm:pt>
    <dgm:pt modelId="{BF601D03-C09D-47B2-9BD3-545E26668EE0}">
      <dgm:prSet/>
      <dgm:spPr/>
      <dgm:t>
        <a:bodyPr/>
        <a:lstStyle/>
        <a:p>
          <a:r>
            <a:rPr lang="en-US"/>
            <a:t>100-3,000 devices on a chip</a:t>
          </a:r>
          <a:endParaRPr lang="en-MY"/>
        </a:p>
      </dgm:t>
    </dgm:pt>
    <dgm:pt modelId="{D256789C-BBE4-40F6-9478-959C8DB9CE21}" type="parTrans" cxnId="{EB025556-ED88-44E8-BCDD-D79739A5F434}">
      <dgm:prSet/>
      <dgm:spPr/>
      <dgm:t>
        <a:bodyPr/>
        <a:lstStyle/>
        <a:p>
          <a:endParaRPr lang="en-MY"/>
        </a:p>
      </dgm:t>
    </dgm:pt>
    <dgm:pt modelId="{1D3F0E32-8579-43E4-B2E9-91B2397DADD9}" type="sibTrans" cxnId="{EB025556-ED88-44E8-BCDD-D79739A5F434}">
      <dgm:prSet/>
      <dgm:spPr/>
      <dgm:t>
        <a:bodyPr/>
        <a:lstStyle/>
        <a:p>
          <a:endParaRPr lang="en-MY"/>
        </a:p>
      </dgm:t>
    </dgm:pt>
    <dgm:pt modelId="{510CF922-5C5E-4764-92B8-F4E44AB0B95E}">
      <dgm:prSet/>
      <dgm:spPr/>
      <dgm:t>
        <a:bodyPr/>
        <a:lstStyle/>
        <a:p>
          <a:r>
            <a:rPr lang="en-US" baseline="0"/>
            <a:t>Large scale integration - 1971-1977</a:t>
          </a:r>
          <a:endParaRPr lang="en-MY"/>
        </a:p>
      </dgm:t>
    </dgm:pt>
    <dgm:pt modelId="{3F31CF95-933B-4DA2-BD43-DD4D24C06DAD}" type="parTrans" cxnId="{A2747123-3CB0-4E64-AB98-8C8A13E45919}">
      <dgm:prSet/>
      <dgm:spPr/>
      <dgm:t>
        <a:bodyPr/>
        <a:lstStyle/>
        <a:p>
          <a:endParaRPr lang="en-MY"/>
        </a:p>
      </dgm:t>
    </dgm:pt>
    <dgm:pt modelId="{91CB7BAD-9BC3-401E-9A7E-5392C3BAD9D1}" type="sibTrans" cxnId="{A2747123-3CB0-4E64-AB98-8C8A13E45919}">
      <dgm:prSet/>
      <dgm:spPr/>
      <dgm:t>
        <a:bodyPr/>
        <a:lstStyle/>
        <a:p>
          <a:endParaRPr lang="en-MY"/>
        </a:p>
      </dgm:t>
    </dgm:pt>
    <dgm:pt modelId="{4CF602F9-B760-492F-9AD9-FFA6CB910E37}">
      <dgm:prSet/>
      <dgm:spPr/>
      <dgm:t>
        <a:bodyPr/>
        <a:lstStyle/>
        <a:p>
          <a:r>
            <a:rPr lang="en-US"/>
            <a:t>3,000 - 100,000 devices on a chip</a:t>
          </a:r>
          <a:endParaRPr lang="en-MY"/>
        </a:p>
      </dgm:t>
    </dgm:pt>
    <dgm:pt modelId="{C5F09371-02D5-42CD-9EC2-9535075EE660}" type="parTrans" cxnId="{C9C25D6D-892C-4F40-A2B3-3240BD2E40C8}">
      <dgm:prSet/>
      <dgm:spPr/>
      <dgm:t>
        <a:bodyPr/>
        <a:lstStyle/>
        <a:p>
          <a:endParaRPr lang="en-MY"/>
        </a:p>
      </dgm:t>
    </dgm:pt>
    <dgm:pt modelId="{8CFBE304-F720-4A5A-8459-E880AE33FACE}" type="sibTrans" cxnId="{C9C25D6D-892C-4F40-A2B3-3240BD2E40C8}">
      <dgm:prSet/>
      <dgm:spPr/>
      <dgm:t>
        <a:bodyPr/>
        <a:lstStyle/>
        <a:p>
          <a:endParaRPr lang="en-MY"/>
        </a:p>
      </dgm:t>
    </dgm:pt>
    <dgm:pt modelId="{5F2EFC9D-81C7-439E-A9DB-433E812D215D}">
      <dgm:prSet/>
      <dgm:spPr/>
      <dgm:t>
        <a:bodyPr/>
        <a:lstStyle/>
        <a:p>
          <a:r>
            <a:rPr lang="en-US" baseline="0"/>
            <a:t>Very large-scale integration - 1978 -1991</a:t>
          </a:r>
          <a:endParaRPr lang="en-MY"/>
        </a:p>
      </dgm:t>
    </dgm:pt>
    <dgm:pt modelId="{A379EA9E-5D0D-4F45-AC75-DD885FF29C9F}" type="parTrans" cxnId="{169698BF-6236-4A03-819D-F2CB11805AFF}">
      <dgm:prSet/>
      <dgm:spPr/>
      <dgm:t>
        <a:bodyPr/>
        <a:lstStyle/>
        <a:p>
          <a:endParaRPr lang="en-MY"/>
        </a:p>
      </dgm:t>
    </dgm:pt>
    <dgm:pt modelId="{6D380938-31A8-444D-968C-6BCF275E7863}" type="sibTrans" cxnId="{169698BF-6236-4A03-819D-F2CB11805AFF}">
      <dgm:prSet/>
      <dgm:spPr/>
      <dgm:t>
        <a:bodyPr/>
        <a:lstStyle/>
        <a:p>
          <a:endParaRPr lang="en-MY"/>
        </a:p>
      </dgm:t>
    </dgm:pt>
    <dgm:pt modelId="{2CB604D3-BE99-48CE-B23A-AB4822FE71B2}">
      <dgm:prSet/>
      <dgm:spPr/>
      <dgm:t>
        <a:bodyPr/>
        <a:lstStyle/>
        <a:p>
          <a:r>
            <a:rPr lang="en-US"/>
            <a:t>100,000 - 100,000,000 devices on a chip</a:t>
          </a:r>
          <a:endParaRPr lang="en-MY"/>
        </a:p>
      </dgm:t>
    </dgm:pt>
    <dgm:pt modelId="{4E7DBAEC-495E-4B45-8847-DA99A5BA29AD}" type="parTrans" cxnId="{BB75DAB0-6594-4631-9136-83F6F408D2AB}">
      <dgm:prSet/>
      <dgm:spPr/>
      <dgm:t>
        <a:bodyPr/>
        <a:lstStyle/>
        <a:p>
          <a:endParaRPr lang="en-MY"/>
        </a:p>
      </dgm:t>
    </dgm:pt>
    <dgm:pt modelId="{C83917EC-F0FC-4471-BD3A-6C97CC5CC4DB}" type="sibTrans" cxnId="{BB75DAB0-6594-4631-9136-83F6F408D2AB}">
      <dgm:prSet/>
      <dgm:spPr/>
      <dgm:t>
        <a:bodyPr/>
        <a:lstStyle/>
        <a:p>
          <a:endParaRPr lang="en-MY"/>
        </a:p>
      </dgm:t>
    </dgm:pt>
    <dgm:pt modelId="{6CC45C1C-AD14-4E1E-828D-DAF543576D7A}">
      <dgm:prSet/>
      <dgm:spPr/>
      <dgm:t>
        <a:bodyPr/>
        <a:lstStyle/>
        <a:p>
          <a:r>
            <a:rPr lang="en-US" baseline="0"/>
            <a:t>Ultra large-scale integration – 1991 -</a:t>
          </a:r>
          <a:endParaRPr lang="en-MY"/>
        </a:p>
      </dgm:t>
    </dgm:pt>
    <dgm:pt modelId="{8243FB09-2E23-45CB-BDB0-3E3557F4E09A}" type="parTrans" cxnId="{C17DF5F9-B059-4F00-9F03-7FA31A6BE350}">
      <dgm:prSet/>
      <dgm:spPr/>
      <dgm:t>
        <a:bodyPr/>
        <a:lstStyle/>
        <a:p>
          <a:endParaRPr lang="en-MY"/>
        </a:p>
      </dgm:t>
    </dgm:pt>
    <dgm:pt modelId="{7576373D-719E-4878-8FD8-C160E64389D7}" type="sibTrans" cxnId="{C17DF5F9-B059-4F00-9F03-7FA31A6BE350}">
      <dgm:prSet/>
      <dgm:spPr/>
      <dgm:t>
        <a:bodyPr/>
        <a:lstStyle/>
        <a:p>
          <a:endParaRPr lang="en-MY"/>
        </a:p>
      </dgm:t>
    </dgm:pt>
    <dgm:pt modelId="{41DF4754-B58B-4867-A77E-067F33C45FE0}">
      <dgm:prSet/>
      <dgm:spPr/>
      <dgm:t>
        <a:bodyPr/>
        <a:lstStyle/>
        <a:p>
          <a:r>
            <a:rPr lang="en-US"/>
            <a:t>Over 100,000,000 devices on a chip</a:t>
          </a:r>
          <a:endParaRPr lang="en-MY"/>
        </a:p>
      </dgm:t>
    </dgm:pt>
    <dgm:pt modelId="{F581EB4C-B1FA-4122-B55B-11503B9613DF}" type="parTrans" cxnId="{809AF2C9-2FF5-4F31-8236-79CAC4640F0E}">
      <dgm:prSet/>
      <dgm:spPr/>
      <dgm:t>
        <a:bodyPr/>
        <a:lstStyle/>
        <a:p>
          <a:endParaRPr lang="en-MY"/>
        </a:p>
      </dgm:t>
    </dgm:pt>
    <dgm:pt modelId="{E8DB20D8-A65E-4F22-B501-5EE1ED69B8BD}" type="sibTrans" cxnId="{809AF2C9-2FF5-4F31-8236-79CAC4640F0E}">
      <dgm:prSet/>
      <dgm:spPr/>
      <dgm:t>
        <a:bodyPr/>
        <a:lstStyle/>
        <a:p>
          <a:endParaRPr lang="en-MY"/>
        </a:p>
      </dgm:t>
    </dgm:pt>
    <dgm:pt modelId="{30547B4B-2373-4E9C-9FC7-709783768E17}" type="pres">
      <dgm:prSet presAssocID="{36B3BF52-C577-479A-9D2A-E4E68ABC3E28}" presName="Name0" presStyleCnt="0">
        <dgm:presLayoutVars>
          <dgm:dir/>
          <dgm:resizeHandles val="exact"/>
        </dgm:presLayoutVars>
      </dgm:prSet>
      <dgm:spPr/>
    </dgm:pt>
    <dgm:pt modelId="{1CF03ED3-128A-43F1-867F-3D5DEAC10E1E}" type="pres">
      <dgm:prSet presAssocID="{36B3BF52-C577-479A-9D2A-E4E68ABC3E28}" presName="arrow" presStyleLbl="bgShp" presStyleIdx="0" presStyleCnt="1"/>
      <dgm:spPr/>
    </dgm:pt>
    <dgm:pt modelId="{2545276E-AD40-4619-8664-106E5D6A955F}" type="pres">
      <dgm:prSet presAssocID="{36B3BF52-C577-479A-9D2A-E4E68ABC3E28}" presName="points" presStyleCnt="0"/>
      <dgm:spPr/>
    </dgm:pt>
    <dgm:pt modelId="{22555C47-4B69-45A0-BBAA-BEC11BE81BBD}" type="pres">
      <dgm:prSet presAssocID="{E0C0EA98-F630-44C2-B8E0-4CA8B12C5749}" presName="compositeA" presStyleCnt="0"/>
      <dgm:spPr/>
    </dgm:pt>
    <dgm:pt modelId="{3D82A3ED-F675-4F3E-B447-F7D43FEF7BBA}" type="pres">
      <dgm:prSet presAssocID="{E0C0EA98-F630-44C2-B8E0-4CA8B12C5749}" presName="textA" presStyleLbl="revTx" presStyleIdx="0" presStyleCnt="7">
        <dgm:presLayoutVars>
          <dgm:bulletEnabled val="1"/>
        </dgm:presLayoutVars>
      </dgm:prSet>
      <dgm:spPr/>
    </dgm:pt>
    <dgm:pt modelId="{6201187E-D829-472B-A6FE-6A41EF451237}" type="pres">
      <dgm:prSet presAssocID="{E0C0EA98-F630-44C2-B8E0-4CA8B12C5749}" presName="circleA" presStyleLbl="node1" presStyleIdx="0" presStyleCnt="7"/>
      <dgm:spPr/>
    </dgm:pt>
    <dgm:pt modelId="{E1AC2F01-96F4-49B2-BE2E-D82D086335FF}" type="pres">
      <dgm:prSet presAssocID="{E0C0EA98-F630-44C2-B8E0-4CA8B12C5749}" presName="spaceA" presStyleCnt="0"/>
      <dgm:spPr/>
    </dgm:pt>
    <dgm:pt modelId="{9B28D7B4-9150-4B9A-9B93-8B4FFFD77DFC}" type="pres">
      <dgm:prSet presAssocID="{711369C7-3B6A-49CD-A0B1-C2D7DB5BFE28}" presName="space" presStyleCnt="0"/>
      <dgm:spPr/>
    </dgm:pt>
    <dgm:pt modelId="{0D9F38C2-5946-4635-9A25-A32B72547A35}" type="pres">
      <dgm:prSet presAssocID="{68B44E85-0BBA-4336-9040-3C67159FA357}" presName="compositeB" presStyleCnt="0"/>
      <dgm:spPr/>
    </dgm:pt>
    <dgm:pt modelId="{E3975F6D-4C6A-45A7-BFFC-287E0F2DBE48}" type="pres">
      <dgm:prSet presAssocID="{68B44E85-0BBA-4336-9040-3C67159FA357}" presName="textB" presStyleLbl="revTx" presStyleIdx="1" presStyleCnt="7">
        <dgm:presLayoutVars>
          <dgm:bulletEnabled val="1"/>
        </dgm:presLayoutVars>
      </dgm:prSet>
      <dgm:spPr/>
    </dgm:pt>
    <dgm:pt modelId="{CD8C11CF-41C8-4941-A03F-A5E6142227F7}" type="pres">
      <dgm:prSet presAssocID="{68B44E85-0BBA-4336-9040-3C67159FA357}" presName="circleB" presStyleLbl="node1" presStyleIdx="1" presStyleCnt="7"/>
      <dgm:spPr/>
    </dgm:pt>
    <dgm:pt modelId="{F6D8624F-6FF5-4110-A54F-C4C5984D3AEC}" type="pres">
      <dgm:prSet presAssocID="{68B44E85-0BBA-4336-9040-3C67159FA357}" presName="spaceB" presStyleCnt="0"/>
      <dgm:spPr/>
    </dgm:pt>
    <dgm:pt modelId="{86C8F468-DC67-4310-8330-A2C48D52649C}" type="pres">
      <dgm:prSet presAssocID="{73C78DDA-F751-43A9-B49F-EB55FB82D882}" presName="space" presStyleCnt="0"/>
      <dgm:spPr/>
    </dgm:pt>
    <dgm:pt modelId="{2C705565-2D61-4A32-81C5-90ADEFEEB32B}" type="pres">
      <dgm:prSet presAssocID="{B19432AD-FB7F-4EA4-A435-D71BD2AF7659}" presName="compositeA" presStyleCnt="0"/>
      <dgm:spPr/>
    </dgm:pt>
    <dgm:pt modelId="{411F6D3D-65C8-4A09-94F8-7BF262C9FEA5}" type="pres">
      <dgm:prSet presAssocID="{B19432AD-FB7F-4EA4-A435-D71BD2AF7659}" presName="textA" presStyleLbl="revTx" presStyleIdx="2" presStyleCnt="7">
        <dgm:presLayoutVars>
          <dgm:bulletEnabled val="1"/>
        </dgm:presLayoutVars>
      </dgm:prSet>
      <dgm:spPr/>
    </dgm:pt>
    <dgm:pt modelId="{2DF9892E-9536-477F-9F01-2A5314239398}" type="pres">
      <dgm:prSet presAssocID="{B19432AD-FB7F-4EA4-A435-D71BD2AF7659}" presName="circleA" presStyleLbl="node1" presStyleIdx="2" presStyleCnt="7"/>
      <dgm:spPr/>
    </dgm:pt>
    <dgm:pt modelId="{353B7675-AB52-445E-B474-1EB17629260C}" type="pres">
      <dgm:prSet presAssocID="{B19432AD-FB7F-4EA4-A435-D71BD2AF7659}" presName="spaceA" presStyleCnt="0"/>
      <dgm:spPr/>
    </dgm:pt>
    <dgm:pt modelId="{DC5CAF3B-3D6F-42FB-841D-28B2CA40B22C}" type="pres">
      <dgm:prSet presAssocID="{D6C86666-24B5-41AA-97F3-F8152C71B957}" presName="space" presStyleCnt="0"/>
      <dgm:spPr/>
    </dgm:pt>
    <dgm:pt modelId="{6674A58D-BBFD-4976-8BE0-4877A7F8285C}" type="pres">
      <dgm:prSet presAssocID="{A9E5B3BA-7081-4671-BB61-773BF5727E58}" presName="compositeB" presStyleCnt="0"/>
      <dgm:spPr/>
    </dgm:pt>
    <dgm:pt modelId="{115F0991-F011-4CCF-94DA-A8A4E8873D2F}" type="pres">
      <dgm:prSet presAssocID="{A9E5B3BA-7081-4671-BB61-773BF5727E58}" presName="textB" presStyleLbl="revTx" presStyleIdx="3" presStyleCnt="7">
        <dgm:presLayoutVars>
          <dgm:bulletEnabled val="1"/>
        </dgm:presLayoutVars>
      </dgm:prSet>
      <dgm:spPr/>
    </dgm:pt>
    <dgm:pt modelId="{83EE33FE-1D79-4393-B6B1-2CE984F60FEC}" type="pres">
      <dgm:prSet presAssocID="{A9E5B3BA-7081-4671-BB61-773BF5727E58}" presName="circleB" presStyleLbl="node1" presStyleIdx="3" presStyleCnt="7"/>
      <dgm:spPr/>
    </dgm:pt>
    <dgm:pt modelId="{68CBEB85-22E5-43C9-B8ED-519EDB50E534}" type="pres">
      <dgm:prSet presAssocID="{A9E5B3BA-7081-4671-BB61-773BF5727E58}" presName="spaceB" presStyleCnt="0"/>
      <dgm:spPr/>
    </dgm:pt>
    <dgm:pt modelId="{728F5737-BF47-4A4B-9AE1-4B797988A964}" type="pres">
      <dgm:prSet presAssocID="{82C185DD-B163-4285-A5CC-3156AB8E0886}" presName="space" presStyleCnt="0"/>
      <dgm:spPr/>
    </dgm:pt>
    <dgm:pt modelId="{B171514D-3D69-4BCF-B780-535AB6449917}" type="pres">
      <dgm:prSet presAssocID="{510CF922-5C5E-4764-92B8-F4E44AB0B95E}" presName="compositeA" presStyleCnt="0"/>
      <dgm:spPr/>
    </dgm:pt>
    <dgm:pt modelId="{831EF4A9-C2A1-4C75-A18A-7AB745E35EBD}" type="pres">
      <dgm:prSet presAssocID="{510CF922-5C5E-4764-92B8-F4E44AB0B95E}" presName="textA" presStyleLbl="revTx" presStyleIdx="4" presStyleCnt="7">
        <dgm:presLayoutVars>
          <dgm:bulletEnabled val="1"/>
        </dgm:presLayoutVars>
      </dgm:prSet>
      <dgm:spPr/>
    </dgm:pt>
    <dgm:pt modelId="{8CD44849-E03A-467E-A97C-E5E77DE35FA8}" type="pres">
      <dgm:prSet presAssocID="{510CF922-5C5E-4764-92B8-F4E44AB0B95E}" presName="circleA" presStyleLbl="node1" presStyleIdx="4" presStyleCnt="7"/>
      <dgm:spPr/>
    </dgm:pt>
    <dgm:pt modelId="{261A948D-1993-4DD4-866F-734EAA7A67CD}" type="pres">
      <dgm:prSet presAssocID="{510CF922-5C5E-4764-92B8-F4E44AB0B95E}" presName="spaceA" presStyleCnt="0"/>
      <dgm:spPr/>
    </dgm:pt>
    <dgm:pt modelId="{36D5BE8D-AC3A-4B7B-9BE0-22FB3AA7BD61}" type="pres">
      <dgm:prSet presAssocID="{91CB7BAD-9BC3-401E-9A7E-5392C3BAD9D1}" presName="space" presStyleCnt="0"/>
      <dgm:spPr/>
    </dgm:pt>
    <dgm:pt modelId="{4C37ECB6-96BC-4D89-A6AC-AF3583E4C16A}" type="pres">
      <dgm:prSet presAssocID="{5F2EFC9D-81C7-439E-A9DB-433E812D215D}" presName="compositeB" presStyleCnt="0"/>
      <dgm:spPr/>
    </dgm:pt>
    <dgm:pt modelId="{4444F8C6-280F-404C-BDA3-76DD645715BB}" type="pres">
      <dgm:prSet presAssocID="{5F2EFC9D-81C7-439E-A9DB-433E812D215D}" presName="textB" presStyleLbl="revTx" presStyleIdx="5" presStyleCnt="7">
        <dgm:presLayoutVars>
          <dgm:bulletEnabled val="1"/>
        </dgm:presLayoutVars>
      </dgm:prSet>
      <dgm:spPr/>
    </dgm:pt>
    <dgm:pt modelId="{F9E3FF47-5EF2-46E4-B3B8-A1C374C2087D}" type="pres">
      <dgm:prSet presAssocID="{5F2EFC9D-81C7-439E-A9DB-433E812D215D}" presName="circleB" presStyleLbl="node1" presStyleIdx="5" presStyleCnt="7"/>
      <dgm:spPr/>
    </dgm:pt>
    <dgm:pt modelId="{E7DFC501-574A-40CD-ABFC-521F133AFB8E}" type="pres">
      <dgm:prSet presAssocID="{5F2EFC9D-81C7-439E-A9DB-433E812D215D}" presName="spaceB" presStyleCnt="0"/>
      <dgm:spPr/>
    </dgm:pt>
    <dgm:pt modelId="{5F134FF7-5784-458A-A37E-865B4135349A}" type="pres">
      <dgm:prSet presAssocID="{6D380938-31A8-444D-968C-6BCF275E7863}" presName="space" presStyleCnt="0"/>
      <dgm:spPr/>
    </dgm:pt>
    <dgm:pt modelId="{0B4C19B8-97C8-4CCB-B461-541AEE84A77A}" type="pres">
      <dgm:prSet presAssocID="{6CC45C1C-AD14-4E1E-828D-DAF543576D7A}" presName="compositeA" presStyleCnt="0"/>
      <dgm:spPr/>
    </dgm:pt>
    <dgm:pt modelId="{42DE4923-24DB-4273-8C60-A083D28711EA}" type="pres">
      <dgm:prSet presAssocID="{6CC45C1C-AD14-4E1E-828D-DAF543576D7A}" presName="textA" presStyleLbl="revTx" presStyleIdx="6" presStyleCnt="7">
        <dgm:presLayoutVars>
          <dgm:bulletEnabled val="1"/>
        </dgm:presLayoutVars>
      </dgm:prSet>
      <dgm:spPr/>
    </dgm:pt>
    <dgm:pt modelId="{8C2F9801-745E-47D0-9BAB-510032C987DA}" type="pres">
      <dgm:prSet presAssocID="{6CC45C1C-AD14-4E1E-828D-DAF543576D7A}" presName="circleA" presStyleLbl="node1" presStyleIdx="6" presStyleCnt="7"/>
      <dgm:spPr/>
    </dgm:pt>
    <dgm:pt modelId="{274CC5E1-9F8A-4264-999D-62D8E003AB06}" type="pres">
      <dgm:prSet presAssocID="{6CC45C1C-AD14-4E1E-828D-DAF543576D7A}" presName="spaceA" presStyleCnt="0"/>
      <dgm:spPr/>
    </dgm:pt>
  </dgm:ptLst>
  <dgm:cxnLst>
    <dgm:cxn modelId="{72F57F00-09E9-4AED-93D2-6D4623A18D70}" srcId="{36B3BF52-C577-479A-9D2A-E4E68ABC3E28}" destId="{68B44E85-0BBA-4336-9040-3C67159FA357}" srcOrd="1" destOrd="0" parTransId="{FA6B7859-12C3-4297-B37D-9F2D234C53C4}" sibTransId="{73C78DDA-F751-43A9-B49F-EB55FB82D882}"/>
    <dgm:cxn modelId="{60AABE1B-91BF-4FD5-8975-F74AB6903C6C}" type="presOf" srcId="{5F2EFC9D-81C7-439E-A9DB-433E812D215D}" destId="{4444F8C6-280F-404C-BDA3-76DD645715BB}" srcOrd="0" destOrd="0" presId="urn:microsoft.com/office/officeart/2005/8/layout/hProcess11"/>
    <dgm:cxn modelId="{A2747123-3CB0-4E64-AB98-8C8A13E45919}" srcId="{36B3BF52-C577-479A-9D2A-E4E68ABC3E28}" destId="{510CF922-5C5E-4764-92B8-F4E44AB0B95E}" srcOrd="4" destOrd="0" parTransId="{3F31CF95-933B-4DA2-BD43-DD4D24C06DAD}" sibTransId="{91CB7BAD-9BC3-401E-9A7E-5392C3BAD9D1}"/>
    <dgm:cxn modelId="{68C75825-860A-4E8E-A329-A0CCB9AE2D6A}" srcId="{B19432AD-FB7F-4EA4-A435-D71BD2AF7659}" destId="{1DD27950-1717-4E06-822A-57AEC3BD9214}" srcOrd="0" destOrd="0" parTransId="{0145977D-79D5-4C02-80EA-3BEB32FBEBFA}" sibTransId="{AAA8F1B1-B71A-4654-93F9-FA1E5FE154FE}"/>
    <dgm:cxn modelId="{D889E634-41EA-46CE-8C4F-99A6B7E1478C}" type="presOf" srcId="{36B3BF52-C577-479A-9D2A-E4E68ABC3E28}" destId="{30547B4B-2373-4E9C-9FC7-709783768E17}" srcOrd="0" destOrd="0" presId="urn:microsoft.com/office/officeart/2005/8/layout/hProcess11"/>
    <dgm:cxn modelId="{BA6D1F36-12C7-4906-AC48-164EFFC04FC5}" type="presOf" srcId="{BF601D03-C09D-47B2-9BD3-545E26668EE0}" destId="{115F0991-F011-4CCF-94DA-A8A4E8873D2F}" srcOrd="0" destOrd="1" presId="urn:microsoft.com/office/officeart/2005/8/layout/hProcess11"/>
    <dgm:cxn modelId="{169C4F38-9B23-4BA6-9750-DEC727B1B83C}" type="presOf" srcId="{B19432AD-FB7F-4EA4-A435-D71BD2AF7659}" destId="{411F6D3D-65C8-4A09-94F8-7BF262C9FEA5}" srcOrd="0" destOrd="0" presId="urn:microsoft.com/office/officeart/2005/8/layout/hProcess11"/>
    <dgm:cxn modelId="{AD13193A-EC2F-4C30-A9D7-AAB736A5C6FB}" srcId="{36B3BF52-C577-479A-9D2A-E4E68ABC3E28}" destId="{E0C0EA98-F630-44C2-B8E0-4CA8B12C5749}" srcOrd="0" destOrd="0" parTransId="{A98712D9-554C-4E59-9CFF-3BA86C1FC13E}" sibTransId="{711369C7-3B6A-49CD-A0B1-C2D7DB5BFE28}"/>
    <dgm:cxn modelId="{C9C25D6D-892C-4F40-A2B3-3240BD2E40C8}" srcId="{510CF922-5C5E-4764-92B8-F4E44AB0B95E}" destId="{4CF602F9-B760-492F-9AD9-FFA6CB910E37}" srcOrd="0" destOrd="0" parTransId="{C5F09371-02D5-42CD-9EC2-9535075EE660}" sibTransId="{8CFBE304-F720-4A5A-8459-E880AE33FACE}"/>
    <dgm:cxn modelId="{5535DA53-130B-4CFC-B55F-9CD0C29F95C5}" type="presOf" srcId="{510CF922-5C5E-4764-92B8-F4E44AB0B95E}" destId="{831EF4A9-C2A1-4C75-A18A-7AB745E35EBD}" srcOrd="0" destOrd="0" presId="urn:microsoft.com/office/officeart/2005/8/layout/hProcess11"/>
    <dgm:cxn modelId="{EB025556-ED88-44E8-BCDD-D79739A5F434}" srcId="{A9E5B3BA-7081-4671-BB61-773BF5727E58}" destId="{BF601D03-C09D-47B2-9BD3-545E26668EE0}" srcOrd="0" destOrd="0" parTransId="{D256789C-BBE4-40F6-9478-959C8DB9CE21}" sibTransId="{1D3F0E32-8579-43E4-B2E9-91B2397DADD9}"/>
    <dgm:cxn modelId="{AE50035A-1E5B-48B4-90EE-4BE1E7F5768A}" type="presOf" srcId="{1DD27950-1717-4E06-822A-57AEC3BD9214}" destId="{411F6D3D-65C8-4A09-94F8-7BF262C9FEA5}" srcOrd="0" destOrd="1" presId="urn:microsoft.com/office/officeart/2005/8/layout/hProcess11"/>
    <dgm:cxn modelId="{21887986-F019-4AA5-B6A7-3785ABD267EE}" type="presOf" srcId="{2CB604D3-BE99-48CE-B23A-AB4822FE71B2}" destId="{4444F8C6-280F-404C-BDA3-76DD645715BB}" srcOrd="0" destOrd="1" presId="urn:microsoft.com/office/officeart/2005/8/layout/hProcess11"/>
    <dgm:cxn modelId="{69A222A9-268F-41C0-9A57-2EA73E557EE6}" type="presOf" srcId="{E0C0EA98-F630-44C2-B8E0-4CA8B12C5749}" destId="{3D82A3ED-F675-4F3E-B447-F7D43FEF7BBA}" srcOrd="0" destOrd="0" presId="urn:microsoft.com/office/officeart/2005/8/layout/hProcess11"/>
    <dgm:cxn modelId="{BB75DAB0-6594-4631-9136-83F6F408D2AB}" srcId="{5F2EFC9D-81C7-439E-A9DB-433E812D215D}" destId="{2CB604D3-BE99-48CE-B23A-AB4822FE71B2}" srcOrd="0" destOrd="0" parTransId="{4E7DBAEC-495E-4B45-8847-DA99A5BA29AD}" sibTransId="{C83917EC-F0FC-4471-BD3A-6C97CC5CC4DB}"/>
    <dgm:cxn modelId="{FAB105B5-5A9C-42F8-BF0F-3D0F53BB67DD}" srcId="{36B3BF52-C577-479A-9D2A-E4E68ABC3E28}" destId="{B19432AD-FB7F-4EA4-A435-D71BD2AF7659}" srcOrd="2" destOrd="0" parTransId="{B9E07C27-3922-42CD-95F5-0EEE9D83F008}" sibTransId="{D6C86666-24B5-41AA-97F3-F8152C71B957}"/>
    <dgm:cxn modelId="{169698BF-6236-4A03-819D-F2CB11805AFF}" srcId="{36B3BF52-C577-479A-9D2A-E4E68ABC3E28}" destId="{5F2EFC9D-81C7-439E-A9DB-433E812D215D}" srcOrd="5" destOrd="0" parTransId="{A379EA9E-5D0D-4F45-AC75-DD885FF29C9F}" sibTransId="{6D380938-31A8-444D-968C-6BCF275E7863}"/>
    <dgm:cxn modelId="{B2F7A5C0-81E7-4D97-A486-144D8E7D07C4}" type="presOf" srcId="{A9E5B3BA-7081-4671-BB61-773BF5727E58}" destId="{115F0991-F011-4CCF-94DA-A8A4E8873D2F}" srcOrd="0" destOrd="0" presId="urn:microsoft.com/office/officeart/2005/8/layout/hProcess11"/>
    <dgm:cxn modelId="{809AF2C9-2FF5-4F31-8236-79CAC4640F0E}" srcId="{6CC45C1C-AD14-4E1E-828D-DAF543576D7A}" destId="{41DF4754-B58B-4867-A77E-067F33C45FE0}" srcOrd="0" destOrd="0" parTransId="{F581EB4C-B1FA-4122-B55B-11503B9613DF}" sibTransId="{E8DB20D8-A65E-4F22-B501-5EE1ED69B8BD}"/>
    <dgm:cxn modelId="{048048CF-6E4B-4E7B-980B-ACDD219D0EE7}" type="presOf" srcId="{68B44E85-0BBA-4336-9040-3C67159FA357}" destId="{E3975F6D-4C6A-45A7-BFFC-287E0F2DBE48}" srcOrd="0" destOrd="0" presId="urn:microsoft.com/office/officeart/2005/8/layout/hProcess11"/>
    <dgm:cxn modelId="{E785A4D9-B14A-41CC-AE55-30443C5A4F06}" type="presOf" srcId="{4CF602F9-B760-492F-9AD9-FFA6CB910E37}" destId="{831EF4A9-C2A1-4C75-A18A-7AB745E35EBD}" srcOrd="0" destOrd="1" presId="urn:microsoft.com/office/officeart/2005/8/layout/hProcess11"/>
    <dgm:cxn modelId="{B14251EA-B2C6-4B0E-BB7B-0D47E99F2987}" srcId="{36B3BF52-C577-479A-9D2A-E4E68ABC3E28}" destId="{A9E5B3BA-7081-4671-BB61-773BF5727E58}" srcOrd="3" destOrd="0" parTransId="{81F7B295-C983-4014-A85F-8E5138C71CED}" sibTransId="{82C185DD-B163-4285-A5CC-3156AB8E0886}"/>
    <dgm:cxn modelId="{9C8079EE-6F1E-4203-8BF6-C7AF21F9370F}" type="presOf" srcId="{6CC45C1C-AD14-4E1E-828D-DAF543576D7A}" destId="{42DE4923-24DB-4273-8C60-A083D28711EA}" srcOrd="0" destOrd="0" presId="urn:microsoft.com/office/officeart/2005/8/layout/hProcess11"/>
    <dgm:cxn modelId="{8C35EFF7-5F6E-4255-ADF7-6FC52665C3A9}" type="presOf" srcId="{41DF4754-B58B-4867-A77E-067F33C45FE0}" destId="{42DE4923-24DB-4273-8C60-A083D28711EA}" srcOrd="0" destOrd="1" presId="urn:microsoft.com/office/officeart/2005/8/layout/hProcess11"/>
    <dgm:cxn modelId="{C17DF5F9-B059-4F00-9F03-7FA31A6BE350}" srcId="{36B3BF52-C577-479A-9D2A-E4E68ABC3E28}" destId="{6CC45C1C-AD14-4E1E-828D-DAF543576D7A}" srcOrd="6" destOrd="0" parTransId="{8243FB09-2E23-45CB-BDB0-3E3557F4E09A}" sibTransId="{7576373D-719E-4878-8FD8-C160E64389D7}"/>
    <dgm:cxn modelId="{F13C7381-CDBA-4814-857D-A733B99A8EF1}" type="presParOf" srcId="{30547B4B-2373-4E9C-9FC7-709783768E17}" destId="{1CF03ED3-128A-43F1-867F-3D5DEAC10E1E}" srcOrd="0" destOrd="0" presId="urn:microsoft.com/office/officeart/2005/8/layout/hProcess11"/>
    <dgm:cxn modelId="{8C70D6D9-507E-4058-AADF-D1476FD55A11}" type="presParOf" srcId="{30547B4B-2373-4E9C-9FC7-709783768E17}" destId="{2545276E-AD40-4619-8664-106E5D6A955F}" srcOrd="1" destOrd="0" presId="urn:microsoft.com/office/officeart/2005/8/layout/hProcess11"/>
    <dgm:cxn modelId="{3AF276A7-48AE-4FAD-AD06-6A167E1342A5}" type="presParOf" srcId="{2545276E-AD40-4619-8664-106E5D6A955F}" destId="{22555C47-4B69-45A0-BBAA-BEC11BE81BBD}" srcOrd="0" destOrd="0" presId="urn:microsoft.com/office/officeart/2005/8/layout/hProcess11"/>
    <dgm:cxn modelId="{B77FAE78-F557-4B01-A354-8F85D1765947}" type="presParOf" srcId="{22555C47-4B69-45A0-BBAA-BEC11BE81BBD}" destId="{3D82A3ED-F675-4F3E-B447-F7D43FEF7BBA}" srcOrd="0" destOrd="0" presId="urn:microsoft.com/office/officeart/2005/8/layout/hProcess11"/>
    <dgm:cxn modelId="{4EFBC407-5146-44F6-BB2D-2FC9DC1BB7F1}" type="presParOf" srcId="{22555C47-4B69-45A0-BBAA-BEC11BE81BBD}" destId="{6201187E-D829-472B-A6FE-6A41EF451237}" srcOrd="1" destOrd="0" presId="urn:microsoft.com/office/officeart/2005/8/layout/hProcess11"/>
    <dgm:cxn modelId="{7DE30566-5E50-4527-BC24-E2C402BB0123}" type="presParOf" srcId="{22555C47-4B69-45A0-BBAA-BEC11BE81BBD}" destId="{E1AC2F01-96F4-49B2-BE2E-D82D086335FF}" srcOrd="2" destOrd="0" presId="urn:microsoft.com/office/officeart/2005/8/layout/hProcess11"/>
    <dgm:cxn modelId="{7C8105E6-BF4E-4FD1-9121-F5F09821DA64}" type="presParOf" srcId="{2545276E-AD40-4619-8664-106E5D6A955F}" destId="{9B28D7B4-9150-4B9A-9B93-8B4FFFD77DFC}" srcOrd="1" destOrd="0" presId="urn:microsoft.com/office/officeart/2005/8/layout/hProcess11"/>
    <dgm:cxn modelId="{CFF9FADD-7ACB-4603-B482-13274DC6AF66}" type="presParOf" srcId="{2545276E-AD40-4619-8664-106E5D6A955F}" destId="{0D9F38C2-5946-4635-9A25-A32B72547A35}" srcOrd="2" destOrd="0" presId="urn:microsoft.com/office/officeart/2005/8/layout/hProcess11"/>
    <dgm:cxn modelId="{0D179E3A-7F5E-4D63-9121-CE514BEAF1E7}" type="presParOf" srcId="{0D9F38C2-5946-4635-9A25-A32B72547A35}" destId="{E3975F6D-4C6A-45A7-BFFC-287E0F2DBE48}" srcOrd="0" destOrd="0" presId="urn:microsoft.com/office/officeart/2005/8/layout/hProcess11"/>
    <dgm:cxn modelId="{3885B571-8355-449F-AE84-32DBC5CFDB0B}" type="presParOf" srcId="{0D9F38C2-5946-4635-9A25-A32B72547A35}" destId="{CD8C11CF-41C8-4941-A03F-A5E6142227F7}" srcOrd="1" destOrd="0" presId="urn:microsoft.com/office/officeart/2005/8/layout/hProcess11"/>
    <dgm:cxn modelId="{DEF94EB0-1965-4713-BFAC-C980F97366E5}" type="presParOf" srcId="{0D9F38C2-5946-4635-9A25-A32B72547A35}" destId="{F6D8624F-6FF5-4110-A54F-C4C5984D3AEC}" srcOrd="2" destOrd="0" presId="urn:microsoft.com/office/officeart/2005/8/layout/hProcess11"/>
    <dgm:cxn modelId="{A6725E05-C7B8-4D34-82F6-E77C3377F6CB}" type="presParOf" srcId="{2545276E-AD40-4619-8664-106E5D6A955F}" destId="{86C8F468-DC67-4310-8330-A2C48D52649C}" srcOrd="3" destOrd="0" presId="urn:microsoft.com/office/officeart/2005/8/layout/hProcess11"/>
    <dgm:cxn modelId="{8443958E-810C-4341-B223-2AA0CA2C1AD2}" type="presParOf" srcId="{2545276E-AD40-4619-8664-106E5D6A955F}" destId="{2C705565-2D61-4A32-81C5-90ADEFEEB32B}" srcOrd="4" destOrd="0" presId="urn:microsoft.com/office/officeart/2005/8/layout/hProcess11"/>
    <dgm:cxn modelId="{60B31A9D-C113-4ADB-B861-B16C3F9596B9}" type="presParOf" srcId="{2C705565-2D61-4A32-81C5-90ADEFEEB32B}" destId="{411F6D3D-65C8-4A09-94F8-7BF262C9FEA5}" srcOrd="0" destOrd="0" presId="urn:microsoft.com/office/officeart/2005/8/layout/hProcess11"/>
    <dgm:cxn modelId="{C7D09F5B-1302-4FDC-8F8E-B30CB3673F8A}" type="presParOf" srcId="{2C705565-2D61-4A32-81C5-90ADEFEEB32B}" destId="{2DF9892E-9536-477F-9F01-2A5314239398}" srcOrd="1" destOrd="0" presId="urn:microsoft.com/office/officeart/2005/8/layout/hProcess11"/>
    <dgm:cxn modelId="{F1468D07-E5FB-4A67-8408-9C0EFF66983A}" type="presParOf" srcId="{2C705565-2D61-4A32-81C5-90ADEFEEB32B}" destId="{353B7675-AB52-445E-B474-1EB17629260C}" srcOrd="2" destOrd="0" presId="urn:microsoft.com/office/officeart/2005/8/layout/hProcess11"/>
    <dgm:cxn modelId="{F0B9FE92-0EA1-411D-9A3F-4C4D7344F446}" type="presParOf" srcId="{2545276E-AD40-4619-8664-106E5D6A955F}" destId="{DC5CAF3B-3D6F-42FB-841D-28B2CA40B22C}" srcOrd="5" destOrd="0" presId="urn:microsoft.com/office/officeart/2005/8/layout/hProcess11"/>
    <dgm:cxn modelId="{A97CF221-8E86-4F13-8B4E-42458CC1FD56}" type="presParOf" srcId="{2545276E-AD40-4619-8664-106E5D6A955F}" destId="{6674A58D-BBFD-4976-8BE0-4877A7F8285C}" srcOrd="6" destOrd="0" presId="urn:microsoft.com/office/officeart/2005/8/layout/hProcess11"/>
    <dgm:cxn modelId="{102FF117-827A-45A8-9F7F-DC07CEA9650D}" type="presParOf" srcId="{6674A58D-BBFD-4976-8BE0-4877A7F8285C}" destId="{115F0991-F011-4CCF-94DA-A8A4E8873D2F}" srcOrd="0" destOrd="0" presId="urn:microsoft.com/office/officeart/2005/8/layout/hProcess11"/>
    <dgm:cxn modelId="{D0488412-773C-48DD-A6E5-0BB38218BD93}" type="presParOf" srcId="{6674A58D-BBFD-4976-8BE0-4877A7F8285C}" destId="{83EE33FE-1D79-4393-B6B1-2CE984F60FEC}" srcOrd="1" destOrd="0" presId="urn:microsoft.com/office/officeart/2005/8/layout/hProcess11"/>
    <dgm:cxn modelId="{DF6015AE-884B-41A7-9098-784D30A52DB8}" type="presParOf" srcId="{6674A58D-BBFD-4976-8BE0-4877A7F8285C}" destId="{68CBEB85-22E5-43C9-B8ED-519EDB50E534}" srcOrd="2" destOrd="0" presId="urn:microsoft.com/office/officeart/2005/8/layout/hProcess11"/>
    <dgm:cxn modelId="{CB37837D-7662-4608-BA5E-B0EEE83C73A7}" type="presParOf" srcId="{2545276E-AD40-4619-8664-106E5D6A955F}" destId="{728F5737-BF47-4A4B-9AE1-4B797988A964}" srcOrd="7" destOrd="0" presId="urn:microsoft.com/office/officeart/2005/8/layout/hProcess11"/>
    <dgm:cxn modelId="{3D0DA460-DE8E-426F-B1D1-E67BF32928AC}" type="presParOf" srcId="{2545276E-AD40-4619-8664-106E5D6A955F}" destId="{B171514D-3D69-4BCF-B780-535AB6449917}" srcOrd="8" destOrd="0" presId="urn:microsoft.com/office/officeart/2005/8/layout/hProcess11"/>
    <dgm:cxn modelId="{F0B7A900-C4FE-495B-9C55-E95E258B3002}" type="presParOf" srcId="{B171514D-3D69-4BCF-B780-535AB6449917}" destId="{831EF4A9-C2A1-4C75-A18A-7AB745E35EBD}" srcOrd="0" destOrd="0" presId="urn:microsoft.com/office/officeart/2005/8/layout/hProcess11"/>
    <dgm:cxn modelId="{0EC0FC2C-EBF7-4B8F-9E18-A719B411AC05}" type="presParOf" srcId="{B171514D-3D69-4BCF-B780-535AB6449917}" destId="{8CD44849-E03A-467E-A97C-E5E77DE35FA8}" srcOrd="1" destOrd="0" presId="urn:microsoft.com/office/officeart/2005/8/layout/hProcess11"/>
    <dgm:cxn modelId="{4CA8268C-464C-44AA-B1BE-C39ABBF077BD}" type="presParOf" srcId="{B171514D-3D69-4BCF-B780-535AB6449917}" destId="{261A948D-1993-4DD4-866F-734EAA7A67CD}" srcOrd="2" destOrd="0" presId="urn:microsoft.com/office/officeart/2005/8/layout/hProcess11"/>
    <dgm:cxn modelId="{A9BF0337-1EC4-4041-825E-1CE2AE953383}" type="presParOf" srcId="{2545276E-AD40-4619-8664-106E5D6A955F}" destId="{36D5BE8D-AC3A-4B7B-9BE0-22FB3AA7BD61}" srcOrd="9" destOrd="0" presId="urn:microsoft.com/office/officeart/2005/8/layout/hProcess11"/>
    <dgm:cxn modelId="{3E546D02-24BD-42FC-B4E2-47C6B56C1486}" type="presParOf" srcId="{2545276E-AD40-4619-8664-106E5D6A955F}" destId="{4C37ECB6-96BC-4D89-A6AC-AF3583E4C16A}" srcOrd="10" destOrd="0" presId="urn:microsoft.com/office/officeart/2005/8/layout/hProcess11"/>
    <dgm:cxn modelId="{3A5C8F8C-F725-4515-8603-E6F9E83B3D14}" type="presParOf" srcId="{4C37ECB6-96BC-4D89-A6AC-AF3583E4C16A}" destId="{4444F8C6-280F-404C-BDA3-76DD645715BB}" srcOrd="0" destOrd="0" presId="urn:microsoft.com/office/officeart/2005/8/layout/hProcess11"/>
    <dgm:cxn modelId="{51451920-6CB1-4152-A991-41A278D4ACD7}" type="presParOf" srcId="{4C37ECB6-96BC-4D89-A6AC-AF3583E4C16A}" destId="{F9E3FF47-5EF2-46E4-B3B8-A1C374C2087D}" srcOrd="1" destOrd="0" presId="urn:microsoft.com/office/officeart/2005/8/layout/hProcess11"/>
    <dgm:cxn modelId="{5B4386CB-D52C-4055-8734-CDC27F4F0C93}" type="presParOf" srcId="{4C37ECB6-96BC-4D89-A6AC-AF3583E4C16A}" destId="{E7DFC501-574A-40CD-ABFC-521F133AFB8E}" srcOrd="2" destOrd="0" presId="urn:microsoft.com/office/officeart/2005/8/layout/hProcess11"/>
    <dgm:cxn modelId="{46EBA70F-BC1B-4F21-9A7A-D77DE056E3EB}" type="presParOf" srcId="{2545276E-AD40-4619-8664-106E5D6A955F}" destId="{5F134FF7-5784-458A-A37E-865B4135349A}" srcOrd="11" destOrd="0" presId="urn:microsoft.com/office/officeart/2005/8/layout/hProcess11"/>
    <dgm:cxn modelId="{B8B24CDE-AFE6-463D-A4B9-08240C02434D}" type="presParOf" srcId="{2545276E-AD40-4619-8664-106E5D6A955F}" destId="{0B4C19B8-97C8-4CCB-B461-541AEE84A77A}" srcOrd="12" destOrd="0" presId="urn:microsoft.com/office/officeart/2005/8/layout/hProcess11"/>
    <dgm:cxn modelId="{B2D514D0-4B24-4463-B108-01EF4A3FB7FD}" type="presParOf" srcId="{0B4C19B8-97C8-4CCB-B461-541AEE84A77A}" destId="{42DE4923-24DB-4273-8C60-A083D28711EA}" srcOrd="0" destOrd="0" presId="urn:microsoft.com/office/officeart/2005/8/layout/hProcess11"/>
    <dgm:cxn modelId="{9DBCE759-EADB-45A7-A15C-D5B3850E9082}" type="presParOf" srcId="{0B4C19B8-97C8-4CCB-B461-541AEE84A77A}" destId="{8C2F9801-745E-47D0-9BAB-510032C987DA}" srcOrd="1" destOrd="0" presId="urn:microsoft.com/office/officeart/2005/8/layout/hProcess11"/>
    <dgm:cxn modelId="{5DC17AE2-A612-4FB7-A45A-A15280364F64}" type="presParOf" srcId="{0B4C19B8-97C8-4CCB-B461-541AEE84A77A}" destId="{274CC5E1-9F8A-4264-999D-62D8E003AB06}"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7DF01C3-56D3-417D-A231-6E88CB5BAC57}" type="doc">
      <dgm:prSet loTypeId="urn:microsoft.com/office/officeart/2005/8/layout/process1" loCatId="process" qsTypeId="urn:microsoft.com/office/officeart/2005/8/quickstyle/simple1" qsCatId="simple" csTypeId="urn:microsoft.com/office/officeart/2005/8/colors/colorful1" csCatId="colorful"/>
      <dgm:spPr/>
      <dgm:t>
        <a:bodyPr/>
        <a:lstStyle/>
        <a:p>
          <a:endParaRPr lang="en-MY"/>
        </a:p>
      </dgm:t>
    </dgm:pt>
    <dgm:pt modelId="{812DD414-B2C2-4631-B649-12180F963ED5}">
      <dgm:prSet custT="1"/>
      <dgm:spPr/>
      <dgm:t>
        <a:bodyPr/>
        <a:lstStyle/>
        <a:p>
          <a:r>
            <a:rPr lang="en-MY" sz="1400" baseline="0"/>
            <a:t>Information Technology (IT) </a:t>
          </a:r>
          <a:endParaRPr lang="en-MY" sz="1400"/>
        </a:p>
      </dgm:t>
    </dgm:pt>
    <dgm:pt modelId="{7987D9ED-025D-48CB-9252-4421D9AEB777}" type="parTrans" cxnId="{62DAFB09-57FC-4436-905F-B3EC7D5B78FC}">
      <dgm:prSet/>
      <dgm:spPr/>
      <dgm:t>
        <a:bodyPr/>
        <a:lstStyle/>
        <a:p>
          <a:endParaRPr lang="en-MY" sz="2000"/>
        </a:p>
      </dgm:t>
    </dgm:pt>
    <dgm:pt modelId="{85B37F3E-075D-4589-9874-693C3F4B4B64}" type="sibTrans" cxnId="{62DAFB09-57FC-4436-905F-B3EC7D5B78FC}">
      <dgm:prSet custT="1"/>
      <dgm:spPr/>
      <dgm:t>
        <a:bodyPr/>
        <a:lstStyle/>
        <a:p>
          <a:endParaRPr lang="en-MY" sz="1200"/>
        </a:p>
      </dgm:t>
    </dgm:pt>
    <dgm:pt modelId="{680F8685-6A3D-4F53-80F3-ED690EE0699C}">
      <dgm:prSet custT="1"/>
      <dgm:spPr/>
      <dgm:t>
        <a:bodyPr/>
        <a:lstStyle/>
        <a:p>
          <a:r>
            <a:rPr lang="en-MY" sz="1400" baseline="0"/>
            <a:t>Operational Technology (OT)</a:t>
          </a:r>
          <a:endParaRPr lang="en-MY" sz="1400"/>
        </a:p>
      </dgm:t>
    </dgm:pt>
    <dgm:pt modelId="{934F8F49-533A-44E9-9583-E47E256FBEFF}" type="parTrans" cxnId="{1A0A0A9B-5A83-4744-BEB2-D2AA23EA756F}">
      <dgm:prSet/>
      <dgm:spPr/>
      <dgm:t>
        <a:bodyPr/>
        <a:lstStyle/>
        <a:p>
          <a:endParaRPr lang="en-MY" sz="2000"/>
        </a:p>
      </dgm:t>
    </dgm:pt>
    <dgm:pt modelId="{8A593141-4917-4348-A2DE-8BEA7E5C7FBC}" type="sibTrans" cxnId="{1A0A0A9B-5A83-4744-BEB2-D2AA23EA756F}">
      <dgm:prSet custT="1"/>
      <dgm:spPr/>
      <dgm:t>
        <a:bodyPr/>
        <a:lstStyle/>
        <a:p>
          <a:endParaRPr lang="en-MY" sz="1200"/>
        </a:p>
      </dgm:t>
    </dgm:pt>
    <dgm:pt modelId="{AA3561D2-5584-406C-9497-04D7B6B7CD23}">
      <dgm:prSet custT="1"/>
      <dgm:spPr/>
      <dgm:t>
        <a:bodyPr/>
        <a:lstStyle/>
        <a:p>
          <a:r>
            <a:rPr lang="en-MY" sz="1400" baseline="0" dirty="0"/>
            <a:t>Personal  Technology </a:t>
          </a:r>
          <a:endParaRPr lang="en-MY" sz="1400" dirty="0"/>
        </a:p>
      </dgm:t>
    </dgm:pt>
    <dgm:pt modelId="{3D443C2F-7AF2-468F-81C5-65A7A60FDF2D}" type="parTrans" cxnId="{7BA4C815-65AA-4910-9AFB-5AEF6D237C90}">
      <dgm:prSet/>
      <dgm:spPr/>
      <dgm:t>
        <a:bodyPr/>
        <a:lstStyle/>
        <a:p>
          <a:endParaRPr lang="en-MY" sz="2000"/>
        </a:p>
      </dgm:t>
    </dgm:pt>
    <dgm:pt modelId="{CF78B5C0-15CF-4EE3-9120-82DC611F4DD5}" type="sibTrans" cxnId="{7BA4C815-65AA-4910-9AFB-5AEF6D237C90}">
      <dgm:prSet custT="1"/>
      <dgm:spPr/>
      <dgm:t>
        <a:bodyPr/>
        <a:lstStyle/>
        <a:p>
          <a:endParaRPr lang="en-MY" sz="1200"/>
        </a:p>
      </dgm:t>
    </dgm:pt>
    <dgm:pt modelId="{BD283C3F-8266-42C9-AE91-E22EC605C3BC}">
      <dgm:prSet custT="1"/>
      <dgm:spPr/>
      <dgm:t>
        <a:bodyPr/>
        <a:lstStyle/>
        <a:p>
          <a:r>
            <a:rPr lang="en-MY" sz="1400" baseline="0"/>
            <a:t>Sensor/actuator Technology </a:t>
          </a:r>
          <a:endParaRPr lang="en-MY" sz="1400"/>
        </a:p>
      </dgm:t>
    </dgm:pt>
    <dgm:pt modelId="{22E07FBE-3731-4798-91E3-95FA2657CE28}" type="parTrans" cxnId="{2E079490-AC0F-401D-8C5C-49AC7984864B}">
      <dgm:prSet/>
      <dgm:spPr/>
      <dgm:t>
        <a:bodyPr/>
        <a:lstStyle/>
        <a:p>
          <a:endParaRPr lang="en-MY" sz="2000"/>
        </a:p>
      </dgm:t>
    </dgm:pt>
    <dgm:pt modelId="{B0D416CF-BCF1-4005-9BCF-29A8B154DBE0}" type="sibTrans" cxnId="{2E079490-AC0F-401D-8C5C-49AC7984864B}">
      <dgm:prSet/>
      <dgm:spPr/>
      <dgm:t>
        <a:bodyPr/>
        <a:lstStyle/>
        <a:p>
          <a:endParaRPr lang="en-MY" sz="2000"/>
        </a:p>
      </dgm:t>
    </dgm:pt>
    <dgm:pt modelId="{46E6189B-8E92-4238-B022-C1ED2117714F}" type="pres">
      <dgm:prSet presAssocID="{27DF01C3-56D3-417D-A231-6E88CB5BAC57}" presName="Name0" presStyleCnt="0">
        <dgm:presLayoutVars>
          <dgm:dir/>
          <dgm:resizeHandles val="exact"/>
        </dgm:presLayoutVars>
      </dgm:prSet>
      <dgm:spPr/>
    </dgm:pt>
    <dgm:pt modelId="{C334855D-B98A-4956-9ED9-204745DA7037}" type="pres">
      <dgm:prSet presAssocID="{812DD414-B2C2-4631-B649-12180F963ED5}" presName="node" presStyleLbl="node1" presStyleIdx="0" presStyleCnt="4">
        <dgm:presLayoutVars>
          <dgm:bulletEnabled val="1"/>
        </dgm:presLayoutVars>
      </dgm:prSet>
      <dgm:spPr/>
    </dgm:pt>
    <dgm:pt modelId="{C444C6D6-637A-41C1-8BD8-FD06AFF2FA37}" type="pres">
      <dgm:prSet presAssocID="{85B37F3E-075D-4589-9874-693C3F4B4B64}" presName="sibTrans" presStyleLbl="sibTrans2D1" presStyleIdx="0" presStyleCnt="3"/>
      <dgm:spPr/>
    </dgm:pt>
    <dgm:pt modelId="{E3D66C2C-BC82-448F-BE83-1C534C408860}" type="pres">
      <dgm:prSet presAssocID="{85B37F3E-075D-4589-9874-693C3F4B4B64}" presName="connectorText" presStyleLbl="sibTrans2D1" presStyleIdx="0" presStyleCnt="3"/>
      <dgm:spPr/>
    </dgm:pt>
    <dgm:pt modelId="{A880E7BE-79AD-43E6-87BC-0E04D4319AD1}" type="pres">
      <dgm:prSet presAssocID="{680F8685-6A3D-4F53-80F3-ED690EE0699C}" presName="node" presStyleLbl="node1" presStyleIdx="1" presStyleCnt="4">
        <dgm:presLayoutVars>
          <dgm:bulletEnabled val="1"/>
        </dgm:presLayoutVars>
      </dgm:prSet>
      <dgm:spPr/>
    </dgm:pt>
    <dgm:pt modelId="{4100A67B-D72D-4240-A561-ACA55BC1B259}" type="pres">
      <dgm:prSet presAssocID="{8A593141-4917-4348-A2DE-8BEA7E5C7FBC}" presName="sibTrans" presStyleLbl="sibTrans2D1" presStyleIdx="1" presStyleCnt="3"/>
      <dgm:spPr/>
    </dgm:pt>
    <dgm:pt modelId="{A02D896F-5246-42FF-84BD-6E2F6A971E67}" type="pres">
      <dgm:prSet presAssocID="{8A593141-4917-4348-A2DE-8BEA7E5C7FBC}" presName="connectorText" presStyleLbl="sibTrans2D1" presStyleIdx="1" presStyleCnt="3"/>
      <dgm:spPr/>
    </dgm:pt>
    <dgm:pt modelId="{60D21DC6-39FE-482D-B9CE-F9015AD42A0A}" type="pres">
      <dgm:prSet presAssocID="{AA3561D2-5584-406C-9497-04D7B6B7CD23}" presName="node" presStyleLbl="node1" presStyleIdx="2" presStyleCnt="4">
        <dgm:presLayoutVars>
          <dgm:bulletEnabled val="1"/>
        </dgm:presLayoutVars>
      </dgm:prSet>
      <dgm:spPr/>
    </dgm:pt>
    <dgm:pt modelId="{74FA4E66-86D8-45EB-9986-3F3DBDB71750}" type="pres">
      <dgm:prSet presAssocID="{CF78B5C0-15CF-4EE3-9120-82DC611F4DD5}" presName="sibTrans" presStyleLbl="sibTrans2D1" presStyleIdx="2" presStyleCnt="3"/>
      <dgm:spPr/>
    </dgm:pt>
    <dgm:pt modelId="{4529DC23-17BA-44E2-97F9-ECBCF5A4EAA0}" type="pres">
      <dgm:prSet presAssocID="{CF78B5C0-15CF-4EE3-9120-82DC611F4DD5}" presName="connectorText" presStyleLbl="sibTrans2D1" presStyleIdx="2" presStyleCnt="3"/>
      <dgm:spPr/>
    </dgm:pt>
    <dgm:pt modelId="{63DB84C4-BA27-4AD5-8033-02E0D2EF9BCF}" type="pres">
      <dgm:prSet presAssocID="{BD283C3F-8266-42C9-AE91-E22EC605C3BC}" presName="node" presStyleLbl="node1" presStyleIdx="3" presStyleCnt="4">
        <dgm:presLayoutVars>
          <dgm:bulletEnabled val="1"/>
        </dgm:presLayoutVars>
      </dgm:prSet>
      <dgm:spPr/>
    </dgm:pt>
  </dgm:ptLst>
  <dgm:cxnLst>
    <dgm:cxn modelId="{10108203-8B2F-4553-93DA-72EE1B19A1C7}" type="presOf" srcId="{CF78B5C0-15CF-4EE3-9120-82DC611F4DD5}" destId="{4529DC23-17BA-44E2-97F9-ECBCF5A4EAA0}" srcOrd="1" destOrd="0" presId="urn:microsoft.com/office/officeart/2005/8/layout/process1"/>
    <dgm:cxn modelId="{62DAFB09-57FC-4436-905F-B3EC7D5B78FC}" srcId="{27DF01C3-56D3-417D-A231-6E88CB5BAC57}" destId="{812DD414-B2C2-4631-B649-12180F963ED5}" srcOrd="0" destOrd="0" parTransId="{7987D9ED-025D-48CB-9252-4421D9AEB777}" sibTransId="{85B37F3E-075D-4589-9874-693C3F4B4B64}"/>
    <dgm:cxn modelId="{65B8620E-F274-412D-A041-6D513C31C023}" type="presOf" srcId="{BD283C3F-8266-42C9-AE91-E22EC605C3BC}" destId="{63DB84C4-BA27-4AD5-8033-02E0D2EF9BCF}" srcOrd="0" destOrd="0" presId="urn:microsoft.com/office/officeart/2005/8/layout/process1"/>
    <dgm:cxn modelId="{7BA4C815-65AA-4910-9AFB-5AEF6D237C90}" srcId="{27DF01C3-56D3-417D-A231-6E88CB5BAC57}" destId="{AA3561D2-5584-406C-9497-04D7B6B7CD23}" srcOrd="2" destOrd="0" parTransId="{3D443C2F-7AF2-468F-81C5-65A7A60FDF2D}" sibTransId="{CF78B5C0-15CF-4EE3-9120-82DC611F4DD5}"/>
    <dgm:cxn modelId="{CAE96467-6983-42AD-BFFB-B006CE04D63F}" type="presOf" srcId="{680F8685-6A3D-4F53-80F3-ED690EE0699C}" destId="{A880E7BE-79AD-43E6-87BC-0E04D4319AD1}" srcOrd="0" destOrd="0" presId="urn:microsoft.com/office/officeart/2005/8/layout/process1"/>
    <dgm:cxn modelId="{08D0D447-0E79-40F0-8D08-AB2E35649083}" type="presOf" srcId="{812DD414-B2C2-4631-B649-12180F963ED5}" destId="{C334855D-B98A-4956-9ED9-204745DA7037}" srcOrd="0" destOrd="0" presId="urn:microsoft.com/office/officeart/2005/8/layout/process1"/>
    <dgm:cxn modelId="{4EF2CC4A-A373-4E86-89E7-2E024C9BCAD3}" type="presOf" srcId="{AA3561D2-5584-406C-9497-04D7B6B7CD23}" destId="{60D21DC6-39FE-482D-B9CE-F9015AD42A0A}" srcOrd="0" destOrd="0" presId="urn:microsoft.com/office/officeart/2005/8/layout/process1"/>
    <dgm:cxn modelId="{2E079490-AC0F-401D-8C5C-49AC7984864B}" srcId="{27DF01C3-56D3-417D-A231-6E88CB5BAC57}" destId="{BD283C3F-8266-42C9-AE91-E22EC605C3BC}" srcOrd="3" destOrd="0" parTransId="{22E07FBE-3731-4798-91E3-95FA2657CE28}" sibTransId="{B0D416CF-BCF1-4005-9BCF-29A8B154DBE0}"/>
    <dgm:cxn modelId="{C5BFD492-0AD8-4378-9939-C8EC85860D2C}" type="presOf" srcId="{85B37F3E-075D-4589-9874-693C3F4B4B64}" destId="{C444C6D6-637A-41C1-8BD8-FD06AFF2FA37}" srcOrd="0" destOrd="0" presId="urn:microsoft.com/office/officeart/2005/8/layout/process1"/>
    <dgm:cxn modelId="{1A0A0A9B-5A83-4744-BEB2-D2AA23EA756F}" srcId="{27DF01C3-56D3-417D-A231-6E88CB5BAC57}" destId="{680F8685-6A3D-4F53-80F3-ED690EE0699C}" srcOrd="1" destOrd="0" parTransId="{934F8F49-533A-44E9-9583-E47E256FBEFF}" sibTransId="{8A593141-4917-4348-A2DE-8BEA7E5C7FBC}"/>
    <dgm:cxn modelId="{3B44A5A8-FA35-4653-8F0D-9D49D3F26A48}" type="presOf" srcId="{8A593141-4917-4348-A2DE-8BEA7E5C7FBC}" destId="{A02D896F-5246-42FF-84BD-6E2F6A971E67}" srcOrd="1" destOrd="0" presId="urn:microsoft.com/office/officeart/2005/8/layout/process1"/>
    <dgm:cxn modelId="{296625B1-71E0-4598-895A-4311560CB328}" type="presOf" srcId="{27DF01C3-56D3-417D-A231-6E88CB5BAC57}" destId="{46E6189B-8E92-4238-B022-C1ED2117714F}" srcOrd="0" destOrd="0" presId="urn:microsoft.com/office/officeart/2005/8/layout/process1"/>
    <dgm:cxn modelId="{B4CB39F2-E2CE-4455-8D47-466336D1228C}" type="presOf" srcId="{8A593141-4917-4348-A2DE-8BEA7E5C7FBC}" destId="{4100A67B-D72D-4240-A561-ACA55BC1B259}" srcOrd="0" destOrd="0" presId="urn:microsoft.com/office/officeart/2005/8/layout/process1"/>
    <dgm:cxn modelId="{3DA612F8-C3B1-4ED9-BCDC-C1DC40253E5C}" type="presOf" srcId="{85B37F3E-075D-4589-9874-693C3F4B4B64}" destId="{E3D66C2C-BC82-448F-BE83-1C534C408860}" srcOrd="1" destOrd="0" presId="urn:microsoft.com/office/officeart/2005/8/layout/process1"/>
    <dgm:cxn modelId="{303A2FFF-ADB3-4434-B973-67949759EDD2}" type="presOf" srcId="{CF78B5C0-15CF-4EE3-9120-82DC611F4DD5}" destId="{74FA4E66-86D8-45EB-9986-3F3DBDB71750}" srcOrd="0" destOrd="0" presId="urn:microsoft.com/office/officeart/2005/8/layout/process1"/>
    <dgm:cxn modelId="{83129840-602C-4E51-A0B6-1615F80741F8}" type="presParOf" srcId="{46E6189B-8E92-4238-B022-C1ED2117714F}" destId="{C334855D-B98A-4956-9ED9-204745DA7037}" srcOrd="0" destOrd="0" presId="urn:microsoft.com/office/officeart/2005/8/layout/process1"/>
    <dgm:cxn modelId="{86600C04-BE42-4F46-89FB-AAA7415D4881}" type="presParOf" srcId="{46E6189B-8E92-4238-B022-C1ED2117714F}" destId="{C444C6D6-637A-41C1-8BD8-FD06AFF2FA37}" srcOrd="1" destOrd="0" presId="urn:microsoft.com/office/officeart/2005/8/layout/process1"/>
    <dgm:cxn modelId="{8E41D95A-6FDF-4FB0-BE7A-80D8FB15A9F8}" type="presParOf" srcId="{C444C6D6-637A-41C1-8BD8-FD06AFF2FA37}" destId="{E3D66C2C-BC82-448F-BE83-1C534C408860}" srcOrd="0" destOrd="0" presId="urn:microsoft.com/office/officeart/2005/8/layout/process1"/>
    <dgm:cxn modelId="{3BF52848-4530-437F-8088-7E885F95B436}" type="presParOf" srcId="{46E6189B-8E92-4238-B022-C1ED2117714F}" destId="{A880E7BE-79AD-43E6-87BC-0E04D4319AD1}" srcOrd="2" destOrd="0" presId="urn:microsoft.com/office/officeart/2005/8/layout/process1"/>
    <dgm:cxn modelId="{D5B4BAD5-0A2C-4208-BE34-C2DA8F5CA20B}" type="presParOf" srcId="{46E6189B-8E92-4238-B022-C1ED2117714F}" destId="{4100A67B-D72D-4240-A561-ACA55BC1B259}" srcOrd="3" destOrd="0" presId="urn:microsoft.com/office/officeart/2005/8/layout/process1"/>
    <dgm:cxn modelId="{C6E0901B-C34E-4A11-A93E-1C237552701F}" type="presParOf" srcId="{4100A67B-D72D-4240-A561-ACA55BC1B259}" destId="{A02D896F-5246-42FF-84BD-6E2F6A971E67}" srcOrd="0" destOrd="0" presId="urn:microsoft.com/office/officeart/2005/8/layout/process1"/>
    <dgm:cxn modelId="{26CEAE45-8FC7-4C9E-85D6-8C9FA48AE316}" type="presParOf" srcId="{46E6189B-8E92-4238-B022-C1ED2117714F}" destId="{60D21DC6-39FE-482D-B9CE-F9015AD42A0A}" srcOrd="4" destOrd="0" presId="urn:microsoft.com/office/officeart/2005/8/layout/process1"/>
    <dgm:cxn modelId="{39D52E74-2B46-429E-A3AA-904D61FF1482}" type="presParOf" srcId="{46E6189B-8E92-4238-B022-C1ED2117714F}" destId="{74FA4E66-86D8-45EB-9986-3F3DBDB71750}" srcOrd="5" destOrd="0" presId="urn:microsoft.com/office/officeart/2005/8/layout/process1"/>
    <dgm:cxn modelId="{372CFD50-281A-4194-9E6A-88306F44F5D5}" type="presParOf" srcId="{74FA4E66-86D8-45EB-9986-3F3DBDB71750}" destId="{4529DC23-17BA-44E2-97F9-ECBCF5A4EAA0}" srcOrd="0" destOrd="0" presId="urn:microsoft.com/office/officeart/2005/8/layout/process1"/>
    <dgm:cxn modelId="{750E2E7F-A388-4586-A872-0286702D5153}" type="presParOf" srcId="{46E6189B-8E92-4238-B022-C1ED2117714F}" destId="{63DB84C4-BA27-4AD5-8033-02E0D2EF9BCF}" srcOrd="6"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9997075-E9DF-4477-9F28-95F920158956}" type="doc">
      <dgm:prSet loTypeId="urn:microsoft.com/office/officeart/2005/8/layout/default" loCatId="list" qsTypeId="urn:microsoft.com/office/officeart/2005/8/quickstyle/simple1" qsCatId="simple" csTypeId="urn:microsoft.com/office/officeart/2005/8/colors/colorful1" csCatId="colorful"/>
      <dgm:spPr/>
      <dgm:t>
        <a:bodyPr/>
        <a:lstStyle/>
        <a:p>
          <a:endParaRPr lang="en-MY"/>
        </a:p>
      </dgm:t>
    </dgm:pt>
    <dgm:pt modelId="{4F2E6D92-4C22-472F-86F9-F9CED0984FDF}">
      <dgm:prSet/>
      <dgm:spPr/>
      <dgm:t>
        <a:bodyPr/>
        <a:lstStyle/>
        <a:p>
          <a:r>
            <a:rPr lang="en-GB"/>
            <a:t>Performance</a:t>
          </a:r>
          <a:endParaRPr lang="en-MY"/>
        </a:p>
      </dgm:t>
    </dgm:pt>
    <dgm:pt modelId="{F14A88BA-4349-40B1-A85C-49540A3BD933}" type="parTrans" cxnId="{A03500CC-CAD5-4738-9DBF-5A6BFEE1C965}">
      <dgm:prSet/>
      <dgm:spPr/>
      <dgm:t>
        <a:bodyPr/>
        <a:lstStyle/>
        <a:p>
          <a:endParaRPr lang="en-MY"/>
        </a:p>
      </dgm:t>
    </dgm:pt>
    <dgm:pt modelId="{1CA72AAF-C0A6-44BE-861F-82A4FC33C0AA}" type="sibTrans" cxnId="{A03500CC-CAD5-4738-9DBF-5A6BFEE1C965}">
      <dgm:prSet/>
      <dgm:spPr/>
      <dgm:t>
        <a:bodyPr/>
        <a:lstStyle/>
        <a:p>
          <a:endParaRPr lang="en-MY"/>
        </a:p>
      </dgm:t>
    </dgm:pt>
    <dgm:pt modelId="{50491B96-A0AB-4F90-A839-310810C83740}">
      <dgm:prSet/>
      <dgm:spPr/>
      <dgm:t>
        <a:bodyPr/>
        <a:lstStyle/>
        <a:p>
          <a:r>
            <a:rPr lang="en-GB"/>
            <a:t>Cost</a:t>
          </a:r>
          <a:endParaRPr lang="en-MY"/>
        </a:p>
      </dgm:t>
    </dgm:pt>
    <dgm:pt modelId="{E71AFFF7-1E9A-4E1A-8A4B-CE97E7F4E3D0}" type="parTrans" cxnId="{81B2A473-AD5C-44B7-ACF1-4B9363D2DF9D}">
      <dgm:prSet/>
      <dgm:spPr/>
      <dgm:t>
        <a:bodyPr/>
        <a:lstStyle/>
        <a:p>
          <a:endParaRPr lang="en-MY"/>
        </a:p>
      </dgm:t>
    </dgm:pt>
    <dgm:pt modelId="{78CC6893-86FC-4948-94B0-EEB7A6062380}" type="sibTrans" cxnId="{81B2A473-AD5C-44B7-ACF1-4B9363D2DF9D}">
      <dgm:prSet/>
      <dgm:spPr/>
      <dgm:t>
        <a:bodyPr/>
        <a:lstStyle/>
        <a:p>
          <a:endParaRPr lang="en-MY"/>
        </a:p>
      </dgm:t>
    </dgm:pt>
    <dgm:pt modelId="{F5576721-3BB1-4337-8DA7-75126ECCDF48}">
      <dgm:prSet/>
      <dgm:spPr/>
      <dgm:t>
        <a:bodyPr/>
        <a:lstStyle/>
        <a:p>
          <a:r>
            <a:rPr lang="en-GB"/>
            <a:t>Size</a:t>
          </a:r>
          <a:endParaRPr lang="en-MY"/>
        </a:p>
      </dgm:t>
    </dgm:pt>
    <dgm:pt modelId="{8F7A40B8-8272-4D7C-AF7D-978BFD3D1B61}" type="parTrans" cxnId="{A7607553-7CE1-48C6-8380-673526AA9927}">
      <dgm:prSet/>
      <dgm:spPr/>
      <dgm:t>
        <a:bodyPr/>
        <a:lstStyle/>
        <a:p>
          <a:endParaRPr lang="en-MY"/>
        </a:p>
      </dgm:t>
    </dgm:pt>
    <dgm:pt modelId="{FAED7153-FCB5-4D48-983E-934753D6C113}" type="sibTrans" cxnId="{A7607553-7CE1-48C6-8380-673526AA9927}">
      <dgm:prSet/>
      <dgm:spPr/>
      <dgm:t>
        <a:bodyPr/>
        <a:lstStyle/>
        <a:p>
          <a:endParaRPr lang="en-MY"/>
        </a:p>
      </dgm:t>
    </dgm:pt>
    <dgm:pt modelId="{23A698FC-F832-4FEA-A409-317BF295C845}">
      <dgm:prSet/>
      <dgm:spPr/>
      <dgm:t>
        <a:bodyPr/>
        <a:lstStyle/>
        <a:p>
          <a:r>
            <a:rPr lang="en-GB"/>
            <a:t>Security</a:t>
          </a:r>
          <a:endParaRPr lang="en-MY"/>
        </a:p>
      </dgm:t>
    </dgm:pt>
    <dgm:pt modelId="{22DF0CD1-7113-4410-9EFC-FC38E122E894}" type="parTrans" cxnId="{2756836A-3D30-475F-ABE6-FDC98C226782}">
      <dgm:prSet/>
      <dgm:spPr/>
      <dgm:t>
        <a:bodyPr/>
        <a:lstStyle/>
        <a:p>
          <a:endParaRPr lang="en-MY"/>
        </a:p>
      </dgm:t>
    </dgm:pt>
    <dgm:pt modelId="{38ED4DD6-8EB2-4A50-B9F6-A3B2D48F3BE9}" type="sibTrans" cxnId="{2756836A-3D30-475F-ABE6-FDC98C226782}">
      <dgm:prSet/>
      <dgm:spPr/>
      <dgm:t>
        <a:bodyPr/>
        <a:lstStyle/>
        <a:p>
          <a:endParaRPr lang="en-MY"/>
        </a:p>
      </dgm:t>
    </dgm:pt>
    <dgm:pt modelId="{48BB3ACD-F2F0-473C-A7BD-213AE6351439}">
      <dgm:prSet/>
      <dgm:spPr/>
      <dgm:t>
        <a:bodyPr/>
        <a:lstStyle/>
        <a:p>
          <a:r>
            <a:rPr lang="en-GB"/>
            <a:t>Reliability</a:t>
          </a:r>
          <a:endParaRPr lang="en-MY"/>
        </a:p>
      </dgm:t>
    </dgm:pt>
    <dgm:pt modelId="{945570B9-D987-4C46-90BA-B59FDCE53026}" type="parTrans" cxnId="{F0C2769D-560F-4A32-8119-028C9AD71692}">
      <dgm:prSet/>
      <dgm:spPr/>
      <dgm:t>
        <a:bodyPr/>
        <a:lstStyle/>
        <a:p>
          <a:endParaRPr lang="en-MY"/>
        </a:p>
      </dgm:t>
    </dgm:pt>
    <dgm:pt modelId="{CA6F6101-EAA3-4A7A-82B2-2CE507D1C74E}" type="sibTrans" cxnId="{F0C2769D-560F-4A32-8119-028C9AD71692}">
      <dgm:prSet/>
      <dgm:spPr/>
      <dgm:t>
        <a:bodyPr/>
        <a:lstStyle/>
        <a:p>
          <a:endParaRPr lang="en-MY"/>
        </a:p>
      </dgm:t>
    </dgm:pt>
    <dgm:pt modelId="{4D8D0186-D11F-49D7-B249-04847535E4AC}">
      <dgm:prSet/>
      <dgm:spPr/>
      <dgm:t>
        <a:bodyPr/>
        <a:lstStyle/>
        <a:p>
          <a:r>
            <a:rPr lang="en-GB"/>
            <a:t>Power consumption</a:t>
          </a:r>
          <a:endParaRPr lang="en-MY"/>
        </a:p>
      </dgm:t>
    </dgm:pt>
    <dgm:pt modelId="{2E3678DA-4D24-4CF4-86EB-C17E80388391}" type="parTrans" cxnId="{29384DB8-3DA0-4042-9E94-58DBF63234A4}">
      <dgm:prSet/>
      <dgm:spPr/>
      <dgm:t>
        <a:bodyPr/>
        <a:lstStyle/>
        <a:p>
          <a:endParaRPr lang="en-MY"/>
        </a:p>
      </dgm:t>
    </dgm:pt>
    <dgm:pt modelId="{8B70F61F-9956-472E-9CC3-E7235292A12F}" type="sibTrans" cxnId="{29384DB8-3DA0-4042-9E94-58DBF63234A4}">
      <dgm:prSet/>
      <dgm:spPr/>
      <dgm:t>
        <a:bodyPr/>
        <a:lstStyle/>
        <a:p>
          <a:endParaRPr lang="en-MY"/>
        </a:p>
      </dgm:t>
    </dgm:pt>
    <dgm:pt modelId="{9730EA68-2D85-4601-B33F-460230798553}" type="pres">
      <dgm:prSet presAssocID="{79997075-E9DF-4477-9F28-95F920158956}" presName="diagram" presStyleCnt="0">
        <dgm:presLayoutVars>
          <dgm:dir/>
          <dgm:resizeHandles val="exact"/>
        </dgm:presLayoutVars>
      </dgm:prSet>
      <dgm:spPr/>
    </dgm:pt>
    <dgm:pt modelId="{2A62AEF2-0B8C-489E-97FC-8BE8A98D414C}" type="pres">
      <dgm:prSet presAssocID="{4F2E6D92-4C22-472F-86F9-F9CED0984FDF}" presName="node" presStyleLbl="node1" presStyleIdx="0" presStyleCnt="6">
        <dgm:presLayoutVars>
          <dgm:bulletEnabled val="1"/>
        </dgm:presLayoutVars>
      </dgm:prSet>
      <dgm:spPr/>
    </dgm:pt>
    <dgm:pt modelId="{5683AAEB-5D71-4265-8193-AE804A9B3046}" type="pres">
      <dgm:prSet presAssocID="{1CA72AAF-C0A6-44BE-861F-82A4FC33C0AA}" presName="sibTrans" presStyleCnt="0"/>
      <dgm:spPr/>
    </dgm:pt>
    <dgm:pt modelId="{2610A55B-1B5E-4B77-B0EC-A8FC96D3C7C4}" type="pres">
      <dgm:prSet presAssocID="{50491B96-A0AB-4F90-A839-310810C83740}" presName="node" presStyleLbl="node1" presStyleIdx="1" presStyleCnt="6">
        <dgm:presLayoutVars>
          <dgm:bulletEnabled val="1"/>
        </dgm:presLayoutVars>
      </dgm:prSet>
      <dgm:spPr/>
    </dgm:pt>
    <dgm:pt modelId="{7C815073-365A-47C3-8987-C9294A7299F9}" type="pres">
      <dgm:prSet presAssocID="{78CC6893-86FC-4948-94B0-EEB7A6062380}" presName="sibTrans" presStyleCnt="0"/>
      <dgm:spPr/>
    </dgm:pt>
    <dgm:pt modelId="{AB2D6CED-942F-4E6C-9533-103B4F11D849}" type="pres">
      <dgm:prSet presAssocID="{F5576721-3BB1-4337-8DA7-75126ECCDF48}" presName="node" presStyleLbl="node1" presStyleIdx="2" presStyleCnt="6">
        <dgm:presLayoutVars>
          <dgm:bulletEnabled val="1"/>
        </dgm:presLayoutVars>
      </dgm:prSet>
      <dgm:spPr/>
    </dgm:pt>
    <dgm:pt modelId="{3DC3C962-C5AF-4D57-8185-8F4FAF7E1FD4}" type="pres">
      <dgm:prSet presAssocID="{FAED7153-FCB5-4D48-983E-934753D6C113}" presName="sibTrans" presStyleCnt="0"/>
      <dgm:spPr/>
    </dgm:pt>
    <dgm:pt modelId="{EC793762-345A-474F-88C7-F25C88FC3C9E}" type="pres">
      <dgm:prSet presAssocID="{23A698FC-F832-4FEA-A409-317BF295C845}" presName="node" presStyleLbl="node1" presStyleIdx="3" presStyleCnt="6">
        <dgm:presLayoutVars>
          <dgm:bulletEnabled val="1"/>
        </dgm:presLayoutVars>
      </dgm:prSet>
      <dgm:spPr/>
    </dgm:pt>
    <dgm:pt modelId="{FD2E8298-51CE-4484-B62D-C6C4D995642B}" type="pres">
      <dgm:prSet presAssocID="{38ED4DD6-8EB2-4A50-B9F6-A3B2D48F3BE9}" presName="sibTrans" presStyleCnt="0"/>
      <dgm:spPr/>
    </dgm:pt>
    <dgm:pt modelId="{5B0AEBB3-BE8E-40DB-858E-22F0ABB94D50}" type="pres">
      <dgm:prSet presAssocID="{48BB3ACD-F2F0-473C-A7BD-213AE6351439}" presName="node" presStyleLbl="node1" presStyleIdx="4" presStyleCnt="6">
        <dgm:presLayoutVars>
          <dgm:bulletEnabled val="1"/>
        </dgm:presLayoutVars>
      </dgm:prSet>
      <dgm:spPr/>
    </dgm:pt>
    <dgm:pt modelId="{3978D59E-F3EA-4260-A1C8-E7DA9EEF1488}" type="pres">
      <dgm:prSet presAssocID="{CA6F6101-EAA3-4A7A-82B2-2CE507D1C74E}" presName="sibTrans" presStyleCnt="0"/>
      <dgm:spPr/>
    </dgm:pt>
    <dgm:pt modelId="{80703E6F-CB40-4382-B26E-5EC66C948991}" type="pres">
      <dgm:prSet presAssocID="{4D8D0186-D11F-49D7-B249-04847535E4AC}" presName="node" presStyleLbl="node1" presStyleIdx="5" presStyleCnt="6">
        <dgm:presLayoutVars>
          <dgm:bulletEnabled val="1"/>
        </dgm:presLayoutVars>
      </dgm:prSet>
      <dgm:spPr/>
    </dgm:pt>
  </dgm:ptLst>
  <dgm:cxnLst>
    <dgm:cxn modelId="{9DD39D41-3D5D-450A-88F1-3411B357F70D}" type="presOf" srcId="{4F2E6D92-4C22-472F-86F9-F9CED0984FDF}" destId="{2A62AEF2-0B8C-489E-97FC-8BE8A98D414C}" srcOrd="0" destOrd="0" presId="urn:microsoft.com/office/officeart/2005/8/layout/default"/>
    <dgm:cxn modelId="{2756836A-3D30-475F-ABE6-FDC98C226782}" srcId="{79997075-E9DF-4477-9F28-95F920158956}" destId="{23A698FC-F832-4FEA-A409-317BF295C845}" srcOrd="3" destOrd="0" parTransId="{22DF0CD1-7113-4410-9EFC-FC38E122E894}" sibTransId="{38ED4DD6-8EB2-4A50-B9F6-A3B2D48F3BE9}"/>
    <dgm:cxn modelId="{A7607553-7CE1-48C6-8380-673526AA9927}" srcId="{79997075-E9DF-4477-9F28-95F920158956}" destId="{F5576721-3BB1-4337-8DA7-75126ECCDF48}" srcOrd="2" destOrd="0" parTransId="{8F7A40B8-8272-4D7C-AF7D-978BFD3D1B61}" sibTransId="{FAED7153-FCB5-4D48-983E-934753D6C113}"/>
    <dgm:cxn modelId="{81B2A473-AD5C-44B7-ACF1-4B9363D2DF9D}" srcId="{79997075-E9DF-4477-9F28-95F920158956}" destId="{50491B96-A0AB-4F90-A839-310810C83740}" srcOrd="1" destOrd="0" parTransId="{E71AFFF7-1E9A-4E1A-8A4B-CE97E7F4E3D0}" sibTransId="{78CC6893-86FC-4948-94B0-EEB7A6062380}"/>
    <dgm:cxn modelId="{C47DA177-4202-4647-A50F-5ED4BFE2132D}" type="presOf" srcId="{50491B96-A0AB-4F90-A839-310810C83740}" destId="{2610A55B-1B5E-4B77-B0EC-A8FC96D3C7C4}" srcOrd="0" destOrd="0" presId="urn:microsoft.com/office/officeart/2005/8/layout/default"/>
    <dgm:cxn modelId="{9A8F198A-029D-454B-918C-6FAA32CD08FD}" type="presOf" srcId="{48BB3ACD-F2F0-473C-A7BD-213AE6351439}" destId="{5B0AEBB3-BE8E-40DB-858E-22F0ABB94D50}" srcOrd="0" destOrd="0" presId="urn:microsoft.com/office/officeart/2005/8/layout/default"/>
    <dgm:cxn modelId="{8C73478C-6E92-421B-BDC4-C58725F8BC0E}" type="presOf" srcId="{23A698FC-F832-4FEA-A409-317BF295C845}" destId="{EC793762-345A-474F-88C7-F25C88FC3C9E}" srcOrd="0" destOrd="0" presId="urn:microsoft.com/office/officeart/2005/8/layout/default"/>
    <dgm:cxn modelId="{F0C2769D-560F-4A32-8119-028C9AD71692}" srcId="{79997075-E9DF-4477-9F28-95F920158956}" destId="{48BB3ACD-F2F0-473C-A7BD-213AE6351439}" srcOrd="4" destOrd="0" parTransId="{945570B9-D987-4C46-90BA-B59FDCE53026}" sibTransId="{CA6F6101-EAA3-4A7A-82B2-2CE507D1C74E}"/>
    <dgm:cxn modelId="{065B0FB5-9EDA-4256-85D4-C42337B7ECB5}" type="presOf" srcId="{79997075-E9DF-4477-9F28-95F920158956}" destId="{9730EA68-2D85-4601-B33F-460230798553}" srcOrd="0" destOrd="0" presId="urn:microsoft.com/office/officeart/2005/8/layout/default"/>
    <dgm:cxn modelId="{29384DB8-3DA0-4042-9E94-58DBF63234A4}" srcId="{79997075-E9DF-4477-9F28-95F920158956}" destId="{4D8D0186-D11F-49D7-B249-04847535E4AC}" srcOrd="5" destOrd="0" parTransId="{2E3678DA-4D24-4CF4-86EB-C17E80388391}" sibTransId="{8B70F61F-9956-472E-9CC3-E7235292A12F}"/>
    <dgm:cxn modelId="{16F8ABC6-07BB-46FE-AD92-DCF71B127A4B}" type="presOf" srcId="{F5576721-3BB1-4337-8DA7-75126ECCDF48}" destId="{AB2D6CED-942F-4E6C-9533-103B4F11D849}" srcOrd="0" destOrd="0" presId="urn:microsoft.com/office/officeart/2005/8/layout/default"/>
    <dgm:cxn modelId="{A03500CC-CAD5-4738-9DBF-5A6BFEE1C965}" srcId="{79997075-E9DF-4477-9F28-95F920158956}" destId="{4F2E6D92-4C22-472F-86F9-F9CED0984FDF}" srcOrd="0" destOrd="0" parTransId="{F14A88BA-4349-40B1-A85C-49540A3BD933}" sibTransId="{1CA72AAF-C0A6-44BE-861F-82A4FC33C0AA}"/>
    <dgm:cxn modelId="{760F26D5-2954-49AE-B8FE-BAA56FD84424}" type="presOf" srcId="{4D8D0186-D11F-49D7-B249-04847535E4AC}" destId="{80703E6F-CB40-4382-B26E-5EC66C948991}" srcOrd="0" destOrd="0" presId="urn:microsoft.com/office/officeart/2005/8/layout/default"/>
    <dgm:cxn modelId="{84DBA260-2163-4768-A676-912D6FD43C0E}" type="presParOf" srcId="{9730EA68-2D85-4601-B33F-460230798553}" destId="{2A62AEF2-0B8C-489E-97FC-8BE8A98D414C}" srcOrd="0" destOrd="0" presId="urn:microsoft.com/office/officeart/2005/8/layout/default"/>
    <dgm:cxn modelId="{EEAA15D6-8A6D-4284-8A22-5D0BE6304F00}" type="presParOf" srcId="{9730EA68-2D85-4601-B33F-460230798553}" destId="{5683AAEB-5D71-4265-8193-AE804A9B3046}" srcOrd="1" destOrd="0" presId="urn:microsoft.com/office/officeart/2005/8/layout/default"/>
    <dgm:cxn modelId="{43059B94-5893-4E0E-ADF4-292E88A4129A}" type="presParOf" srcId="{9730EA68-2D85-4601-B33F-460230798553}" destId="{2610A55B-1B5E-4B77-B0EC-A8FC96D3C7C4}" srcOrd="2" destOrd="0" presId="urn:microsoft.com/office/officeart/2005/8/layout/default"/>
    <dgm:cxn modelId="{C2FAEB87-D291-42A6-B5ED-B44770D40C20}" type="presParOf" srcId="{9730EA68-2D85-4601-B33F-460230798553}" destId="{7C815073-365A-47C3-8987-C9294A7299F9}" srcOrd="3" destOrd="0" presId="urn:microsoft.com/office/officeart/2005/8/layout/default"/>
    <dgm:cxn modelId="{18946E52-7F2A-4AC0-8CF4-5ED99105AFDF}" type="presParOf" srcId="{9730EA68-2D85-4601-B33F-460230798553}" destId="{AB2D6CED-942F-4E6C-9533-103B4F11D849}" srcOrd="4" destOrd="0" presId="urn:microsoft.com/office/officeart/2005/8/layout/default"/>
    <dgm:cxn modelId="{6DCF8BF5-B593-4004-98ED-C9008BF07D5E}" type="presParOf" srcId="{9730EA68-2D85-4601-B33F-460230798553}" destId="{3DC3C962-C5AF-4D57-8185-8F4FAF7E1FD4}" srcOrd="5" destOrd="0" presId="urn:microsoft.com/office/officeart/2005/8/layout/default"/>
    <dgm:cxn modelId="{24094492-1098-426E-A744-57C8B2C2E387}" type="presParOf" srcId="{9730EA68-2D85-4601-B33F-460230798553}" destId="{EC793762-345A-474F-88C7-F25C88FC3C9E}" srcOrd="6" destOrd="0" presId="urn:microsoft.com/office/officeart/2005/8/layout/default"/>
    <dgm:cxn modelId="{4692EB96-3189-4720-96D6-327B4EFE9652}" type="presParOf" srcId="{9730EA68-2D85-4601-B33F-460230798553}" destId="{FD2E8298-51CE-4484-B62D-C6C4D995642B}" srcOrd="7" destOrd="0" presId="urn:microsoft.com/office/officeart/2005/8/layout/default"/>
    <dgm:cxn modelId="{1AD44A2C-D87F-47A4-BBFC-1BA68C570AB3}" type="presParOf" srcId="{9730EA68-2D85-4601-B33F-460230798553}" destId="{5B0AEBB3-BE8E-40DB-858E-22F0ABB94D50}" srcOrd="8" destOrd="0" presId="urn:microsoft.com/office/officeart/2005/8/layout/default"/>
    <dgm:cxn modelId="{8B22B634-DAE1-4E10-A227-7427172AB020}" type="presParOf" srcId="{9730EA68-2D85-4601-B33F-460230798553}" destId="{3978D59E-F3EA-4260-A1C8-E7DA9EEF1488}" srcOrd="9" destOrd="0" presId="urn:microsoft.com/office/officeart/2005/8/layout/default"/>
    <dgm:cxn modelId="{55FAF077-E584-4836-8AD0-2792C78C2206}" type="presParOf" srcId="{9730EA68-2D85-4601-B33F-460230798553}" destId="{80703E6F-CB40-4382-B26E-5EC66C948991}"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BDF73F2-01BE-49A4-8F1E-DCE0A203155F}" type="doc">
      <dgm:prSet loTypeId="urn:microsoft.com/office/officeart/2005/8/layout/default" loCatId="list" qsTypeId="urn:microsoft.com/office/officeart/2005/8/quickstyle/simple1" qsCatId="simple" csTypeId="urn:microsoft.com/office/officeart/2005/8/colors/colorful3" csCatId="colorful"/>
      <dgm:spPr/>
      <dgm:t>
        <a:bodyPr/>
        <a:lstStyle/>
        <a:p>
          <a:endParaRPr lang="en-MY"/>
        </a:p>
      </dgm:t>
    </dgm:pt>
    <dgm:pt modelId="{1C534970-5070-4C3C-951B-A7BA7744B91E}">
      <dgm:prSet/>
      <dgm:spPr/>
      <dgm:t>
        <a:bodyPr/>
        <a:lstStyle/>
        <a:p>
          <a:r>
            <a:rPr lang="en-MY" baseline="0"/>
            <a:t>Rate of pulse = clock rate /clock speed </a:t>
          </a:r>
          <a:endParaRPr lang="en-MY"/>
        </a:p>
      </dgm:t>
    </dgm:pt>
    <dgm:pt modelId="{81986385-B0EB-4202-A1EF-3D876D57F036}" type="parTrans" cxnId="{F704717F-32F5-4FC6-ABCC-B7A08CE79B3A}">
      <dgm:prSet/>
      <dgm:spPr/>
      <dgm:t>
        <a:bodyPr/>
        <a:lstStyle/>
        <a:p>
          <a:endParaRPr lang="en-MY"/>
        </a:p>
      </dgm:t>
    </dgm:pt>
    <dgm:pt modelId="{605EDA13-C851-4A99-BC43-EA42EB0911BD}" type="sibTrans" cxnId="{F704717F-32F5-4FC6-ABCC-B7A08CE79B3A}">
      <dgm:prSet/>
      <dgm:spPr/>
      <dgm:t>
        <a:bodyPr/>
        <a:lstStyle/>
        <a:p>
          <a:endParaRPr lang="en-MY"/>
        </a:p>
      </dgm:t>
    </dgm:pt>
    <dgm:pt modelId="{DB8937E6-139C-4098-A903-191697CFF32A}">
      <dgm:prSet/>
      <dgm:spPr/>
      <dgm:t>
        <a:bodyPr/>
        <a:lstStyle/>
        <a:p>
          <a:r>
            <a:rPr lang="en-MY" baseline="0"/>
            <a:t>One increment of pulse = clock cycle </a:t>
          </a:r>
          <a:endParaRPr lang="en-MY"/>
        </a:p>
      </dgm:t>
    </dgm:pt>
    <dgm:pt modelId="{6AC6317D-32C4-4A25-8378-21BC03945525}" type="parTrans" cxnId="{8322E571-FE64-4F8E-8A71-B79F116A4A22}">
      <dgm:prSet/>
      <dgm:spPr/>
      <dgm:t>
        <a:bodyPr/>
        <a:lstStyle/>
        <a:p>
          <a:endParaRPr lang="en-MY"/>
        </a:p>
      </dgm:t>
    </dgm:pt>
    <dgm:pt modelId="{281F5088-EBC1-45C7-8581-2D35EC40E7D2}" type="sibTrans" cxnId="{8322E571-FE64-4F8E-8A71-B79F116A4A22}">
      <dgm:prSet/>
      <dgm:spPr/>
      <dgm:t>
        <a:bodyPr/>
        <a:lstStyle/>
        <a:p>
          <a:endParaRPr lang="en-MY"/>
        </a:p>
      </dgm:t>
    </dgm:pt>
    <dgm:pt modelId="{6FD33587-35D0-4D6B-A6BC-53E045DEE709}">
      <dgm:prSet/>
      <dgm:spPr/>
      <dgm:t>
        <a:bodyPr/>
        <a:lstStyle/>
        <a:p>
          <a:r>
            <a:rPr lang="en-MY" baseline="0"/>
            <a:t>Time between pulses = cycle time </a:t>
          </a:r>
          <a:endParaRPr lang="en-MY"/>
        </a:p>
      </dgm:t>
    </dgm:pt>
    <dgm:pt modelId="{E1FA8CFC-01E6-44D8-84DD-262184630BE0}" type="parTrans" cxnId="{1409D621-0E62-4AEF-AB12-A2163AFCF2CA}">
      <dgm:prSet/>
      <dgm:spPr/>
      <dgm:t>
        <a:bodyPr/>
        <a:lstStyle/>
        <a:p>
          <a:endParaRPr lang="en-MY"/>
        </a:p>
      </dgm:t>
    </dgm:pt>
    <dgm:pt modelId="{68D5C55C-29DB-42D3-991B-21686F0657EF}" type="sibTrans" cxnId="{1409D621-0E62-4AEF-AB12-A2163AFCF2CA}">
      <dgm:prSet/>
      <dgm:spPr/>
      <dgm:t>
        <a:bodyPr/>
        <a:lstStyle/>
        <a:p>
          <a:endParaRPr lang="en-MY"/>
        </a:p>
      </dgm:t>
    </dgm:pt>
    <dgm:pt modelId="{D32DB281-469C-4EF6-9EDC-B1DBA17518CB}" type="pres">
      <dgm:prSet presAssocID="{1BDF73F2-01BE-49A4-8F1E-DCE0A203155F}" presName="diagram" presStyleCnt="0">
        <dgm:presLayoutVars>
          <dgm:dir/>
          <dgm:resizeHandles val="exact"/>
        </dgm:presLayoutVars>
      </dgm:prSet>
      <dgm:spPr/>
    </dgm:pt>
    <dgm:pt modelId="{9BC820D0-3FDD-4E51-8DF7-AC547F080CE1}" type="pres">
      <dgm:prSet presAssocID="{1C534970-5070-4C3C-951B-A7BA7744B91E}" presName="node" presStyleLbl="node1" presStyleIdx="0" presStyleCnt="3">
        <dgm:presLayoutVars>
          <dgm:bulletEnabled val="1"/>
        </dgm:presLayoutVars>
      </dgm:prSet>
      <dgm:spPr/>
    </dgm:pt>
    <dgm:pt modelId="{9D13AC81-92DA-40CE-8A65-509BFEADBBBF}" type="pres">
      <dgm:prSet presAssocID="{605EDA13-C851-4A99-BC43-EA42EB0911BD}" presName="sibTrans" presStyleCnt="0"/>
      <dgm:spPr/>
    </dgm:pt>
    <dgm:pt modelId="{D5438D66-F538-49DD-A65B-5CB34C987C33}" type="pres">
      <dgm:prSet presAssocID="{DB8937E6-139C-4098-A903-191697CFF32A}" presName="node" presStyleLbl="node1" presStyleIdx="1" presStyleCnt="3">
        <dgm:presLayoutVars>
          <dgm:bulletEnabled val="1"/>
        </dgm:presLayoutVars>
      </dgm:prSet>
      <dgm:spPr/>
    </dgm:pt>
    <dgm:pt modelId="{86908C29-CD97-4C0F-8F20-0AA12B67D75D}" type="pres">
      <dgm:prSet presAssocID="{281F5088-EBC1-45C7-8581-2D35EC40E7D2}" presName="sibTrans" presStyleCnt="0"/>
      <dgm:spPr/>
    </dgm:pt>
    <dgm:pt modelId="{BA4DE30B-C5B0-470D-AA3B-C922CEAFF0F5}" type="pres">
      <dgm:prSet presAssocID="{6FD33587-35D0-4D6B-A6BC-53E045DEE709}" presName="node" presStyleLbl="node1" presStyleIdx="2" presStyleCnt="3">
        <dgm:presLayoutVars>
          <dgm:bulletEnabled val="1"/>
        </dgm:presLayoutVars>
      </dgm:prSet>
      <dgm:spPr/>
    </dgm:pt>
  </dgm:ptLst>
  <dgm:cxnLst>
    <dgm:cxn modelId="{1409D621-0E62-4AEF-AB12-A2163AFCF2CA}" srcId="{1BDF73F2-01BE-49A4-8F1E-DCE0A203155F}" destId="{6FD33587-35D0-4D6B-A6BC-53E045DEE709}" srcOrd="2" destOrd="0" parTransId="{E1FA8CFC-01E6-44D8-84DD-262184630BE0}" sibTransId="{68D5C55C-29DB-42D3-991B-21686F0657EF}"/>
    <dgm:cxn modelId="{8E43F45C-1A96-4E01-85B5-7B8CB329E3B1}" type="presOf" srcId="{DB8937E6-139C-4098-A903-191697CFF32A}" destId="{D5438D66-F538-49DD-A65B-5CB34C987C33}" srcOrd="0" destOrd="0" presId="urn:microsoft.com/office/officeart/2005/8/layout/default"/>
    <dgm:cxn modelId="{9C996244-78D7-49DE-8BB9-2F4001AE905A}" type="presOf" srcId="{1BDF73F2-01BE-49A4-8F1E-DCE0A203155F}" destId="{D32DB281-469C-4EF6-9EDC-B1DBA17518CB}" srcOrd="0" destOrd="0" presId="urn:microsoft.com/office/officeart/2005/8/layout/default"/>
    <dgm:cxn modelId="{8322E571-FE64-4F8E-8A71-B79F116A4A22}" srcId="{1BDF73F2-01BE-49A4-8F1E-DCE0A203155F}" destId="{DB8937E6-139C-4098-A903-191697CFF32A}" srcOrd="1" destOrd="0" parTransId="{6AC6317D-32C4-4A25-8378-21BC03945525}" sibTransId="{281F5088-EBC1-45C7-8581-2D35EC40E7D2}"/>
    <dgm:cxn modelId="{F704717F-32F5-4FC6-ABCC-B7A08CE79B3A}" srcId="{1BDF73F2-01BE-49A4-8F1E-DCE0A203155F}" destId="{1C534970-5070-4C3C-951B-A7BA7744B91E}" srcOrd="0" destOrd="0" parTransId="{81986385-B0EB-4202-A1EF-3D876D57F036}" sibTransId="{605EDA13-C851-4A99-BC43-EA42EB0911BD}"/>
    <dgm:cxn modelId="{AE36D28B-E48A-496A-B3C8-98FD0F96DA30}" type="presOf" srcId="{6FD33587-35D0-4D6B-A6BC-53E045DEE709}" destId="{BA4DE30B-C5B0-470D-AA3B-C922CEAFF0F5}" srcOrd="0" destOrd="0" presId="urn:microsoft.com/office/officeart/2005/8/layout/default"/>
    <dgm:cxn modelId="{EF4F9DBD-310E-4B7F-82D7-801B6DC02281}" type="presOf" srcId="{1C534970-5070-4C3C-951B-A7BA7744B91E}" destId="{9BC820D0-3FDD-4E51-8DF7-AC547F080CE1}" srcOrd="0" destOrd="0" presId="urn:microsoft.com/office/officeart/2005/8/layout/default"/>
    <dgm:cxn modelId="{E98DF32B-6FA6-46DC-A0C6-544FE18260BB}" type="presParOf" srcId="{D32DB281-469C-4EF6-9EDC-B1DBA17518CB}" destId="{9BC820D0-3FDD-4E51-8DF7-AC547F080CE1}" srcOrd="0" destOrd="0" presId="urn:microsoft.com/office/officeart/2005/8/layout/default"/>
    <dgm:cxn modelId="{7F5EF023-7425-4B4F-A618-87A39E02105B}" type="presParOf" srcId="{D32DB281-469C-4EF6-9EDC-B1DBA17518CB}" destId="{9D13AC81-92DA-40CE-8A65-509BFEADBBBF}" srcOrd="1" destOrd="0" presId="urn:microsoft.com/office/officeart/2005/8/layout/default"/>
    <dgm:cxn modelId="{0593AEE8-B6A3-4E96-8BA1-F249D39AB147}" type="presParOf" srcId="{D32DB281-469C-4EF6-9EDC-B1DBA17518CB}" destId="{D5438D66-F538-49DD-A65B-5CB34C987C33}" srcOrd="2" destOrd="0" presId="urn:microsoft.com/office/officeart/2005/8/layout/default"/>
    <dgm:cxn modelId="{1EF648C0-2673-492B-8AF0-BA8B9EAF9CB2}" type="presParOf" srcId="{D32DB281-469C-4EF6-9EDC-B1DBA17518CB}" destId="{86908C29-CD97-4C0F-8F20-0AA12B67D75D}" srcOrd="3" destOrd="0" presId="urn:microsoft.com/office/officeart/2005/8/layout/default"/>
    <dgm:cxn modelId="{D13D0A13-E983-4464-9B5D-EA9B1E220F61}" type="presParOf" srcId="{D32DB281-469C-4EF6-9EDC-B1DBA17518CB}" destId="{BA4DE30B-C5B0-470D-AA3B-C922CEAFF0F5}"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0C8DB7E-7879-42EA-BF09-950654F5D1FD}" type="doc">
      <dgm:prSet loTypeId="urn:microsoft.com/office/officeart/2005/8/layout/default" loCatId="list" qsTypeId="urn:microsoft.com/office/officeart/2005/8/quickstyle/simple1" qsCatId="simple" csTypeId="urn:microsoft.com/office/officeart/2005/8/colors/colorful4" csCatId="colorful" phldr="1"/>
      <dgm:spPr/>
      <dgm:t>
        <a:bodyPr/>
        <a:lstStyle/>
        <a:p>
          <a:endParaRPr lang="en-MY"/>
        </a:p>
      </dgm:t>
    </dgm:pt>
    <dgm:pt modelId="{4F620493-DB44-4006-A2CF-3F0F7D9AEED5}">
      <dgm:prSet/>
      <dgm:spPr/>
      <dgm:t>
        <a:bodyPr/>
        <a:lstStyle/>
        <a:p>
          <a:r>
            <a:rPr kumimoji="1" lang="en-GB" dirty="0"/>
            <a:t>Written in high level language</a:t>
          </a:r>
          <a:endParaRPr lang="en-MY" dirty="0"/>
        </a:p>
      </dgm:t>
    </dgm:pt>
    <dgm:pt modelId="{D8074B34-602D-4BB4-8A1C-16D91FE79714}" type="parTrans" cxnId="{169CFA86-05FD-426A-884C-21DD0992918E}">
      <dgm:prSet/>
      <dgm:spPr/>
      <dgm:t>
        <a:bodyPr/>
        <a:lstStyle/>
        <a:p>
          <a:endParaRPr lang="en-MY"/>
        </a:p>
      </dgm:t>
    </dgm:pt>
    <dgm:pt modelId="{1A7B3CE7-B061-4513-BCC5-D5A41CBD6814}" type="sibTrans" cxnId="{169CFA86-05FD-426A-884C-21DD0992918E}">
      <dgm:prSet/>
      <dgm:spPr/>
      <dgm:t>
        <a:bodyPr/>
        <a:lstStyle/>
        <a:p>
          <a:endParaRPr lang="en-MY"/>
        </a:p>
      </dgm:t>
    </dgm:pt>
    <dgm:pt modelId="{8C8C7492-39A8-4064-9A64-847FB450C948}">
      <dgm:prSet/>
      <dgm:spPr/>
      <dgm:t>
        <a:bodyPr/>
        <a:lstStyle/>
        <a:p>
          <a:r>
            <a:rPr kumimoji="1" lang="en-GB"/>
            <a:t>Represents style of task - Systems, numerical, commercial</a:t>
          </a:r>
          <a:endParaRPr lang="en-MY"/>
        </a:p>
      </dgm:t>
    </dgm:pt>
    <dgm:pt modelId="{709FB723-063A-4509-B3F7-5DB8232B20CD}" type="parTrans" cxnId="{6A4AB812-B0D3-43F8-B477-0A6DF7523001}">
      <dgm:prSet/>
      <dgm:spPr/>
      <dgm:t>
        <a:bodyPr/>
        <a:lstStyle/>
        <a:p>
          <a:endParaRPr lang="en-MY"/>
        </a:p>
      </dgm:t>
    </dgm:pt>
    <dgm:pt modelId="{8C238BB0-ADB1-41B3-B3E6-D0969F7E4787}" type="sibTrans" cxnId="{6A4AB812-B0D3-43F8-B477-0A6DF7523001}">
      <dgm:prSet/>
      <dgm:spPr/>
      <dgm:t>
        <a:bodyPr/>
        <a:lstStyle/>
        <a:p>
          <a:endParaRPr lang="en-MY"/>
        </a:p>
      </dgm:t>
    </dgm:pt>
    <dgm:pt modelId="{9D60EAED-3139-4179-8CF7-159B38F6547A}">
      <dgm:prSet/>
      <dgm:spPr/>
      <dgm:t>
        <a:bodyPr/>
        <a:lstStyle/>
        <a:p>
          <a:r>
            <a:rPr kumimoji="1" lang="en-GB"/>
            <a:t>Easily measured</a:t>
          </a:r>
          <a:endParaRPr lang="en-MY"/>
        </a:p>
      </dgm:t>
    </dgm:pt>
    <dgm:pt modelId="{FFA66509-4E8D-488A-B90C-375F8A6940AC}" type="parTrans" cxnId="{3487A636-E514-4EF8-A230-4937B2A3464E}">
      <dgm:prSet/>
      <dgm:spPr/>
      <dgm:t>
        <a:bodyPr/>
        <a:lstStyle/>
        <a:p>
          <a:endParaRPr lang="en-MY"/>
        </a:p>
      </dgm:t>
    </dgm:pt>
    <dgm:pt modelId="{842DD466-489E-42DB-9C75-E5CC21B17117}" type="sibTrans" cxnId="{3487A636-E514-4EF8-A230-4937B2A3464E}">
      <dgm:prSet/>
      <dgm:spPr/>
      <dgm:t>
        <a:bodyPr/>
        <a:lstStyle/>
        <a:p>
          <a:endParaRPr lang="en-MY"/>
        </a:p>
      </dgm:t>
    </dgm:pt>
    <dgm:pt modelId="{5102C009-1081-4D0C-8167-95CE08C44FE0}">
      <dgm:prSet/>
      <dgm:spPr/>
      <dgm:t>
        <a:bodyPr/>
        <a:lstStyle/>
        <a:p>
          <a:r>
            <a:rPr kumimoji="1" lang="en-GB"/>
            <a:t>Widely distributed</a:t>
          </a:r>
          <a:endParaRPr lang="en-MY"/>
        </a:p>
      </dgm:t>
    </dgm:pt>
    <dgm:pt modelId="{015D9867-8775-4EAB-8208-B38320E5335D}" type="parTrans" cxnId="{D479B50E-D41D-45A6-9C2A-89E64310EB7C}">
      <dgm:prSet/>
      <dgm:spPr/>
      <dgm:t>
        <a:bodyPr/>
        <a:lstStyle/>
        <a:p>
          <a:endParaRPr lang="en-MY"/>
        </a:p>
      </dgm:t>
    </dgm:pt>
    <dgm:pt modelId="{1DA8F9C8-6962-48FC-B0DB-BAF6F0D9A7BA}" type="sibTrans" cxnId="{D479B50E-D41D-45A6-9C2A-89E64310EB7C}">
      <dgm:prSet/>
      <dgm:spPr/>
      <dgm:t>
        <a:bodyPr/>
        <a:lstStyle/>
        <a:p>
          <a:endParaRPr lang="en-MY"/>
        </a:p>
      </dgm:t>
    </dgm:pt>
    <dgm:pt modelId="{16EB53F7-21F7-4D1B-9882-BC4DD77DCCDE}" type="pres">
      <dgm:prSet presAssocID="{B0C8DB7E-7879-42EA-BF09-950654F5D1FD}" presName="diagram" presStyleCnt="0">
        <dgm:presLayoutVars>
          <dgm:dir/>
          <dgm:resizeHandles val="exact"/>
        </dgm:presLayoutVars>
      </dgm:prSet>
      <dgm:spPr/>
    </dgm:pt>
    <dgm:pt modelId="{0479451B-AE3F-4FA0-B180-0082B43B9C50}" type="pres">
      <dgm:prSet presAssocID="{4F620493-DB44-4006-A2CF-3F0F7D9AEED5}" presName="node" presStyleLbl="node1" presStyleIdx="0" presStyleCnt="4">
        <dgm:presLayoutVars>
          <dgm:bulletEnabled val="1"/>
        </dgm:presLayoutVars>
      </dgm:prSet>
      <dgm:spPr/>
    </dgm:pt>
    <dgm:pt modelId="{3AB5CEF1-FD84-428C-9644-1A17BE4ADC6D}" type="pres">
      <dgm:prSet presAssocID="{1A7B3CE7-B061-4513-BCC5-D5A41CBD6814}" presName="sibTrans" presStyleCnt="0"/>
      <dgm:spPr/>
    </dgm:pt>
    <dgm:pt modelId="{E821ADFA-DD7B-43AE-9437-B4181D5664B6}" type="pres">
      <dgm:prSet presAssocID="{8C8C7492-39A8-4064-9A64-847FB450C948}" presName="node" presStyleLbl="node1" presStyleIdx="1" presStyleCnt="4">
        <dgm:presLayoutVars>
          <dgm:bulletEnabled val="1"/>
        </dgm:presLayoutVars>
      </dgm:prSet>
      <dgm:spPr/>
    </dgm:pt>
    <dgm:pt modelId="{0D411501-B990-4C48-95EF-F9F2E4F9F22D}" type="pres">
      <dgm:prSet presAssocID="{8C238BB0-ADB1-41B3-B3E6-D0969F7E4787}" presName="sibTrans" presStyleCnt="0"/>
      <dgm:spPr/>
    </dgm:pt>
    <dgm:pt modelId="{70872D05-C185-43CF-9CD8-C69E4255C31B}" type="pres">
      <dgm:prSet presAssocID="{9D60EAED-3139-4179-8CF7-159B38F6547A}" presName="node" presStyleLbl="node1" presStyleIdx="2" presStyleCnt="4">
        <dgm:presLayoutVars>
          <dgm:bulletEnabled val="1"/>
        </dgm:presLayoutVars>
      </dgm:prSet>
      <dgm:spPr/>
    </dgm:pt>
    <dgm:pt modelId="{B6EA4C25-AE10-492C-88BF-C3BB224D6E13}" type="pres">
      <dgm:prSet presAssocID="{842DD466-489E-42DB-9C75-E5CC21B17117}" presName="sibTrans" presStyleCnt="0"/>
      <dgm:spPr/>
    </dgm:pt>
    <dgm:pt modelId="{0C7F6AE1-C57B-4C65-A3B3-A016DE6015A5}" type="pres">
      <dgm:prSet presAssocID="{5102C009-1081-4D0C-8167-95CE08C44FE0}" presName="node" presStyleLbl="node1" presStyleIdx="3" presStyleCnt="4">
        <dgm:presLayoutVars>
          <dgm:bulletEnabled val="1"/>
        </dgm:presLayoutVars>
      </dgm:prSet>
      <dgm:spPr/>
    </dgm:pt>
  </dgm:ptLst>
  <dgm:cxnLst>
    <dgm:cxn modelId="{D479B50E-D41D-45A6-9C2A-89E64310EB7C}" srcId="{B0C8DB7E-7879-42EA-BF09-950654F5D1FD}" destId="{5102C009-1081-4D0C-8167-95CE08C44FE0}" srcOrd="3" destOrd="0" parTransId="{015D9867-8775-4EAB-8208-B38320E5335D}" sibTransId="{1DA8F9C8-6962-48FC-B0DB-BAF6F0D9A7BA}"/>
    <dgm:cxn modelId="{6A4AB812-B0D3-43F8-B477-0A6DF7523001}" srcId="{B0C8DB7E-7879-42EA-BF09-950654F5D1FD}" destId="{8C8C7492-39A8-4064-9A64-847FB450C948}" srcOrd="1" destOrd="0" parTransId="{709FB723-063A-4509-B3F7-5DB8232B20CD}" sibTransId="{8C238BB0-ADB1-41B3-B3E6-D0969F7E4787}"/>
    <dgm:cxn modelId="{42296321-CCB4-4E87-84E6-1EC14CDDA5B3}" type="presOf" srcId="{4F620493-DB44-4006-A2CF-3F0F7D9AEED5}" destId="{0479451B-AE3F-4FA0-B180-0082B43B9C50}" srcOrd="0" destOrd="0" presId="urn:microsoft.com/office/officeart/2005/8/layout/default"/>
    <dgm:cxn modelId="{C66E0828-E082-4CBD-85DE-1623506B0B36}" type="presOf" srcId="{9D60EAED-3139-4179-8CF7-159B38F6547A}" destId="{70872D05-C185-43CF-9CD8-C69E4255C31B}" srcOrd="0" destOrd="0" presId="urn:microsoft.com/office/officeart/2005/8/layout/default"/>
    <dgm:cxn modelId="{3487A636-E514-4EF8-A230-4937B2A3464E}" srcId="{B0C8DB7E-7879-42EA-BF09-950654F5D1FD}" destId="{9D60EAED-3139-4179-8CF7-159B38F6547A}" srcOrd="2" destOrd="0" parTransId="{FFA66509-4E8D-488A-B90C-375F8A6940AC}" sibTransId="{842DD466-489E-42DB-9C75-E5CC21B17117}"/>
    <dgm:cxn modelId="{A3E3216D-41EB-4457-9698-C8578F30902C}" type="presOf" srcId="{8C8C7492-39A8-4064-9A64-847FB450C948}" destId="{E821ADFA-DD7B-43AE-9437-B4181D5664B6}" srcOrd="0" destOrd="0" presId="urn:microsoft.com/office/officeart/2005/8/layout/default"/>
    <dgm:cxn modelId="{D3D42082-3BB3-4B9E-BB07-2F19CCDD6A45}" type="presOf" srcId="{5102C009-1081-4D0C-8167-95CE08C44FE0}" destId="{0C7F6AE1-C57B-4C65-A3B3-A016DE6015A5}" srcOrd="0" destOrd="0" presId="urn:microsoft.com/office/officeart/2005/8/layout/default"/>
    <dgm:cxn modelId="{169CFA86-05FD-426A-884C-21DD0992918E}" srcId="{B0C8DB7E-7879-42EA-BF09-950654F5D1FD}" destId="{4F620493-DB44-4006-A2CF-3F0F7D9AEED5}" srcOrd="0" destOrd="0" parTransId="{D8074B34-602D-4BB4-8A1C-16D91FE79714}" sibTransId="{1A7B3CE7-B061-4513-BCC5-D5A41CBD6814}"/>
    <dgm:cxn modelId="{899998B0-D5F0-47AD-944A-45B9910D77A7}" type="presOf" srcId="{B0C8DB7E-7879-42EA-BF09-950654F5D1FD}" destId="{16EB53F7-21F7-4D1B-9882-BC4DD77DCCDE}" srcOrd="0" destOrd="0" presId="urn:microsoft.com/office/officeart/2005/8/layout/default"/>
    <dgm:cxn modelId="{5EC9C864-CBCD-422B-BD08-5EFBB9F6FEDB}" type="presParOf" srcId="{16EB53F7-21F7-4D1B-9882-BC4DD77DCCDE}" destId="{0479451B-AE3F-4FA0-B180-0082B43B9C50}" srcOrd="0" destOrd="0" presId="urn:microsoft.com/office/officeart/2005/8/layout/default"/>
    <dgm:cxn modelId="{03EAD62D-F7EB-4F4C-A652-F97A094DC910}" type="presParOf" srcId="{16EB53F7-21F7-4D1B-9882-BC4DD77DCCDE}" destId="{3AB5CEF1-FD84-428C-9644-1A17BE4ADC6D}" srcOrd="1" destOrd="0" presId="urn:microsoft.com/office/officeart/2005/8/layout/default"/>
    <dgm:cxn modelId="{3CDEA059-FD55-4AAB-A915-D5486447C498}" type="presParOf" srcId="{16EB53F7-21F7-4D1B-9882-BC4DD77DCCDE}" destId="{E821ADFA-DD7B-43AE-9437-B4181D5664B6}" srcOrd="2" destOrd="0" presId="urn:microsoft.com/office/officeart/2005/8/layout/default"/>
    <dgm:cxn modelId="{51FCA922-25C8-461D-B135-9770AB4E526D}" type="presParOf" srcId="{16EB53F7-21F7-4D1B-9882-BC4DD77DCCDE}" destId="{0D411501-B990-4C48-95EF-F9F2E4F9F22D}" srcOrd="3" destOrd="0" presId="urn:microsoft.com/office/officeart/2005/8/layout/default"/>
    <dgm:cxn modelId="{6366B0FF-97E0-4A8F-92C8-75EB1601BCCE}" type="presParOf" srcId="{16EB53F7-21F7-4D1B-9882-BC4DD77DCCDE}" destId="{70872D05-C185-43CF-9CD8-C69E4255C31B}" srcOrd="4" destOrd="0" presId="urn:microsoft.com/office/officeart/2005/8/layout/default"/>
    <dgm:cxn modelId="{880D8388-39AF-4553-B2B6-B205F0C44F02}" type="presParOf" srcId="{16EB53F7-21F7-4D1B-9882-BC4DD77DCCDE}" destId="{B6EA4C25-AE10-492C-88BF-C3BB224D6E13}" srcOrd="5" destOrd="0" presId="urn:microsoft.com/office/officeart/2005/8/layout/default"/>
    <dgm:cxn modelId="{E77E4665-92B7-4CE8-A5E3-2BD9BF73B8DE}" type="presParOf" srcId="{16EB53F7-21F7-4D1B-9882-BC4DD77DCCDE}" destId="{0C7F6AE1-C57B-4C65-A3B3-A016DE6015A5}"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CA7BCB-DCA7-439E-8B94-E4BC3D363969}">
      <dsp:nvSpPr>
        <dsp:cNvPr id="0" name=""/>
        <dsp:cNvSpPr/>
      </dsp:nvSpPr>
      <dsp:spPr>
        <a:xfrm>
          <a:off x="613409" y="0"/>
          <a:ext cx="6951980" cy="4171950"/>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0D4FD3B-9729-4F1F-9512-0BA414EC99FF}">
      <dsp:nvSpPr>
        <dsp:cNvPr id="0" name=""/>
        <dsp:cNvSpPr/>
      </dsp:nvSpPr>
      <dsp:spPr>
        <a:xfrm>
          <a:off x="3594" y="1251585"/>
          <a:ext cx="1571463" cy="16687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kumimoji="1" lang="en-MY" sz="1500" kern="1200" dirty="0">
              <a:solidFill>
                <a:sysClr val="windowText" lastClr="000000"/>
              </a:solidFill>
            </a:rPr>
            <a:t>1</a:t>
          </a:r>
          <a:r>
            <a:rPr kumimoji="1" lang="en-MY" sz="1500" kern="1200" baseline="30000" dirty="0">
              <a:solidFill>
                <a:sysClr val="windowText" lastClr="000000"/>
              </a:solidFill>
            </a:rPr>
            <a:t>st </a:t>
          </a:r>
          <a:r>
            <a:rPr kumimoji="1" lang="en-MY" sz="1500" kern="1200" dirty="0">
              <a:solidFill>
                <a:sysClr val="windowText" lastClr="000000"/>
              </a:solidFill>
            </a:rPr>
            <a:t>Generation Vacuum Tube </a:t>
          </a:r>
          <a:endParaRPr lang="en-MY" sz="1500" kern="1200" dirty="0">
            <a:solidFill>
              <a:sysClr val="windowText" lastClr="000000"/>
            </a:solidFill>
          </a:endParaRPr>
        </a:p>
      </dsp:txBody>
      <dsp:txXfrm>
        <a:off x="80307" y="1328298"/>
        <a:ext cx="1418037" cy="1515354"/>
      </dsp:txXfrm>
    </dsp:sp>
    <dsp:sp modelId="{A469670C-1830-4023-81CC-7D30A2F1CE20}">
      <dsp:nvSpPr>
        <dsp:cNvPr id="0" name=""/>
        <dsp:cNvSpPr/>
      </dsp:nvSpPr>
      <dsp:spPr>
        <a:xfrm>
          <a:off x="1653631" y="1251585"/>
          <a:ext cx="1571463" cy="1668780"/>
        </a:xfrm>
        <a:prstGeom prst="round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kumimoji="1" lang="en-MY" sz="1500" kern="1200" dirty="0">
              <a:solidFill>
                <a:sysClr val="windowText" lastClr="000000"/>
              </a:solidFill>
            </a:rPr>
            <a:t>2</a:t>
          </a:r>
          <a:r>
            <a:rPr kumimoji="1" lang="en-MY" sz="1500" kern="1200" baseline="30000" dirty="0">
              <a:solidFill>
                <a:sysClr val="windowText" lastClr="000000"/>
              </a:solidFill>
            </a:rPr>
            <a:t>nd</a:t>
          </a:r>
          <a:r>
            <a:rPr kumimoji="1" lang="en-MY" sz="1500" kern="1200" dirty="0">
              <a:solidFill>
                <a:sysClr val="windowText" lastClr="000000"/>
              </a:solidFill>
            </a:rPr>
            <a:t>Generation Transistors</a:t>
          </a:r>
          <a:endParaRPr lang="en-MY" sz="1500" kern="1200" dirty="0">
            <a:solidFill>
              <a:sysClr val="windowText" lastClr="000000"/>
            </a:solidFill>
          </a:endParaRPr>
        </a:p>
      </dsp:txBody>
      <dsp:txXfrm>
        <a:off x="1730344" y="1328298"/>
        <a:ext cx="1418037" cy="1515354"/>
      </dsp:txXfrm>
    </dsp:sp>
    <dsp:sp modelId="{7FB26F6D-BE6E-4372-9991-57F8F33526A7}">
      <dsp:nvSpPr>
        <dsp:cNvPr id="0" name=""/>
        <dsp:cNvSpPr/>
      </dsp:nvSpPr>
      <dsp:spPr>
        <a:xfrm>
          <a:off x="3303668" y="1251585"/>
          <a:ext cx="1571463" cy="1668780"/>
        </a:xfrm>
        <a:prstGeom prst="round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kumimoji="1" lang="en-MY" sz="1500" kern="1200" dirty="0">
              <a:solidFill>
                <a:sysClr val="windowText" lastClr="000000"/>
              </a:solidFill>
            </a:rPr>
            <a:t>3</a:t>
          </a:r>
          <a:r>
            <a:rPr kumimoji="1" lang="en-MY" sz="1500" kern="1200" baseline="30000" dirty="0">
              <a:solidFill>
                <a:sysClr val="windowText" lastClr="000000"/>
              </a:solidFill>
            </a:rPr>
            <a:t>rd</a:t>
          </a:r>
          <a:r>
            <a:rPr kumimoji="1" lang="en-MY" sz="1500" kern="1200" dirty="0">
              <a:solidFill>
                <a:sysClr val="windowText" lastClr="000000"/>
              </a:solidFill>
            </a:rPr>
            <a:t> Generation Integrated Circuits</a:t>
          </a:r>
          <a:endParaRPr lang="en-MY" sz="1500" kern="1200" dirty="0">
            <a:solidFill>
              <a:sysClr val="windowText" lastClr="000000"/>
            </a:solidFill>
          </a:endParaRPr>
        </a:p>
      </dsp:txBody>
      <dsp:txXfrm>
        <a:off x="3380381" y="1328298"/>
        <a:ext cx="1418037" cy="1515354"/>
      </dsp:txXfrm>
    </dsp:sp>
    <dsp:sp modelId="{09C6318D-662E-4F33-B348-DC5A6E1FB516}">
      <dsp:nvSpPr>
        <dsp:cNvPr id="0" name=""/>
        <dsp:cNvSpPr/>
      </dsp:nvSpPr>
      <dsp:spPr>
        <a:xfrm>
          <a:off x="4953705" y="1251585"/>
          <a:ext cx="1571463" cy="166878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kumimoji="1" lang="en-MY" sz="1500" kern="1200" dirty="0">
              <a:solidFill>
                <a:sysClr val="windowText" lastClr="000000"/>
              </a:solidFill>
            </a:rPr>
            <a:t>Later Generation Semi-conductor</a:t>
          </a:r>
          <a:endParaRPr lang="en-MY" sz="1500" kern="1200" dirty="0">
            <a:solidFill>
              <a:sysClr val="windowText" lastClr="000000"/>
            </a:solidFill>
          </a:endParaRPr>
        </a:p>
      </dsp:txBody>
      <dsp:txXfrm>
        <a:off x="5030418" y="1328298"/>
        <a:ext cx="1418037" cy="1515354"/>
      </dsp:txXfrm>
    </dsp:sp>
    <dsp:sp modelId="{45F7F662-0E89-4502-9EFB-1A745FD2F01E}">
      <dsp:nvSpPr>
        <dsp:cNvPr id="0" name=""/>
        <dsp:cNvSpPr/>
      </dsp:nvSpPr>
      <dsp:spPr>
        <a:xfrm>
          <a:off x="6603742" y="1251585"/>
          <a:ext cx="1571463" cy="1668780"/>
        </a:xfrm>
        <a:prstGeom prst="round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kumimoji="1" lang="en-MY" sz="1500" kern="1200" dirty="0">
              <a:solidFill>
                <a:sysClr val="windowText" lastClr="000000"/>
              </a:solidFill>
            </a:rPr>
            <a:t>Microprocessor  </a:t>
          </a:r>
          <a:endParaRPr lang="en-MY" sz="1500" kern="1200" dirty="0">
            <a:solidFill>
              <a:sysClr val="windowText" lastClr="000000"/>
            </a:solidFill>
          </a:endParaRPr>
        </a:p>
      </dsp:txBody>
      <dsp:txXfrm>
        <a:off x="6680455" y="1328298"/>
        <a:ext cx="1418037" cy="15153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EA3638-4605-432B-9CCD-F57396575102}">
      <dsp:nvSpPr>
        <dsp:cNvPr id="0" name=""/>
        <dsp:cNvSpPr/>
      </dsp:nvSpPr>
      <dsp:spPr>
        <a:xfrm>
          <a:off x="-4919423" y="-753829"/>
          <a:ext cx="5858996" cy="5858996"/>
        </a:xfrm>
        <a:prstGeom prst="blockArc">
          <a:avLst>
            <a:gd name="adj1" fmla="val 18900000"/>
            <a:gd name="adj2" fmla="val 2700000"/>
            <a:gd name="adj3" fmla="val 369"/>
          </a:avLst>
        </a:prstGeom>
        <a:noFill/>
        <a:ln w="13970" cap="flat" cmpd="sng" algn="ctr">
          <a:solidFill>
            <a:schemeClr val="accent2">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6696F07-8813-474A-BAC6-1748F2BAC5BE}">
      <dsp:nvSpPr>
        <dsp:cNvPr id="0" name=""/>
        <dsp:cNvSpPr/>
      </dsp:nvSpPr>
      <dsp:spPr>
        <a:xfrm>
          <a:off x="604289" y="435133"/>
          <a:ext cx="6605465" cy="870267"/>
        </a:xfrm>
        <a:prstGeom prst="rect">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0775" tIns="66040" rIns="66040" bIns="66040" numCol="1" spcCol="1270" anchor="ctr" anchorCtr="0">
          <a:noAutofit/>
        </a:bodyPr>
        <a:lstStyle/>
        <a:p>
          <a:pPr marL="0" lvl="0" indent="0" algn="l" defTabSz="1155700">
            <a:lnSpc>
              <a:spcPct val="90000"/>
            </a:lnSpc>
            <a:spcBef>
              <a:spcPct val="0"/>
            </a:spcBef>
            <a:spcAft>
              <a:spcPct val="35000"/>
            </a:spcAft>
            <a:buNone/>
          </a:pPr>
          <a:r>
            <a:rPr lang="en-US" sz="2600" kern="1200" baseline="0" dirty="0"/>
            <a:t>Data and instructions both, are stored in a </a:t>
          </a:r>
          <a:r>
            <a:rPr lang="en-US" sz="2600" b="1" kern="1200" baseline="0" dirty="0">
              <a:solidFill>
                <a:srgbClr val="FF0000"/>
              </a:solidFill>
            </a:rPr>
            <a:t>single read–write memory</a:t>
          </a:r>
          <a:r>
            <a:rPr lang="en-US" sz="2600" kern="1200" baseline="0" dirty="0"/>
            <a:t>.</a:t>
          </a:r>
          <a:endParaRPr lang="en-MY" sz="2600" kern="1200" dirty="0"/>
        </a:p>
      </dsp:txBody>
      <dsp:txXfrm>
        <a:off x="604289" y="435133"/>
        <a:ext cx="6605465" cy="870267"/>
      </dsp:txXfrm>
    </dsp:sp>
    <dsp:sp modelId="{686CB572-6248-4244-94BF-B0CB7EF439BD}">
      <dsp:nvSpPr>
        <dsp:cNvPr id="0" name=""/>
        <dsp:cNvSpPr/>
      </dsp:nvSpPr>
      <dsp:spPr>
        <a:xfrm>
          <a:off x="60372" y="326350"/>
          <a:ext cx="1087834" cy="1087834"/>
        </a:xfrm>
        <a:prstGeom prst="ellipse">
          <a:avLst/>
        </a:prstGeom>
        <a:solidFill>
          <a:schemeClr val="lt1">
            <a:hueOff val="0"/>
            <a:satOff val="0"/>
            <a:lumOff val="0"/>
            <a:alphaOff val="0"/>
          </a:schemeClr>
        </a:solidFill>
        <a:ln w="1397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26DAF70-DD02-480E-B044-19DB1D146978}">
      <dsp:nvSpPr>
        <dsp:cNvPr id="0" name=""/>
        <dsp:cNvSpPr/>
      </dsp:nvSpPr>
      <dsp:spPr>
        <a:xfrm>
          <a:off x="920631" y="1740534"/>
          <a:ext cx="6289123" cy="870267"/>
        </a:xfrm>
        <a:prstGeom prst="rect">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0775" tIns="66040" rIns="66040" bIns="66040" numCol="1" spcCol="1270" anchor="ctr" anchorCtr="0">
          <a:noAutofit/>
        </a:bodyPr>
        <a:lstStyle/>
        <a:p>
          <a:pPr marL="0" lvl="0" indent="0" algn="l" defTabSz="1155700">
            <a:lnSpc>
              <a:spcPct val="90000"/>
            </a:lnSpc>
            <a:spcBef>
              <a:spcPct val="0"/>
            </a:spcBef>
            <a:spcAft>
              <a:spcPct val="35000"/>
            </a:spcAft>
            <a:buNone/>
          </a:pPr>
          <a:r>
            <a:rPr lang="en-US" sz="2600" kern="1200" baseline="0" dirty="0"/>
            <a:t>The contents of this memory are </a:t>
          </a:r>
          <a:r>
            <a:rPr lang="en-US" sz="2600" b="1" kern="1200" baseline="0" dirty="0">
              <a:solidFill>
                <a:srgbClr val="FF0000"/>
              </a:solidFill>
            </a:rPr>
            <a:t>addressable by location</a:t>
          </a:r>
          <a:r>
            <a:rPr lang="en-US" sz="2600" kern="1200" baseline="0" dirty="0"/>
            <a:t>.</a:t>
          </a:r>
          <a:endParaRPr lang="en-MY" sz="2600" kern="1200" dirty="0"/>
        </a:p>
      </dsp:txBody>
      <dsp:txXfrm>
        <a:off x="920631" y="1740534"/>
        <a:ext cx="6289123" cy="870267"/>
      </dsp:txXfrm>
    </dsp:sp>
    <dsp:sp modelId="{D253BDEB-DBA8-4A71-A35B-E37DEADA9605}">
      <dsp:nvSpPr>
        <dsp:cNvPr id="0" name=""/>
        <dsp:cNvSpPr/>
      </dsp:nvSpPr>
      <dsp:spPr>
        <a:xfrm>
          <a:off x="376714" y="1631751"/>
          <a:ext cx="1087834" cy="1087834"/>
        </a:xfrm>
        <a:prstGeom prst="ellipse">
          <a:avLst/>
        </a:prstGeom>
        <a:solidFill>
          <a:schemeClr val="lt1">
            <a:hueOff val="0"/>
            <a:satOff val="0"/>
            <a:lumOff val="0"/>
            <a:alphaOff val="0"/>
          </a:schemeClr>
        </a:solidFill>
        <a:ln w="1397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6FAEC158-92BB-422C-ADBC-90DC939B6759}">
      <dsp:nvSpPr>
        <dsp:cNvPr id="0" name=""/>
        <dsp:cNvSpPr/>
      </dsp:nvSpPr>
      <dsp:spPr>
        <a:xfrm>
          <a:off x="604289" y="3045935"/>
          <a:ext cx="6605465" cy="870267"/>
        </a:xfrm>
        <a:prstGeom prst="rect">
          <a:avLst/>
        </a:prstGeom>
        <a:solidFill>
          <a:schemeClr val="accent4">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90775" tIns="66040" rIns="66040" bIns="66040" numCol="1" spcCol="1270" anchor="ctr" anchorCtr="0">
          <a:noAutofit/>
        </a:bodyPr>
        <a:lstStyle/>
        <a:p>
          <a:pPr marL="0" lvl="0" indent="0" algn="l" defTabSz="1155700">
            <a:lnSpc>
              <a:spcPct val="90000"/>
            </a:lnSpc>
            <a:spcBef>
              <a:spcPct val="0"/>
            </a:spcBef>
            <a:spcAft>
              <a:spcPct val="35000"/>
            </a:spcAft>
            <a:buNone/>
          </a:pPr>
          <a:r>
            <a:rPr lang="en-US" sz="2600" b="1" kern="1200" baseline="0" dirty="0">
              <a:solidFill>
                <a:srgbClr val="FF0000"/>
              </a:solidFill>
            </a:rPr>
            <a:t>Execution occurs sequentially </a:t>
          </a:r>
          <a:r>
            <a:rPr lang="en-US" sz="2600" kern="1200" baseline="0" dirty="0"/>
            <a:t>from one instruction to the next.</a:t>
          </a:r>
          <a:endParaRPr lang="en-MY" sz="2600" kern="1200" dirty="0"/>
        </a:p>
      </dsp:txBody>
      <dsp:txXfrm>
        <a:off x="604289" y="3045935"/>
        <a:ext cx="6605465" cy="870267"/>
      </dsp:txXfrm>
    </dsp:sp>
    <dsp:sp modelId="{DAB1028F-1ACF-47BB-A07A-25A15D3606DC}">
      <dsp:nvSpPr>
        <dsp:cNvPr id="0" name=""/>
        <dsp:cNvSpPr/>
      </dsp:nvSpPr>
      <dsp:spPr>
        <a:xfrm>
          <a:off x="60372" y="2937152"/>
          <a:ext cx="1087834" cy="1087834"/>
        </a:xfrm>
        <a:prstGeom prst="ellipse">
          <a:avLst/>
        </a:prstGeom>
        <a:solidFill>
          <a:schemeClr val="lt1">
            <a:hueOff val="0"/>
            <a:satOff val="0"/>
            <a:lumOff val="0"/>
            <a:alphaOff val="0"/>
          </a:schemeClr>
        </a:solidFill>
        <a:ln w="1397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CF03ED3-128A-43F1-867F-3D5DEAC10E1E}">
      <dsp:nvSpPr>
        <dsp:cNvPr id="0" name=""/>
        <dsp:cNvSpPr/>
      </dsp:nvSpPr>
      <dsp:spPr>
        <a:xfrm>
          <a:off x="0" y="1360951"/>
          <a:ext cx="8568952" cy="1814601"/>
        </a:xfrm>
        <a:prstGeom prst="notched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82A3ED-F675-4F3E-B447-F7D43FEF7BBA}">
      <dsp:nvSpPr>
        <dsp:cNvPr id="0" name=""/>
        <dsp:cNvSpPr/>
      </dsp:nvSpPr>
      <dsp:spPr>
        <a:xfrm>
          <a:off x="658" y="0"/>
          <a:ext cx="1056265" cy="1814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marL="0" lvl="0" indent="0" algn="ctr" defTabSz="577850">
            <a:lnSpc>
              <a:spcPct val="90000"/>
            </a:lnSpc>
            <a:spcBef>
              <a:spcPct val="0"/>
            </a:spcBef>
            <a:spcAft>
              <a:spcPct val="35000"/>
            </a:spcAft>
            <a:buNone/>
          </a:pPr>
          <a:r>
            <a:rPr lang="en-US" sz="1300" kern="1200" baseline="0"/>
            <a:t>Vacuum tube - 1946-1957</a:t>
          </a:r>
          <a:endParaRPr lang="en-MY" sz="1300" kern="1200"/>
        </a:p>
      </dsp:txBody>
      <dsp:txXfrm>
        <a:off x="658" y="0"/>
        <a:ext cx="1056265" cy="1814601"/>
      </dsp:txXfrm>
    </dsp:sp>
    <dsp:sp modelId="{6201187E-D829-472B-A6FE-6A41EF451237}">
      <dsp:nvSpPr>
        <dsp:cNvPr id="0" name=""/>
        <dsp:cNvSpPr/>
      </dsp:nvSpPr>
      <dsp:spPr>
        <a:xfrm>
          <a:off x="301966" y="2041426"/>
          <a:ext cx="453650" cy="453650"/>
        </a:xfrm>
        <a:prstGeom prst="ellipse">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3975F6D-4C6A-45A7-BFFC-287E0F2DBE48}">
      <dsp:nvSpPr>
        <dsp:cNvPr id="0" name=""/>
        <dsp:cNvSpPr/>
      </dsp:nvSpPr>
      <dsp:spPr>
        <a:xfrm>
          <a:off x="1109737" y="2721902"/>
          <a:ext cx="1056265" cy="1814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0">
          <a:noAutofit/>
        </a:bodyPr>
        <a:lstStyle/>
        <a:p>
          <a:pPr marL="0" lvl="0" indent="0" algn="ctr" defTabSz="577850">
            <a:lnSpc>
              <a:spcPct val="90000"/>
            </a:lnSpc>
            <a:spcBef>
              <a:spcPct val="0"/>
            </a:spcBef>
            <a:spcAft>
              <a:spcPct val="35000"/>
            </a:spcAft>
            <a:buNone/>
          </a:pPr>
          <a:r>
            <a:rPr lang="en-US" sz="1300" kern="1200" baseline="0"/>
            <a:t>Transistor - 1958-1964</a:t>
          </a:r>
          <a:endParaRPr lang="en-MY" sz="1300" kern="1200"/>
        </a:p>
      </dsp:txBody>
      <dsp:txXfrm>
        <a:off x="1109737" y="2721902"/>
        <a:ext cx="1056265" cy="1814601"/>
      </dsp:txXfrm>
    </dsp:sp>
    <dsp:sp modelId="{CD8C11CF-41C8-4941-A03F-A5E6142227F7}">
      <dsp:nvSpPr>
        <dsp:cNvPr id="0" name=""/>
        <dsp:cNvSpPr/>
      </dsp:nvSpPr>
      <dsp:spPr>
        <a:xfrm>
          <a:off x="1411045" y="2041426"/>
          <a:ext cx="453650" cy="453650"/>
        </a:xfrm>
        <a:prstGeom prst="ellipse">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11F6D3D-65C8-4A09-94F8-7BF262C9FEA5}">
      <dsp:nvSpPr>
        <dsp:cNvPr id="0" name=""/>
        <dsp:cNvSpPr/>
      </dsp:nvSpPr>
      <dsp:spPr>
        <a:xfrm>
          <a:off x="2218816" y="0"/>
          <a:ext cx="1056265" cy="1814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1">
          <a:noAutofit/>
        </a:bodyPr>
        <a:lstStyle/>
        <a:p>
          <a:pPr marL="0" lvl="0" indent="0" algn="l" defTabSz="577850">
            <a:lnSpc>
              <a:spcPct val="90000"/>
            </a:lnSpc>
            <a:spcBef>
              <a:spcPct val="0"/>
            </a:spcBef>
            <a:spcAft>
              <a:spcPct val="35000"/>
            </a:spcAft>
            <a:buNone/>
          </a:pPr>
          <a:r>
            <a:rPr lang="en-US" sz="1300" kern="1200" baseline="0"/>
            <a:t>Small scale integration - 1965 on</a:t>
          </a:r>
          <a:endParaRPr lang="en-MY" sz="1300" kern="1200"/>
        </a:p>
        <a:p>
          <a:pPr marL="57150" lvl="1" indent="-57150" algn="l" defTabSz="444500">
            <a:lnSpc>
              <a:spcPct val="90000"/>
            </a:lnSpc>
            <a:spcBef>
              <a:spcPct val="0"/>
            </a:spcBef>
            <a:spcAft>
              <a:spcPct val="15000"/>
            </a:spcAft>
            <a:buChar char="•"/>
          </a:pPr>
          <a:r>
            <a:rPr lang="en-US" sz="1000" kern="1200"/>
            <a:t>Up to 100 devices on a chip</a:t>
          </a:r>
          <a:endParaRPr lang="en-MY" sz="1000" kern="1200"/>
        </a:p>
      </dsp:txBody>
      <dsp:txXfrm>
        <a:off x="2218816" y="0"/>
        <a:ext cx="1056265" cy="1814601"/>
      </dsp:txXfrm>
    </dsp:sp>
    <dsp:sp modelId="{2DF9892E-9536-477F-9F01-2A5314239398}">
      <dsp:nvSpPr>
        <dsp:cNvPr id="0" name=""/>
        <dsp:cNvSpPr/>
      </dsp:nvSpPr>
      <dsp:spPr>
        <a:xfrm>
          <a:off x="2520124" y="2041426"/>
          <a:ext cx="453650" cy="453650"/>
        </a:xfrm>
        <a:prstGeom prst="ellipse">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5F0991-F011-4CCF-94DA-A8A4E8873D2F}">
      <dsp:nvSpPr>
        <dsp:cNvPr id="0" name=""/>
        <dsp:cNvSpPr/>
      </dsp:nvSpPr>
      <dsp:spPr>
        <a:xfrm>
          <a:off x="3327895" y="2721902"/>
          <a:ext cx="1056265" cy="1814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1">
          <a:noAutofit/>
        </a:bodyPr>
        <a:lstStyle/>
        <a:p>
          <a:pPr marL="0" lvl="0" indent="0" algn="l" defTabSz="577850">
            <a:lnSpc>
              <a:spcPct val="90000"/>
            </a:lnSpc>
            <a:spcBef>
              <a:spcPct val="0"/>
            </a:spcBef>
            <a:spcAft>
              <a:spcPct val="35000"/>
            </a:spcAft>
            <a:buNone/>
          </a:pPr>
          <a:r>
            <a:rPr lang="en-US" sz="1300" kern="1200" baseline="0"/>
            <a:t>Medium scale integration - to 1971</a:t>
          </a:r>
          <a:endParaRPr lang="en-MY" sz="1300" kern="1200"/>
        </a:p>
        <a:p>
          <a:pPr marL="57150" lvl="1" indent="-57150" algn="l" defTabSz="444500">
            <a:lnSpc>
              <a:spcPct val="90000"/>
            </a:lnSpc>
            <a:spcBef>
              <a:spcPct val="0"/>
            </a:spcBef>
            <a:spcAft>
              <a:spcPct val="15000"/>
            </a:spcAft>
            <a:buChar char="•"/>
          </a:pPr>
          <a:r>
            <a:rPr lang="en-US" sz="1000" kern="1200"/>
            <a:t>100-3,000 devices on a chip</a:t>
          </a:r>
          <a:endParaRPr lang="en-MY" sz="1000" kern="1200"/>
        </a:p>
      </dsp:txBody>
      <dsp:txXfrm>
        <a:off x="3327895" y="2721902"/>
        <a:ext cx="1056265" cy="1814601"/>
      </dsp:txXfrm>
    </dsp:sp>
    <dsp:sp modelId="{83EE33FE-1D79-4393-B6B1-2CE984F60FEC}">
      <dsp:nvSpPr>
        <dsp:cNvPr id="0" name=""/>
        <dsp:cNvSpPr/>
      </dsp:nvSpPr>
      <dsp:spPr>
        <a:xfrm>
          <a:off x="3629203" y="2041426"/>
          <a:ext cx="453650" cy="453650"/>
        </a:xfrm>
        <a:prstGeom prst="ellipse">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31EF4A9-C2A1-4C75-A18A-7AB745E35EBD}">
      <dsp:nvSpPr>
        <dsp:cNvPr id="0" name=""/>
        <dsp:cNvSpPr/>
      </dsp:nvSpPr>
      <dsp:spPr>
        <a:xfrm>
          <a:off x="4436974" y="0"/>
          <a:ext cx="1056265" cy="1814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1">
          <a:noAutofit/>
        </a:bodyPr>
        <a:lstStyle/>
        <a:p>
          <a:pPr marL="0" lvl="0" indent="0" algn="l" defTabSz="577850">
            <a:lnSpc>
              <a:spcPct val="90000"/>
            </a:lnSpc>
            <a:spcBef>
              <a:spcPct val="0"/>
            </a:spcBef>
            <a:spcAft>
              <a:spcPct val="35000"/>
            </a:spcAft>
            <a:buNone/>
          </a:pPr>
          <a:r>
            <a:rPr lang="en-US" sz="1300" kern="1200" baseline="0"/>
            <a:t>Large scale integration - 1971-1977</a:t>
          </a:r>
          <a:endParaRPr lang="en-MY" sz="1300" kern="1200"/>
        </a:p>
        <a:p>
          <a:pPr marL="57150" lvl="1" indent="-57150" algn="l" defTabSz="444500">
            <a:lnSpc>
              <a:spcPct val="90000"/>
            </a:lnSpc>
            <a:spcBef>
              <a:spcPct val="0"/>
            </a:spcBef>
            <a:spcAft>
              <a:spcPct val="15000"/>
            </a:spcAft>
            <a:buChar char="•"/>
          </a:pPr>
          <a:r>
            <a:rPr lang="en-US" sz="1000" kern="1200"/>
            <a:t>3,000 - 100,000 devices on a chip</a:t>
          </a:r>
          <a:endParaRPr lang="en-MY" sz="1000" kern="1200"/>
        </a:p>
      </dsp:txBody>
      <dsp:txXfrm>
        <a:off x="4436974" y="0"/>
        <a:ext cx="1056265" cy="1814601"/>
      </dsp:txXfrm>
    </dsp:sp>
    <dsp:sp modelId="{8CD44849-E03A-467E-A97C-E5E77DE35FA8}">
      <dsp:nvSpPr>
        <dsp:cNvPr id="0" name=""/>
        <dsp:cNvSpPr/>
      </dsp:nvSpPr>
      <dsp:spPr>
        <a:xfrm>
          <a:off x="4738282" y="2041426"/>
          <a:ext cx="453650" cy="453650"/>
        </a:xfrm>
        <a:prstGeom prst="ellipse">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444F8C6-280F-404C-BDA3-76DD645715BB}">
      <dsp:nvSpPr>
        <dsp:cNvPr id="0" name=""/>
        <dsp:cNvSpPr/>
      </dsp:nvSpPr>
      <dsp:spPr>
        <a:xfrm>
          <a:off x="5546053" y="2721902"/>
          <a:ext cx="1056265" cy="1814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1">
          <a:noAutofit/>
        </a:bodyPr>
        <a:lstStyle/>
        <a:p>
          <a:pPr marL="0" lvl="0" indent="0" algn="l" defTabSz="577850">
            <a:lnSpc>
              <a:spcPct val="90000"/>
            </a:lnSpc>
            <a:spcBef>
              <a:spcPct val="0"/>
            </a:spcBef>
            <a:spcAft>
              <a:spcPct val="35000"/>
            </a:spcAft>
            <a:buNone/>
          </a:pPr>
          <a:r>
            <a:rPr lang="en-US" sz="1300" kern="1200" baseline="0"/>
            <a:t>Very large-scale integration - 1978 -1991</a:t>
          </a:r>
          <a:endParaRPr lang="en-MY" sz="1300" kern="1200"/>
        </a:p>
        <a:p>
          <a:pPr marL="57150" lvl="1" indent="-57150" algn="l" defTabSz="444500">
            <a:lnSpc>
              <a:spcPct val="90000"/>
            </a:lnSpc>
            <a:spcBef>
              <a:spcPct val="0"/>
            </a:spcBef>
            <a:spcAft>
              <a:spcPct val="15000"/>
            </a:spcAft>
            <a:buChar char="•"/>
          </a:pPr>
          <a:r>
            <a:rPr lang="en-US" sz="1000" kern="1200"/>
            <a:t>100,000 - 100,000,000 devices on a chip</a:t>
          </a:r>
          <a:endParaRPr lang="en-MY" sz="1000" kern="1200"/>
        </a:p>
      </dsp:txBody>
      <dsp:txXfrm>
        <a:off x="5546053" y="2721902"/>
        <a:ext cx="1056265" cy="1814601"/>
      </dsp:txXfrm>
    </dsp:sp>
    <dsp:sp modelId="{F9E3FF47-5EF2-46E4-B3B8-A1C374C2087D}">
      <dsp:nvSpPr>
        <dsp:cNvPr id="0" name=""/>
        <dsp:cNvSpPr/>
      </dsp:nvSpPr>
      <dsp:spPr>
        <a:xfrm>
          <a:off x="5847360" y="2041426"/>
          <a:ext cx="453650" cy="453650"/>
        </a:xfrm>
        <a:prstGeom prst="ellipse">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2DE4923-24DB-4273-8C60-A083D28711EA}">
      <dsp:nvSpPr>
        <dsp:cNvPr id="0" name=""/>
        <dsp:cNvSpPr/>
      </dsp:nvSpPr>
      <dsp:spPr>
        <a:xfrm>
          <a:off x="6655132" y="0"/>
          <a:ext cx="1056265" cy="18146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1">
          <a:noAutofit/>
        </a:bodyPr>
        <a:lstStyle/>
        <a:p>
          <a:pPr marL="0" lvl="0" indent="0" algn="l" defTabSz="577850">
            <a:lnSpc>
              <a:spcPct val="90000"/>
            </a:lnSpc>
            <a:spcBef>
              <a:spcPct val="0"/>
            </a:spcBef>
            <a:spcAft>
              <a:spcPct val="35000"/>
            </a:spcAft>
            <a:buNone/>
          </a:pPr>
          <a:r>
            <a:rPr lang="en-US" sz="1300" kern="1200" baseline="0"/>
            <a:t>Ultra large-scale integration – 1991 -</a:t>
          </a:r>
          <a:endParaRPr lang="en-MY" sz="1300" kern="1200"/>
        </a:p>
        <a:p>
          <a:pPr marL="57150" lvl="1" indent="-57150" algn="l" defTabSz="444500">
            <a:lnSpc>
              <a:spcPct val="90000"/>
            </a:lnSpc>
            <a:spcBef>
              <a:spcPct val="0"/>
            </a:spcBef>
            <a:spcAft>
              <a:spcPct val="15000"/>
            </a:spcAft>
            <a:buChar char="•"/>
          </a:pPr>
          <a:r>
            <a:rPr lang="en-US" sz="1000" kern="1200"/>
            <a:t>Over 100,000,000 devices on a chip</a:t>
          </a:r>
          <a:endParaRPr lang="en-MY" sz="1000" kern="1200"/>
        </a:p>
      </dsp:txBody>
      <dsp:txXfrm>
        <a:off x="6655132" y="0"/>
        <a:ext cx="1056265" cy="1814601"/>
      </dsp:txXfrm>
    </dsp:sp>
    <dsp:sp modelId="{8C2F9801-745E-47D0-9BAB-510032C987DA}">
      <dsp:nvSpPr>
        <dsp:cNvPr id="0" name=""/>
        <dsp:cNvSpPr/>
      </dsp:nvSpPr>
      <dsp:spPr>
        <a:xfrm>
          <a:off x="6956439" y="2041426"/>
          <a:ext cx="453650" cy="453650"/>
        </a:xfrm>
        <a:prstGeom prst="ellipse">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34855D-B98A-4956-9ED9-204745DA7037}">
      <dsp:nvSpPr>
        <dsp:cNvPr id="0" name=""/>
        <dsp:cNvSpPr/>
      </dsp:nvSpPr>
      <dsp:spPr>
        <a:xfrm>
          <a:off x="3468" y="1720740"/>
          <a:ext cx="1516426" cy="909856"/>
        </a:xfrm>
        <a:prstGeom prst="roundRect">
          <a:avLst>
            <a:gd name="adj" fmla="val 10000"/>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MY" sz="1400" kern="1200" baseline="0"/>
            <a:t>Information Technology (IT) </a:t>
          </a:r>
          <a:endParaRPr lang="en-MY" sz="1400" kern="1200"/>
        </a:p>
      </dsp:txBody>
      <dsp:txXfrm>
        <a:off x="30117" y="1747389"/>
        <a:ext cx="1463128" cy="856558"/>
      </dsp:txXfrm>
    </dsp:sp>
    <dsp:sp modelId="{C444C6D6-637A-41C1-8BD8-FD06AFF2FA37}">
      <dsp:nvSpPr>
        <dsp:cNvPr id="0" name=""/>
        <dsp:cNvSpPr/>
      </dsp:nvSpPr>
      <dsp:spPr>
        <a:xfrm>
          <a:off x="1671537" y="1987631"/>
          <a:ext cx="321482" cy="376073"/>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MY" sz="1200" kern="1200"/>
        </a:p>
      </dsp:txBody>
      <dsp:txXfrm>
        <a:off x="1671537" y="2062846"/>
        <a:ext cx="225037" cy="225643"/>
      </dsp:txXfrm>
    </dsp:sp>
    <dsp:sp modelId="{A880E7BE-79AD-43E6-87BC-0E04D4319AD1}">
      <dsp:nvSpPr>
        <dsp:cNvPr id="0" name=""/>
        <dsp:cNvSpPr/>
      </dsp:nvSpPr>
      <dsp:spPr>
        <a:xfrm>
          <a:off x="2126465" y="1720740"/>
          <a:ext cx="1516426" cy="909856"/>
        </a:xfrm>
        <a:prstGeom prst="roundRect">
          <a:avLst>
            <a:gd name="adj" fmla="val 10000"/>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MY" sz="1400" kern="1200" baseline="0"/>
            <a:t>Operational Technology (OT)</a:t>
          </a:r>
          <a:endParaRPr lang="en-MY" sz="1400" kern="1200"/>
        </a:p>
      </dsp:txBody>
      <dsp:txXfrm>
        <a:off x="2153114" y="1747389"/>
        <a:ext cx="1463128" cy="856558"/>
      </dsp:txXfrm>
    </dsp:sp>
    <dsp:sp modelId="{4100A67B-D72D-4240-A561-ACA55BC1B259}">
      <dsp:nvSpPr>
        <dsp:cNvPr id="0" name=""/>
        <dsp:cNvSpPr/>
      </dsp:nvSpPr>
      <dsp:spPr>
        <a:xfrm>
          <a:off x="3794535" y="1987631"/>
          <a:ext cx="321482" cy="376073"/>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MY" sz="1200" kern="1200"/>
        </a:p>
      </dsp:txBody>
      <dsp:txXfrm>
        <a:off x="3794535" y="2062846"/>
        <a:ext cx="225037" cy="225643"/>
      </dsp:txXfrm>
    </dsp:sp>
    <dsp:sp modelId="{60D21DC6-39FE-482D-B9CE-F9015AD42A0A}">
      <dsp:nvSpPr>
        <dsp:cNvPr id="0" name=""/>
        <dsp:cNvSpPr/>
      </dsp:nvSpPr>
      <dsp:spPr>
        <a:xfrm>
          <a:off x="4249463" y="1720740"/>
          <a:ext cx="1516426" cy="909856"/>
        </a:xfrm>
        <a:prstGeom prst="roundRect">
          <a:avLst>
            <a:gd name="adj" fmla="val 10000"/>
          </a:avLst>
        </a:prstGeom>
        <a:solidFill>
          <a:schemeClr val="accent4">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MY" sz="1400" kern="1200" baseline="0" dirty="0"/>
            <a:t>Personal  Technology </a:t>
          </a:r>
          <a:endParaRPr lang="en-MY" sz="1400" kern="1200" dirty="0"/>
        </a:p>
      </dsp:txBody>
      <dsp:txXfrm>
        <a:off x="4276112" y="1747389"/>
        <a:ext cx="1463128" cy="856558"/>
      </dsp:txXfrm>
    </dsp:sp>
    <dsp:sp modelId="{74FA4E66-86D8-45EB-9986-3F3DBDB71750}">
      <dsp:nvSpPr>
        <dsp:cNvPr id="0" name=""/>
        <dsp:cNvSpPr/>
      </dsp:nvSpPr>
      <dsp:spPr>
        <a:xfrm>
          <a:off x="5917532" y="1987631"/>
          <a:ext cx="321482" cy="376073"/>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MY" sz="1200" kern="1200"/>
        </a:p>
      </dsp:txBody>
      <dsp:txXfrm>
        <a:off x="5917532" y="2062846"/>
        <a:ext cx="225037" cy="225643"/>
      </dsp:txXfrm>
    </dsp:sp>
    <dsp:sp modelId="{63DB84C4-BA27-4AD5-8033-02E0D2EF9BCF}">
      <dsp:nvSpPr>
        <dsp:cNvPr id="0" name=""/>
        <dsp:cNvSpPr/>
      </dsp:nvSpPr>
      <dsp:spPr>
        <a:xfrm>
          <a:off x="6372460" y="1720740"/>
          <a:ext cx="1516426" cy="909856"/>
        </a:xfrm>
        <a:prstGeom prst="roundRect">
          <a:avLst>
            <a:gd name="adj" fmla="val 10000"/>
          </a:avLst>
        </a:prstGeom>
        <a:solidFill>
          <a:schemeClr val="accent5">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MY" sz="1400" kern="1200" baseline="0"/>
            <a:t>Sensor/actuator Technology </a:t>
          </a:r>
          <a:endParaRPr lang="en-MY" sz="1400" kern="1200"/>
        </a:p>
      </dsp:txBody>
      <dsp:txXfrm>
        <a:off x="6399109" y="1747389"/>
        <a:ext cx="1463128" cy="85655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62AEF2-0B8C-489E-97FC-8BE8A98D414C}">
      <dsp:nvSpPr>
        <dsp:cNvPr id="0" name=""/>
        <dsp:cNvSpPr/>
      </dsp:nvSpPr>
      <dsp:spPr>
        <a:xfrm>
          <a:off x="0" y="742259"/>
          <a:ext cx="2205244" cy="1323146"/>
        </a:xfrm>
        <a:prstGeom prst="rect">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Performance</a:t>
          </a:r>
          <a:endParaRPr lang="en-MY" sz="2600" kern="1200"/>
        </a:p>
      </dsp:txBody>
      <dsp:txXfrm>
        <a:off x="0" y="742259"/>
        <a:ext cx="2205244" cy="1323146"/>
      </dsp:txXfrm>
    </dsp:sp>
    <dsp:sp modelId="{2610A55B-1B5E-4B77-B0EC-A8FC96D3C7C4}">
      <dsp:nvSpPr>
        <dsp:cNvPr id="0" name=""/>
        <dsp:cNvSpPr/>
      </dsp:nvSpPr>
      <dsp:spPr>
        <a:xfrm>
          <a:off x="2425769" y="742259"/>
          <a:ext cx="2205244" cy="1323146"/>
        </a:xfrm>
        <a:prstGeom prst="rect">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Cost</a:t>
          </a:r>
          <a:endParaRPr lang="en-MY" sz="2600" kern="1200"/>
        </a:p>
      </dsp:txBody>
      <dsp:txXfrm>
        <a:off x="2425769" y="742259"/>
        <a:ext cx="2205244" cy="1323146"/>
      </dsp:txXfrm>
    </dsp:sp>
    <dsp:sp modelId="{AB2D6CED-942F-4E6C-9533-103B4F11D849}">
      <dsp:nvSpPr>
        <dsp:cNvPr id="0" name=""/>
        <dsp:cNvSpPr/>
      </dsp:nvSpPr>
      <dsp:spPr>
        <a:xfrm>
          <a:off x="4851539" y="742259"/>
          <a:ext cx="2205244" cy="1323146"/>
        </a:xfrm>
        <a:prstGeom prst="rect">
          <a:avLst/>
        </a:prstGeom>
        <a:solidFill>
          <a:schemeClr val="accent4">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Size</a:t>
          </a:r>
          <a:endParaRPr lang="en-MY" sz="2600" kern="1200"/>
        </a:p>
      </dsp:txBody>
      <dsp:txXfrm>
        <a:off x="4851539" y="742259"/>
        <a:ext cx="2205244" cy="1323146"/>
      </dsp:txXfrm>
    </dsp:sp>
    <dsp:sp modelId="{EC793762-345A-474F-88C7-F25C88FC3C9E}">
      <dsp:nvSpPr>
        <dsp:cNvPr id="0" name=""/>
        <dsp:cNvSpPr/>
      </dsp:nvSpPr>
      <dsp:spPr>
        <a:xfrm>
          <a:off x="0" y="2285930"/>
          <a:ext cx="2205244" cy="1323146"/>
        </a:xfrm>
        <a:prstGeom prst="rect">
          <a:avLst/>
        </a:prstGeom>
        <a:solidFill>
          <a:schemeClr val="accent5">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Security</a:t>
          </a:r>
          <a:endParaRPr lang="en-MY" sz="2600" kern="1200"/>
        </a:p>
      </dsp:txBody>
      <dsp:txXfrm>
        <a:off x="0" y="2285930"/>
        <a:ext cx="2205244" cy="1323146"/>
      </dsp:txXfrm>
    </dsp:sp>
    <dsp:sp modelId="{5B0AEBB3-BE8E-40DB-858E-22F0ABB94D50}">
      <dsp:nvSpPr>
        <dsp:cNvPr id="0" name=""/>
        <dsp:cNvSpPr/>
      </dsp:nvSpPr>
      <dsp:spPr>
        <a:xfrm>
          <a:off x="2425769" y="2285930"/>
          <a:ext cx="2205244" cy="1323146"/>
        </a:xfrm>
        <a:prstGeom prst="rect">
          <a:avLst/>
        </a:prstGeom>
        <a:solidFill>
          <a:schemeClr val="accent6">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Reliability</a:t>
          </a:r>
          <a:endParaRPr lang="en-MY" sz="2600" kern="1200"/>
        </a:p>
      </dsp:txBody>
      <dsp:txXfrm>
        <a:off x="2425769" y="2285930"/>
        <a:ext cx="2205244" cy="1323146"/>
      </dsp:txXfrm>
    </dsp:sp>
    <dsp:sp modelId="{80703E6F-CB40-4382-B26E-5EC66C948991}">
      <dsp:nvSpPr>
        <dsp:cNvPr id="0" name=""/>
        <dsp:cNvSpPr/>
      </dsp:nvSpPr>
      <dsp:spPr>
        <a:xfrm>
          <a:off x="4851539" y="2285930"/>
          <a:ext cx="2205244" cy="1323146"/>
        </a:xfrm>
        <a:prstGeom prst="rect">
          <a:avLst/>
        </a:prstGeom>
        <a:solidFill>
          <a:schemeClr val="accent2">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ctr" defTabSz="1155700">
            <a:lnSpc>
              <a:spcPct val="90000"/>
            </a:lnSpc>
            <a:spcBef>
              <a:spcPct val="0"/>
            </a:spcBef>
            <a:spcAft>
              <a:spcPct val="35000"/>
            </a:spcAft>
            <a:buNone/>
          </a:pPr>
          <a:r>
            <a:rPr lang="en-GB" sz="2600" kern="1200"/>
            <a:t>Power consumption</a:t>
          </a:r>
          <a:endParaRPr lang="en-MY" sz="2600" kern="1200"/>
        </a:p>
      </dsp:txBody>
      <dsp:txXfrm>
        <a:off x="4851539" y="2285930"/>
        <a:ext cx="2205244" cy="132314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C820D0-3FDD-4E51-8DF7-AC547F080CE1}">
      <dsp:nvSpPr>
        <dsp:cNvPr id="0" name=""/>
        <dsp:cNvSpPr/>
      </dsp:nvSpPr>
      <dsp:spPr>
        <a:xfrm>
          <a:off x="786" y="180804"/>
          <a:ext cx="3069021" cy="1841413"/>
        </a:xfrm>
        <a:prstGeom prst="rect">
          <a:avLst/>
        </a:prstGeom>
        <a:solidFill>
          <a:schemeClr val="accent3">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MY" sz="3200" kern="1200" baseline="0"/>
            <a:t>Rate of pulse = clock rate /clock speed </a:t>
          </a:r>
          <a:endParaRPr lang="en-MY" sz="3200" kern="1200"/>
        </a:p>
      </dsp:txBody>
      <dsp:txXfrm>
        <a:off x="786" y="180804"/>
        <a:ext cx="3069021" cy="1841413"/>
      </dsp:txXfrm>
    </dsp:sp>
    <dsp:sp modelId="{D5438D66-F538-49DD-A65B-5CB34C987C33}">
      <dsp:nvSpPr>
        <dsp:cNvPr id="0" name=""/>
        <dsp:cNvSpPr/>
      </dsp:nvSpPr>
      <dsp:spPr>
        <a:xfrm>
          <a:off x="3376711" y="180804"/>
          <a:ext cx="3069021" cy="1841413"/>
        </a:xfrm>
        <a:prstGeom prst="rect">
          <a:avLst/>
        </a:prstGeom>
        <a:solidFill>
          <a:schemeClr val="accent3">
            <a:hueOff val="-1413571"/>
            <a:satOff val="661"/>
            <a:lumOff val="196"/>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MY" sz="3200" kern="1200" baseline="0"/>
            <a:t>One increment of pulse = clock cycle </a:t>
          </a:r>
          <a:endParaRPr lang="en-MY" sz="3200" kern="1200"/>
        </a:p>
      </dsp:txBody>
      <dsp:txXfrm>
        <a:off x="3376711" y="180804"/>
        <a:ext cx="3069021" cy="1841413"/>
      </dsp:txXfrm>
    </dsp:sp>
    <dsp:sp modelId="{BA4DE30B-C5B0-470D-AA3B-C922CEAFF0F5}">
      <dsp:nvSpPr>
        <dsp:cNvPr id="0" name=""/>
        <dsp:cNvSpPr/>
      </dsp:nvSpPr>
      <dsp:spPr>
        <a:xfrm>
          <a:off x="1688749" y="2329119"/>
          <a:ext cx="3069021" cy="1841413"/>
        </a:xfrm>
        <a:prstGeom prst="rect">
          <a:avLst/>
        </a:prstGeom>
        <a:solidFill>
          <a:schemeClr val="accent3">
            <a:hueOff val="-2827143"/>
            <a:satOff val="1322"/>
            <a:lumOff val="392"/>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MY" sz="3200" kern="1200" baseline="0"/>
            <a:t>Time between pulses = cycle time </a:t>
          </a:r>
          <a:endParaRPr lang="en-MY" sz="3200" kern="1200"/>
        </a:p>
      </dsp:txBody>
      <dsp:txXfrm>
        <a:off x="1688749" y="2329119"/>
        <a:ext cx="3069021" cy="184141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79451B-AE3F-4FA0-B180-0082B43B9C50}">
      <dsp:nvSpPr>
        <dsp:cNvPr id="0" name=""/>
        <dsp:cNvSpPr/>
      </dsp:nvSpPr>
      <dsp:spPr>
        <a:xfrm>
          <a:off x="943153" y="673"/>
          <a:ext cx="1828871" cy="1097322"/>
        </a:xfrm>
        <a:prstGeom prst="rect">
          <a:avLst/>
        </a:prstGeom>
        <a:solidFill>
          <a:schemeClr val="accent4">
            <a:hueOff val="0"/>
            <a:satOff val="0"/>
            <a:lumOff val="0"/>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kumimoji="1" lang="en-GB" sz="1600" kern="1200" dirty="0"/>
            <a:t>Written in high level language</a:t>
          </a:r>
          <a:endParaRPr lang="en-MY" sz="1600" kern="1200" dirty="0"/>
        </a:p>
      </dsp:txBody>
      <dsp:txXfrm>
        <a:off x="943153" y="673"/>
        <a:ext cx="1828871" cy="1097322"/>
      </dsp:txXfrm>
    </dsp:sp>
    <dsp:sp modelId="{E821ADFA-DD7B-43AE-9437-B4181D5664B6}">
      <dsp:nvSpPr>
        <dsp:cNvPr id="0" name=""/>
        <dsp:cNvSpPr/>
      </dsp:nvSpPr>
      <dsp:spPr>
        <a:xfrm>
          <a:off x="2954911" y="673"/>
          <a:ext cx="1828871" cy="1097322"/>
        </a:xfrm>
        <a:prstGeom prst="rect">
          <a:avLst/>
        </a:prstGeom>
        <a:solidFill>
          <a:schemeClr val="accent4">
            <a:hueOff val="6039257"/>
            <a:satOff val="-2677"/>
            <a:lumOff val="-5359"/>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kumimoji="1" lang="en-GB" sz="1600" kern="1200"/>
            <a:t>Represents style of task - Systems, numerical, commercial</a:t>
          </a:r>
          <a:endParaRPr lang="en-MY" sz="1600" kern="1200"/>
        </a:p>
      </dsp:txBody>
      <dsp:txXfrm>
        <a:off x="2954911" y="673"/>
        <a:ext cx="1828871" cy="1097322"/>
      </dsp:txXfrm>
    </dsp:sp>
    <dsp:sp modelId="{70872D05-C185-43CF-9CD8-C69E4255C31B}">
      <dsp:nvSpPr>
        <dsp:cNvPr id="0" name=""/>
        <dsp:cNvSpPr/>
      </dsp:nvSpPr>
      <dsp:spPr>
        <a:xfrm>
          <a:off x="4966669" y="673"/>
          <a:ext cx="1828871" cy="1097322"/>
        </a:xfrm>
        <a:prstGeom prst="rect">
          <a:avLst/>
        </a:prstGeom>
        <a:solidFill>
          <a:schemeClr val="accent4">
            <a:hueOff val="12078514"/>
            <a:satOff val="-5354"/>
            <a:lumOff val="-10719"/>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kumimoji="1" lang="en-GB" sz="1600" kern="1200"/>
            <a:t>Easily measured</a:t>
          </a:r>
          <a:endParaRPr lang="en-MY" sz="1600" kern="1200"/>
        </a:p>
      </dsp:txBody>
      <dsp:txXfrm>
        <a:off x="4966669" y="673"/>
        <a:ext cx="1828871" cy="1097322"/>
      </dsp:txXfrm>
    </dsp:sp>
    <dsp:sp modelId="{0C7F6AE1-C57B-4C65-A3B3-A016DE6015A5}">
      <dsp:nvSpPr>
        <dsp:cNvPr id="0" name=""/>
        <dsp:cNvSpPr/>
      </dsp:nvSpPr>
      <dsp:spPr>
        <a:xfrm>
          <a:off x="2954911" y="1280883"/>
          <a:ext cx="1828871" cy="1097322"/>
        </a:xfrm>
        <a:prstGeom prst="rect">
          <a:avLst/>
        </a:prstGeom>
        <a:solidFill>
          <a:schemeClr val="accent4">
            <a:hueOff val="18117770"/>
            <a:satOff val="-8031"/>
            <a:lumOff val="-16078"/>
            <a:alphaOff val="0"/>
          </a:schemeClr>
        </a:solidFill>
        <a:ln w="1397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kumimoji="1" lang="en-GB" sz="1600" kern="1200"/>
            <a:t>Widely distributed</a:t>
          </a:r>
          <a:endParaRPr lang="en-MY" sz="1600" kern="1200"/>
        </a:p>
      </dsp:txBody>
      <dsp:txXfrm>
        <a:off x="2954911" y="1280883"/>
        <a:ext cx="1828871" cy="109732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3BBB487E-F69C-16A6-C1DB-2145B14BC23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60419" name="Rectangle 3">
            <a:extLst>
              <a:ext uri="{FF2B5EF4-FFF2-40B4-BE49-F238E27FC236}">
                <a16:creationId xmlns:a16="http://schemas.microsoft.com/office/drawing/2014/main" id="{BADF1671-CBF2-8F7A-079F-9A2E98F5838D}"/>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spcBef>
                <a:spcPct val="0"/>
              </a:spcBef>
              <a:buClrTx/>
              <a:buFontTx/>
              <a:buNone/>
              <a:defRPr kumimoji="0" sz="1200">
                <a:latin typeface="Times New Roman" pitchFamily="18" charset="0"/>
              </a:defRPr>
            </a:lvl1pPr>
          </a:lstStyle>
          <a:p>
            <a:pPr>
              <a:defRPr/>
            </a:pPr>
            <a:endParaRPr lang="en-US"/>
          </a:p>
        </p:txBody>
      </p:sp>
      <p:sp>
        <p:nvSpPr>
          <p:cNvPr id="60420" name="Rectangle 4">
            <a:extLst>
              <a:ext uri="{FF2B5EF4-FFF2-40B4-BE49-F238E27FC236}">
                <a16:creationId xmlns:a16="http://schemas.microsoft.com/office/drawing/2014/main" id="{961CF12B-D042-3D73-886B-9893D4D5EA9A}"/>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60421" name="Rectangle 5">
            <a:extLst>
              <a:ext uri="{FF2B5EF4-FFF2-40B4-BE49-F238E27FC236}">
                <a16:creationId xmlns:a16="http://schemas.microsoft.com/office/drawing/2014/main" id="{255F4144-6918-45DA-51D4-C2FA3BE28C61}"/>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kumimoji="0" sz="1200">
                <a:latin typeface="Times New Roman" panose="02020603050405020304" pitchFamily="18" charset="0"/>
              </a:defRPr>
            </a:lvl1pPr>
          </a:lstStyle>
          <a:p>
            <a:pPr>
              <a:defRPr/>
            </a:pPr>
            <a:fld id="{FDD4FF2B-7FB8-4101-B575-E45C3CA99CB8}"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A43D0D17-8F75-A633-FBB0-D136511CDF79}"/>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59395" name="Rectangle 3">
            <a:extLst>
              <a:ext uri="{FF2B5EF4-FFF2-40B4-BE49-F238E27FC236}">
                <a16:creationId xmlns:a16="http://schemas.microsoft.com/office/drawing/2014/main" id="{BE3BA417-355B-D585-82C6-A3EA871369F6}"/>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lvl1pPr algn="r">
              <a:spcBef>
                <a:spcPct val="0"/>
              </a:spcBef>
              <a:buClrTx/>
              <a:buFontTx/>
              <a:buNone/>
              <a:defRPr kumimoji="0" sz="1200">
                <a:latin typeface="Times New Roman" pitchFamily="18" charset="0"/>
              </a:defRPr>
            </a:lvl1pPr>
          </a:lstStyle>
          <a:p>
            <a:pPr>
              <a:defRPr/>
            </a:pPr>
            <a:endParaRPr lang="en-US"/>
          </a:p>
        </p:txBody>
      </p:sp>
      <p:sp>
        <p:nvSpPr>
          <p:cNvPr id="17412" name="Rectangle 4">
            <a:extLst>
              <a:ext uri="{FF2B5EF4-FFF2-40B4-BE49-F238E27FC236}">
                <a16:creationId xmlns:a16="http://schemas.microsoft.com/office/drawing/2014/main" id="{C42FE319-6567-9099-0E47-64DD2F6D1CD3}"/>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7" name="Rectangle 5">
            <a:extLst>
              <a:ext uri="{FF2B5EF4-FFF2-40B4-BE49-F238E27FC236}">
                <a16:creationId xmlns:a16="http://schemas.microsoft.com/office/drawing/2014/main" id="{AC6B1A5B-EC2C-AB6A-34C1-03EC162F7D15}"/>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none" lIns="90000" tIns="46800" rIns="90000" bIns="4680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9398" name="Rectangle 6">
            <a:extLst>
              <a:ext uri="{FF2B5EF4-FFF2-40B4-BE49-F238E27FC236}">
                <a16:creationId xmlns:a16="http://schemas.microsoft.com/office/drawing/2014/main" id="{5E79196D-316A-E9EF-490F-AA01E49A0926}"/>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spcBef>
                <a:spcPct val="0"/>
              </a:spcBef>
              <a:buClrTx/>
              <a:buFontTx/>
              <a:buNone/>
              <a:defRPr kumimoji="0" sz="1200">
                <a:latin typeface="Times New Roman" pitchFamily="18" charset="0"/>
              </a:defRPr>
            </a:lvl1pPr>
          </a:lstStyle>
          <a:p>
            <a:pPr>
              <a:defRPr/>
            </a:pPr>
            <a:endParaRPr lang="en-US"/>
          </a:p>
        </p:txBody>
      </p:sp>
      <p:sp>
        <p:nvSpPr>
          <p:cNvPr id="59399" name="Rectangle 7">
            <a:extLst>
              <a:ext uri="{FF2B5EF4-FFF2-40B4-BE49-F238E27FC236}">
                <a16:creationId xmlns:a16="http://schemas.microsoft.com/office/drawing/2014/main" id="{E02F6317-6458-A289-CA51-CCED287B63E9}"/>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none" lIns="90000" tIns="46800" rIns="90000" bIns="46800" numCol="1" anchor="b" anchorCtr="0" compatLnSpc="1">
            <a:prstTxWarp prst="textNoShape">
              <a:avLst/>
            </a:prstTxWarp>
          </a:bodyPr>
          <a:lstStyle>
            <a:lvl1pPr algn="r">
              <a:defRPr kumimoji="0" sz="1200">
                <a:latin typeface="Times New Roman" panose="02020603050405020304" pitchFamily="18" charset="0"/>
              </a:defRPr>
            </a:lvl1pPr>
          </a:lstStyle>
          <a:p>
            <a:pPr>
              <a:defRPr/>
            </a:pPr>
            <a:fld id="{A3AE1198-59AF-4AB2-A0BF-04272925C173}"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DB2B0799-647B-3579-05F7-867828CBF18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1015D691-5621-4594-A2F0-E588DF460BF6}" type="slidenum">
              <a:rPr kumimoji="0" lang="en-US" altLang="en-US" sz="1200" smtClean="0">
                <a:latin typeface="Times New Roman" panose="02020603050405020304" pitchFamily="18" charset="0"/>
              </a:rPr>
              <a:pPr/>
              <a:t>1</a:t>
            </a:fld>
            <a:endParaRPr kumimoji="0" lang="en-US" altLang="en-US" sz="1200">
              <a:latin typeface="Times New Roman" panose="02020603050405020304" pitchFamily="18" charset="0"/>
            </a:endParaRPr>
          </a:p>
        </p:txBody>
      </p:sp>
      <p:sp>
        <p:nvSpPr>
          <p:cNvPr id="22531" name="Rectangle 2">
            <a:extLst>
              <a:ext uri="{FF2B5EF4-FFF2-40B4-BE49-F238E27FC236}">
                <a16:creationId xmlns:a16="http://schemas.microsoft.com/office/drawing/2014/main" id="{B48A21F9-5016-3CA3-D28C-D30AFAF26F8D}"/>
              </a:ext>
            </a:extLst>
          </p:cNvPr>
          <p:cNvSpPr>
            <a:spLocks noGrp="1" noRot="1" noChangeAspect="1" noChangeArrowheads="1" noTextEdit="1"/>
          </p:cNvSpPr>
          <p:nvPr>
            <p:ph type="sldImg"/>
          </p:nvPr>
        </p:nvSpPr>
        <p:spPr>
          <a:ln/>
        </p:spPr>
      </p:sp>
      <p:sp>
        <p:nvSpPr>
          <p:cNvPr id="22532" name="Rectangle 3">
            <a:extLst>
              <a:ext uri="{FF2B5EF4-FFF2-40B4-BE49-F238E27FC236}">
                <a16:creationId xmlns:a16="http://schemas.microsoft.com/office/drawing/2014/main" id="{70C11A83-BBDF-57F0-12B1-086408E4C5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1852609B-CA58-61CB-E886-A5FF8C25D4C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EB6E2B11-E537-47E1-808F-5E5BE24452FD}" type="slidenum">
              <a:rPr kumimoji="0" lang="en-US" altLang="en-US" sz="1200" smtClean="0">
                <a:latin typeface="Times New Roman" panose="02020603050405020304" pitchFamily="18" charset="0"/>
              </a:rPr>
              <a:pPr/>
              <a:t>8</a:t>
            </a:fld>
            <a:endParaRPr kumimoji="0" lang="en-US" altLang="en-US" sz="1200">
              <a:latin typeface="Times New Roman" panose="02020603050405020304" pitchFamily="18" charset="0"/>
            </a:endParaRPr>
          </a:p>
        </p:txBody>
      </p:sp>
      <p:sp>
        <p:nvSpPr>
          <p:cNvPr id="29699" name="Rectangle 7">
            <a:extLst>
              <a:ext uri="{FF2B5EF4-FFF2-40B4-BE49-F238E27FC236}">
                <a16:creationId xmlns:a16="http://schemas.microsoft.com/office/drawing/2014/main" id="{0EEB37A8-376A-8E0C-A999-B313E035B191}"/>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62BF2180-F86A-4102-B28D-E1A21B526AFC}" type="slidenum">
              <a:rPr kumimoji="0" lang="en-US" altLang="en-US" sz="1200">
                <a:latin typeface="Arial" panose="020B0604020202020204" pitchFamily="34" charset="0"/>
              </a:rPr>
              <a:pPr algn="r"/>
              <a:t>8</a:t>
            </a:fld>
            <a:endParaRPr kumimoji="0" lang="en-US" altLang="en-US" sz="1200">
              <a:latin typeface="Arial" panose="020B0604020202020204" pitchFamily="34" charset="0"/>
            </a:endParaRPr>
          </a:p>
        </p:txBody>
      </p:sp>
      <p:sp>
        <p:nvSpPr>
          <p:cNvPr id="29700" name="Rectangle 2">
            <a:extLst>
              <a:ext uri="{FF2B5EF4-FFF2-40B4-BE49-F238E27FC236}">
                <a16:creationId xmlns:a16="http://schemas.microsoft.com/office/drawing/2014/main" id="{1425812F-82AD-259B-5E0C-FD9FFA1BC01D}"/>
              </a:ext>
            </a:extLst>
          </p:cNvPr>
          <p:cNvSpPr>
            <a:spLocks noGrp="1" noRot="1" noChangeAspect="1" noChangeArrowheads="1" noTextEdit="1"/>
          </p:cNvSpPr>
          <p:nvPr>
            <p:ph type="sldImg"/>
          </p:nvPr>
        </p:nvSpPr>
        <p:spPr>
          <a:ln/>
        </p:spPr>
      </p:sp>
      <p:sp>
        <p:nvSpPr>
          <p:cNvPr id="29701" name="Rectangle 3">
            <a:extLst>
              <a:ext uri="{FF2B5EF4-FFF2-40B4-BE49-F238E27FC236}">
                <a16:creationId xmlns:a16="http://schemas.microsoft.com/office/drawing/2014/main" id="{AC1593B0-2CF4-A48B-85B8-8CB7E84C8D0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ADE3844A-F4A7-E9D3-BB03-228FBC761E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E79774FC-2CD2-41E4-AB36-68C1E9D7B6F9}" type="slidenum">
              <a:rPr kumimoji="0" lang="en-US" altLang="en-US" sz="1200" smtClean="0">
                <a:latin typeface="Times New Roman" panose="02020603050405020304" pitchFamily="18" charset="0"/>
              </a:rPr>
              <a:pPr/>
              <a:t>9</a:t>
            </a:fld>
            <a:endParaRPr kumimoji="0" lang="en-US" altLang="en-US" sz="1200">
              <a:latin typeface="Times New Roman" panose="02020603050405020304" pitchFamily="18" charset="0"/>
            </a:endParaRPr>
          </a:p>
        </p:txBody>
      </p:sp>
      <p:sp>
        <p:nvSpPr>
          <p:cNvPr id="31747" name="Rectangle 7">
            <a:extLst>
              <a:ext uri="{FF2B5EF4-FFF2-40B4-BE49-F238E27FC236}">
                <a16:creationId xmlns:a16="http://schemas.microsoft.com/office/drawing/2014/main" id="{509A146F-52FB-2733-0CA8-86BD77292296}"/>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B2B536F7-CAAC-46E9-897A-0023D9DE12D0}" type="slidenum">
              <a:rPr kumimoji="0" lang="en-US" altLang="en-US" sz="1200">
                <a:latin typeface="Arial" panose="020B0604020202020204" pitchFamily="34" charset="0"/>
              </a:rPr>
              <a:pPr algn="r"/>
              <a:t>9</a:t>
            </a:fld>
            <a:endParaRPr kumimoji="0" lang="en-US" altLang="en-US" sz="1200">
              <a:latin typeface="Arial" panose="020B0604020202020204" pitchFamily="34" charset="0"/>
            </a:endParaRPr>
          </a:p>
        </p:txBody>
      </p:sp>
      <p:sp>
        <p:nvSpPr>
          <p:cNvPr id="31748" name="Rectangle 2">
            <a:extLst>
              <a:ext uri="{FF2B5EF4-FFF2-40B4-BE49-F238E27FC236}">
                <a16:creationId xmlns:a16="http://schemas.microsoft.com/office/drawing/2014/main" id="{8D91B68D-07C6-7344-73CB-8AC1C9C37B0D}"/>
              </a:ext>
            </a:extLst>
          </p:cNvPr>
          <p:cNvSpPr>
            <a:spLocks noGrp="1" noRot="1" noChangeAspect="1" noChangeArrowheads="1" noTextEdit="1"/>
          </p:cNvSpPr>
          <p:nvPr>
            <p:ph type="sldImg"/>
          </p:nvPr>
        </p:nvSpPr>
        <p:spPr>
          <a:ln/>
        </p:spPr>
      </p:sp>
      <p:sp>
        <p:nvSpPr>
          <p:cNvPr id="31749" name="Rectangle 3">
            <a:extLst>
              <a:ext uri="{FF2B5EF4-FFF2-40B4-BE49-F238E27FC236}">
                <a16:creationId xmlns:a16="http://schemas.microsoft.com/office/drawing/2014/main" id="{258745C3-F5D0-63D6-330A-25F9CAF13C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863D7961-FF8B-B081-EA6A-08633698C6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CAF955F8-7D64-4902-9E3A-782E64BF1DC2}" type="slidenum">
              <a:rPr kumimoji="0" lang="en-US" altLang="en-US" sz="1200" smtClean="0">
                <a:latin typeface="Times New Roman" panose="02020603050405020304" pitchFamily="18" charset="0"/>
              </a:rPr>
              <a:pPr/>
              <a:t>10</a:t>
            </a:fld>
            <a:endParaRPr kumimoji="0" lang="en-US" altLang="en-US" sz="1200">
              <a:latin typeface="Times New Roman" panose="02020603050405020304" pitchFamily="18" charset="0"/>
            </a:endParaRPr>
          </a:p>
        </p:txBody>
      </p:sp>
      <p:sp>
        <p:nvSpPr>
          <p:cNvPr id="33795" name="Rectangle 7">
            <a:extLst>
              <a:ext uri="{FF2B5EF4-FFF2-40B4-BE49-F238E27FC236}">
                <a16:creationId xmlns:a16="http://schemas.microsoft.com/office/drawing/2014/main" id="{65657C48-8DDD-5343-A5D2-EC0A637E1F5A}"/>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C684BAFD-BB99-417B-B64B-F7C7CE1E396A}" type="slidenum">
              <a:rPr kumimoji="0" lang="en-US" altLang="en-US" sz="1200">
                <a:latin typeface="Arial" panose="020B0604020202020204" pitchFamily="34" charset="0"/>
              </a:rPr>
              <a:pPr algn="r"/>
              <a:t>10</a:t>
            </a:fld>
            <a:endParaRPr kumimoji="0" lang="en-US" altLang="en-US" sz="1200">
              <a:latin typeface="Arial" panose="020B0604020202020204" pitchFamily="34" charset="0"/>
            </a:endParaRPr>
          </a:p>
        </p:txBody>
      </p:sp>
      <p:sp>
        <p:nvSpPr>
          <p:cNvPr id="33796" name="Rectangle 2">
            <a:extLst>
              <a:ext uri="{FF2B5EF4-FFF2-40B4-BE49-F238E27FC236}">
                <a16:creationId xmlns:a16="http://schemas.microsoft.com/office/drawing/2014/main" id="{4656D8D8-BCCB-E395-7597-153AD81F77A6}"/>
              </a:ext>
            </a:extLst>
          </p:cNvPr>
          <p:cNvSpPr>
            <a:spLocks noGrp="1" noRot="1" noChangeAspect="1" noChangeArrowheads="1" noTextEdit="1"/>
          </p:cNvSpPr>
          <p:nvPr>
            <p:ph type="sldImg"/>
          </p:nvPr>
        </p:nvSpPr>
        <p:spPr>
          <a:ln/>
        </p:spPr>
      </p:sp>
      <p:sp>
        <p:nvSpPr>
          <p:cNvPr id="33797" name="Rectangle 3">
            <a:extLst>
              <a:ext uri="{FF2B5EF4-FFF2-40B4-BE49-F238E27FC236}">
                <a16:creationId xmlns:a16="http://schemas.microsoft.com/office/drawing/2014/main" id="{4C99C369-5CF5-A9B1-9D74-60E7D3F783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ENIAC: the first programmable, electronic, general-purpose digital computer) used vacuum tubes for digital logic elements and memory.</a:t>
            </a:r>
            <a:endParaRPr lang="en-GB"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https://www.youtube.com/watch?v=k4oGI_dNaPc</a:t>
            </a:r>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11</a:t>
            </a:fld>
            <a:endParaRPr lang="en-US" altLang="en-US"/>
          </a:p>
        </p:txBody>
      </p:sp>
    </p:spTree>
    <p:extLst>
      <p:ext uri="{BB962C8B-B14F-4D97-AF65-F5344CB8AC3E}">
        <p14:creationId xmlns:p14="http://schemas.microsoft.com/office/powerpoint/2010/main" val="3668001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0B7E93CF-5C64-C97D-F8E3-CAD492C0B3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177ACF49-484E-4D32-851D-207043936924}" type="slidenum">
              <a:rPr kumimoji="0" lang="en-US" altLang="en-US" sz="1200" smtClean="0">
                <a:latin typeface="Times New Roman" panose="02020603050405020304" pitchFamily="18" charset="0"/>
              </a:rPr>
              <a:pPr/>
              <a:t>13</a:t>
            </a:fld>
            <a:endParaRPr kumimoji="0" lang="en-US" altLang="en-US" sz="1200">
              <a:latin typeface="Times New Roman" panose="02020603050405020304" pitchFamily="18" charset="0"/>
            </a:endParaRPr>
          </a:p>
        </p:txBody>
      </p:sp>
      <p:sp>
        <p:nvSpPr>
          <p:cNvPr id="37891" name="Rectangle 7">
            <a:extLst>
              <a:ext uri="{FF2B5EF4-FFF2-40B4-BE49-F238E27FC236}">
                <a16:creationId xmlns:a16="http://schemas.microsoft.com/office/drawing/2014/main" id="{1A78B0B7-CEE1-7564-6E41-28062CC313FC}"/>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1D9835C2-EA6B-4EAF-A89D-E30C9FA00974}" type="slidenum">
              <a:rPr kumimoji="0" lang="en-US" altLang="en-US" sz="1200">
                <a:latin typeface="Arial" panose="020B0604020202020204" pitchFamily="34" charset="0"/>
              </a:rPr>
              <a:pPr algn="r"/>
              <a:t>13</a:t>
            </a:fld>
            <a:endParaRPr kumimoji="0" lang="en-US" altLang="en-US" sz="1200">
              <a:latin typeface="Arial" panose="020B0604020202020204" pitchFamily="34" charset="0"/>
            </a:endParaRPr>
          </a:p>
        </p:txBody>
      </p:sp>
      <p:sp>
        <p:nvSpPr>
          <p:cNvPr id="37892" name="Rectangle 2">
            <a:extLst>
              <a:ext uri="{FF2B5EF4-FFF2-40B4-BE49-F238E27FC236}">
                <a16:creationId xmlns:a16="http://schemas.microsoft.com/office/drawing/2014/main" id="{7A888B5D-A667-2579-4FAF-C54DBBC1F64D}"/>
              </a:ext>
            </a:extLst>
          </p:cNvPr>
          <p:cNvSpPr>
            <a:spLocks noGrp="1" noRot="1" noChangeAspect="1" noChangeArrowheads="1" noTextEdit="1"/>
          </p:cNvSpPr>
          <p:nvPr>
            <p:ph type="sldImg"/>
          </p:nvPr>
        </p:nvSpPr>
        <p:spPr>
          <a:ln/>
        </p:spPr>
      </p:sp>
      <p:sp>
        <p:nvSpPr>
          <p:cNvPr id="37893" name="Rectangle 3">
            <a:extLst>
              <a:ext uri="{FF2B5EF4-FFF2-40B4-BE49-F238E27FC236}">
                <a16:creationId xmlns:a16="http://schemas.microsoft.com/office/drawing/2014/main" id="{CA8AF10D-18EB-1A4B-D20D-16BF8708290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a:t>Stored Program concept</a:t>
            </a:r>
          </a:p>
          <a:p>
            <a:pPr lvl="1"/>
            <a:r>
              <a:rPr lang="en-GB" altLang="en-US" sz="3200" b="1" dirty="0">
                <a:solidFill>
                  <a:srgbClr val="92D050"/>
                </a:solidFill>
              </a:rPr>
              <a:t>Main memory</a:t>
            </a:r>
            <a:r>
              <a:rPr lang="en-GB" altLang="en-US" dirty="0"/>
              <a:t> storing programs and data</a:t>
            </a:r>
          </a:p>
          <a:p>
            <a:pPr lvl="1"/>
            <a:r>
              <a:rPr lang="en-GB" altLang="en-US" sz="3200" b="1" dirty="0">
                <a:solidFill>
                  <a:srgbClr val="FF0000"/>
                </a:solidFill>
              </a:rPr>
              <a:t>ALU</a:t>
            </a:r>
            <a:r>
              <a:rPr lang="en-GB" altLang="en-US" dirty="0"/>
              <a:t> operating on binary data</a:t>
            </a:r>
          </a:p>
          <a:p>
            <a:pPr lvl="1"/>
            <a:r>
              <a:rPr lang="en-GB" altLang="en-US" sz="3200" b="1" dirty="0">
                <a:solidFill>
                  <a:srgbClr val="00B0F0"/>
                </a:solidFill>
              </a:rPr>
              <a:t>Control unit </a:t>
            </a:r>
            <a:r>
              <a:rPr lang="en-GB" altLang="en-US" dirty="0"/>
              <a:t>interpreting instructions from memory and executing</a:t>
            </a:r>
          </a:p>
          <a:p>
            <a:pPr lvl="1"/>
            <a:r>
              <a:rPr lang="en-GB" altLang="en-US" sz="3200" b="1" dirty="0">
                <a:solidFill>
                  <a:srgbClr val="FFC000"/>
                </a:solidFill>
              </a:rPr>
              <a:t>Input and output </a:t>
            </a:r>
            <a:r>
              <a:rPr lang="en-GB" altLang="en-US" dirty="0"/>
              <a:t>equipment operated by control unit</a:t>
            </a:r>
          </a:p>
          <a:p>
            <a:endParaRPr lang="en-GB"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9043EDC5-4605-AFE5-C344-27CDBCAD282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7EF2D644-8EB9-4236-A8E4-E0033935FB56}" type="slidenum">
              <a:rPr kumimoji="0" lang="en-US" altLang="en-US" sz="1200" smtClean="0">
                <a:latin typeface="Times New Roman" panose="02020603050405020304" pitchFamily="18" charset="0"/>
              </a:rPr>
              <a:pPr/>
              <a:t>14</a:t>
            </a:fld>
            <a:endParaRPr kumimoji="0" lang="en-US" altLang="en-US" sz="1200">
              <a:latin typeface="Times New Roman" panose="02020603050405020304" pitchFamily="18" charset="0"/>
            </a:endParaRPr>
          </a:p>
        </p:txBody>
      </p:sp>
      <p:sp>
        <p:nvSpPr>
          <p:cNvPr id="39939" name="Rectangle 7">
            <a:extLst>
              <a:ext uri="{FF2B5EF4-FFF2-40B4-BE49-F238E27FC236}">
                <a16:creationId xmlns:a16="http://schemas.microsoft.com/office/drawing/2014/main" id="{C069ADA4-264D-CF0B-767E-2FE391E33F72}"/>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7C23F66B-E537-49EF-9FDA-5061BC3AA08A}" type="slidenum">
              <a:rPr kumimoji="0" lang="en-US" altLang="en-US" sz="1200">
                <a:latin typeface="Arial" panose="020B0604020202020204" pitchFamily="34" charset="0"/>
              </a:rPr>
              <a:pPr algn="r"/>
              <a:t>14</a:t>
            </a:fld>
            <a:endParaRPr kumimoji="0" lang="en-US" altLang="en-US" sz="1200">
              <a:latin typeface="Arial" panose="020B0604020202020204" pitchFamily="34" charset="0"/>
            </a:endParaRPr>
          </a:p>
        </p:txBody>
      </p:sp>
      <p:sp>
        <p:nvSpPr>
          <p:cNvPr id="39940" name="Rectangle 2">
            <a:extLst>
              <a:ext uri="{FF2B5EF4-FFF2-40B4-BE49-F238E27FC236}">
                <a16:creationId xmlns:a16="http://schemas.microsoft.com/office/drawing/2014/main" id="{B34F47F1-E2F6-EE0B-94AC-888B99CD3CE5}"/>
              </a:ext>
            </a:extLst>
          </p:cNvPr>
          <p:cNvSpPr>
            <a:spLocks noGrp="1" noRot="1" noChangeAspect="1" noChangeArrowheads="1" noTextEdit="1"/>
          </p:cNvSpPr>
          <p:nvPr>
            <p:ph type="sldImg"/>
          </p:nvPr>
        </p:nvSpPr>
        <p:spPr>
          <a:ln/>
        </p:spPr>
      </p:sp>
      <p:sp>
        <p:nvSpPr>
          <p:cNvPr id="39941" name="Rectangle 3">
            <a:extLst>
              <a:ext uri="{FF2B5EF4-FFF2-40B4-BE49-F238E27FC236}">
                <a16:creationId xmlns:a16="http://schemas.microsoft.com/office/drawing/2014/main" id="{B7FE8C93-0C39-5330-E7D2-48F26D7811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b="0" i="0" dirty="0">
                <a:solidFill>
                  <a:srgbClr val="374151"/>
                </a:solidFill>
                <a:effectLst/>
                <a:latin typeface="Söhne"/>
              </a:rPr>
              <a:t>The stored-program concept is a fundamental principle in the design and operation of modern digital computers. </a:t>
            </a:r>
          </a:p>
          <a:p>
            <a:pPr marL="171450" indent="-171450">
              <a:buFont typeface="Arial" panose="020B0604020202020204" pitchFamily="34" charset="0"/>
              <a:buChar char="•"/>
            </a:pPr>
            <a:r>
              <a:rPr lang="en-US" b="0" i="0" dirty="0">
                <a:solidFill>
                  <a:srgbClr val="374151"/>
                </a:solidFill>
                <a:effectLst/>
                <a:latin typeface="Söhne"/>
              </a:rPr>
              <a:t>It refers to the idea that both the program instructions and data used by a computer are stored in the same memory, and the computer can manipulate and process these instructions just like it would with any other data. </a:t>
            </a:r>
          </a:p>
          <a:p>
            <a:pPr marL="171450" indent="-171450">
              <a:buFont typeface="Arial" panose="020B0604020202020204" pitchFamily="34" charset="0"/>
              <a:buChar char="•"/>
            </a:pPr>
            <a:r>
              <a:rPr lang="en-US" b="0" i="0" dirty="0">
                <a:solidFill>
                  <a:srgbClr val="374151"/>
                </a:solidFill>
                <a:effectLst/>
                <a:latin typeface="Söhne"/>
              </a:rPr>
              <a:t>In other words, the instructions for the computer's operations are treated as data that can be accessed, fetched, and executed by the central processing unit (CPU).</a:t>
            </a:r>
          </a:p>
          <a:p>
            <a:pPr marL="171450" indent="-171450">
              <a:buFont typeface="Arial" panose="020B0604020202020204" pitchFamily="34" charset="0"/>
              <a:buChar char="•"/>
            </a:pPr>
            <a:endParaRPr lang="en-US" altLang="en-US" b="0" i="0" dirty="0">
              <a:solidFill>
                <a:srgbClr val="374151"/>
              </a:solidFill>
              <a:effectLst/>
              <a:latin typeface="Söhne"/>
            </a:endParaRPr>
          </a:p>
          <a:p>
            <a:pPr marL="171450" indent="-171450">
              <a:buFont typeface="Arial" panose="020B0604020202020204" pitchFamily="34" charset="0"/>
              <a:buChar char="•"/>
            </a:pPr>
            <a:endParaRPr lang="en-US" altLang="en-US" b="0" i="0" dirty="0">
              <a:solidFill>
                <a:srgbClr val="374151"/>
              </a:solidFill>
              <a:effectLst/>
              <a:latin typeface="Söhne"/>
            </a:endParaRPr>
          </a:p>
          <a:p>
            <a:pPr marL="171450" indent="-171450">
              <a:buFont typeface="Arial" panose="020B0604020202020204" pitchFamily="34" charset="0"/>
              <a:buChar char="•"/>
            </a:pPr>
            <a:endParaRPr lang="en-US" altLang="en-US" b="0" i="0" dirty="0">
              <a:solidFill>
                <a:srgbClr val="374151"/>
              </a:solidFill>
              <a:effectLst/>
              <a:latin typeface="Söhne"/>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8D1DDE33-3901-EFFB-A088-AD73531BF7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796A7797-2E5A-49E6-B10A-09958F6C309D}" type="slidenum">
              <a:rPr kumimoji="0" lang="en-US" altLang="en-US" sz="1200" smtClean="0">
                <a:latin typeface="Times New Roman" panose="02020603050405020304" pitchFamily="18" charset="0"/>
              </a:rPr>
              <a:pPr/>
              <a:t>15</a:t>
            </a:fld>
            <a:endParaRPr kumimoji="0" lang="en-US" altLang="en-US" sz="1200">
              <a:latin typeface="Times New Roman" panose="02020603050405020304" pitchFamily="18" charset="0"/>
            </a:endParaRPr>
          </a:p>
        </p:txBody>
      </p:sp>
      <p:sp>
        <p:nvSpPr>
          <p:cNvPr id="41987" name="Rectangle 7">
            <a:extLst>
              <a:ext uri="{FF2B5EF4-FFF2-40B4-BE49-F238E27FC236}">
                <a16:creationId xmlns:a16="http://schemas.microsoft.com/office/drawing/2014/main" id="{695DF0C1-172A-9664-EADE-9FCF150790D3}"/>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F652EC90-B624-45BD-A7BE-F26373786695}" type="slidenum">
              <a:rPr kumimoji="0" lang="en-US" altLang="en-US" sz="1200">
                <a:latin typeface="Arial" panose="020B0604020202020204" pitchFamily="34" charset="0"/>
              </a:rPr>
              <a:pPr algn="r"/>
              <a:t>15</a:t>
            </a:fld>
            <a:endParaRPr kumimoji="0" lang="en-US" altLang="en-US" sz="1200">
              <a:latin typeface="Arial" panose="020B0604020202020204" pitchFamily="34" charset="0"/>
            </a:endParaRPr>
          </a:p>
        </p:txBody>
      </p:sp>
      <p:sp>
        <p:nvSpPr>
          <p:cNvPr id="41988" name="Rectangle 2">
            <a:extLst>
              <a:ext uri="{FF2B5EF4-FFF2-40B4-BE49-F238E27FC236}">
                <a16:creationId xmlns:a16="http://schemas.microsoft.com/office/drawing/2014/main" id="{B2A0F962-634B-8575-65F8-40189BC5B5F2}"/>
              </a:ext>
            </a:extLst>
          </p:cNvPr>
          <p:cNvSpPr>
            <a:spLocks noGrp="1" noRot="1" noChangeAspect="1" noChangeArrowheads="1" noTextEdit="1"/>
          </p:cNvSpPr>
          <p:nvPr>
            <p:ph type="sldImg"/>
          </p:nvPr>
        </p:nvSpPr>
        <p:spPr>
          <a:ln/>
        </p:spPr>
      </p:sp>
      <p:sp>
        <p:nvSpPr>
          <p:cNvPr id="41989" name="Rectangle 3">
            <a:extLst>
              <a:ext uri="{FF2B5EF4-FFF2-40B4-BE49-F238E27FC236}">
                <a16:creationId xmlns:a16="http://schemas.microsoft.com/office/drawing/2014/main" id="{99EC3464-9222-F720-BB66-78BAFF7446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8D1DDE33-3901-EFFB-A088-AD73531BF7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796A7797-2E5A-49E6-B10A-09958F6C309D}" type="slidenum">
              <a:rPr kumimoji="0" lang="en-US" altLang="en-US" sz="1200" smtClean="0">
                <a:latin typeface="Times New Roman" panose="02020603050405020304" pitchFamily="18" charset="0"/>
              </a:rPr>
              <a:pPr/>
              <a:t>16</a:t>
            </a:fld>
            <a:endParaRPr kumimoji="0" lang="en-US" altLang="en-US" sz="1200">
              <a:latin typeface="Times New Roman" panose="02020603050405020304" pitchFamily="18" charset="0"/>
            </a:endParaRPr>
          </a:p>
        </p:txBody>
      </p:sp>
      <p:sp>
        <p:nvSpPr>
          <p:cNvPr id="41987" name="Rectangle 7">
            <a:extLst>
              <a:ext uri="{FF2B5EF4-FFF2-40B4-BE49-F238E27FC236}">
                <a16:creationId xmlns:a16="http://schemas.microsoft.com/office/drawing/2014/main" id="{695DF0C1-172A-9664-EADE-9FCF150790D3}"/>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F652EC90-B624-45BD-A7BE-F26373786695}" type="slidenum">
              <a:rPr kumimoji="0" lang="en-US" altLang="en-US" sz="1200">
                <a:latin typeface="Arial" panose="020B0604020202020204" pitchFamily="34" charset="0"/>
              </a:rPr>
              <a:pPr algn="r"/>
              <a:t>16</a:t>
            </a:fld>
            <a:endParaRPr kumimoji="0" lang="en-US" altLang="en-US" sz="1200">
              <a:latin typeface="Arial" panose="020B0604020202020204" pitchFamily="34" charset="0"/>
            </a:endParaRPr>
          </a:p>
        </p:txBody>
      </p:sp>
      <p:sp>
        <p:nvSpPr>
          <p:cNvPr id="41988" name="Rectangle 2">
            <a:extLst>
              <a:ext uri="{FF2B5EF4-FFF2-40B4-BE49-F238E27FC236}">
                <a16:creationId xmlns:a16="http://schemas.microsoft.com/office/drawing/2014/main" id="{B2A0F962-634B-8575-65F8-40189BC5B5F2}"/>
              </a:ext>
            </a:extLst>
          </p:cNvPr>
          <p:cNvSpPr>
            <a:spLocks noGrp="1" noRot="1" noChangeAspect="1" noChangeArrowheads="1" noTextEdit="1"/>
          </p:cNvSpPr>
          <p:nvPr>
            <p:ph type="sldImg"/>
          </p:nvPr>
        </p:nvSpPr>
        <p:spPr>
          <a:ln/>
        </p:spPr>
      </p:sp>
      <p:sp>
        <p:nvSpPr>
          <p:cNvPr id="41989" name="Rectangle 3">
            <a:extLst>
              <a:ext uri="{FF2B5EF4-FFF2-40B4-BE49-F238E27FC236}">
                <a16:creationId xmlns:a16="http://schemas.microsoft.com/office/drawing/2014/main" id="{99EC3464-9222-F720-BB66-78BAFF7446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extLst>
      <p:ext uri="{BB962C8B-B14F-4D97-AF65-F5344CB8AC3E}">
        <p14:creationId xmlns:p14="http://schemas.microsoft.com/office/powerpoint/2010/main" val="40251461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4D808ECD-6B2E-D331-1C80-AFC9AACF08F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59A404B4-9980-4067-8EA5-BCAE0484C530}" type="slidenum">
              <a:rPr kumimoji="0" lang="en-US" altLang="en-US" sz="1200" smtClean="0">
                <a:latin typeface="Times New Roman" panose="02020603050405020304" pitchFamily="18" charset="0"/>
              </a:rPr>
              <a:pPr/>
              <a:t>17</a:t>
            </a:fld>
            <a:endParaRPr kumimoji="0" lang="en-US" altLang="en-US" sz="1200">
              <a:latin typeface="Times New Roman" panose="02020603050405020304" pitchFamily="18" charset="0"/>
            </a:endParaRPr>
          </a:p>
        </p:txBody>
      </p:sp>
      <p:sp>
        <p:nvSpPr>
          <p:cNvPr id="44035" name="Rectangle 7">
            <a:extLst>
              <a:ext uri="{FF2B5EF4-FFF2-40B4-BE49-F238E27FC236}">
                <a16:creationId xmlns:a16="http://schemas.microsoft.com/office/drawing/2014/main" id="{1D494E1C-33B8-2BAC-8942-29E0FE275BF4}"/>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8897020C-4494-4FE1-A2D7-FC7F6FF5CA8C}" type="slidenum">
              <a:rPr kumimoji="0" lang="en-US" altLang="en-US" sz="1200">
                <a:latin typeface="Arial" panose="020B0604020202020204" pitchFamily="34" charset="0"/>
              </a:rPr>
              <a:pPr algn="r"/>
              <a:t>17</a:t>
            </a:fld>
            <a:endParaRPr kumimoji="0" lang="en-US" altLang="en-US" sz="1200">
              <a:latin typeface="Arial" panose="020B0604020202020204" pitchFamily="34" charset="0"/>
            </a:endParaRPr>
          </a:p>
        </p:txBody>
      </p:sp>
      <p:sp>
        <p:nvSpPr>
          <p:cNvPr id="44036" name="Rectangle 2">
            <a:extLst>
              <a:ext uri="{FF2B5EF4-FFF2-40B4-BE49-F238E27FC236}">
                <a16:creationId xmlns:a16="http://schemas.microsoft.com/office/drawing/2014/main" id="{8D16C70A-4228-AE3B-B7A6-E9764D3892E6}"/>
              </a:ext>
            </a:extLst>
          </p:cNvPr>
          <p:cNvSpPr>
            <a:spLocks noGrp="1" noRot="1" noChangeAspect="1" noChangeArrowheads="1" noTextEdit="1"/>
          </p:cNvSpPr>
          <p:nvPr>
            <p:ph type="sldImg"/>
          </p:nvPr>
        </p:nvSpPr>
        <p:spPr>
          <a:ln/>
        </p:spPr>
      </p:sp>
      <p:sp>
        <p:nvSpPr>
          <p:cNvPr id="44037" name="Rectangle 3">
            <a:extLst>
              <a:ext uri="{FF2B5EF4-FFF2-40B4-BE49-F238E27FC236}">
                <a16:creationId xmlns:a16="http://schemas.microsoft.com/office/drawing/2014/main" id="{683DBA0E-901F-9B93-7A90-C613EA6E43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l">
              <a:buFont typeface="+mj-lt"/>
              <a:buAutoNum type="arabicPeriod"/>
            </a:pPr>
            <a:r>
              <a:rPr lang="en-US" b="1" i="0" dirty="0">
                <a:solidFill>
                  <a:srgbClr val="242424"/>
                </a:solidFill>
                <a:effectLst/>
                <a:latin typeface="source-serif-pro"/>
              </a:rPr>
              <a:t>Memory buffer register</a:t>
            </a:r>
            <a:r>
              <a:rPr lang="en-US" b="0" i="0" dirty="0">
                <a:solidFill>
                  <a:srgbClr val="242424"/>
                </a:solidFill>
                <a:effectLst/>
                <a:latin typeface="source-serif-pro"/>
              </a:rPr>
              <a:t> (MBR): Contains a </a:t>
            </a:r>
            <a:r>
              <a:rPr lang="en-US" b="0" i="1" dirty="0">
                <a:solidFill>
                  <a:srgbClr val="242424"/>
                </a:solidFill>
                <a:effectLst/>
                <a:latin typeface="source-serif-pro"/>
              </a:rPr>
              <a:t>word*</a:t>
            </a:r>
            <a:r>
              <a:rPr lang="en-US" b="0" i="0" dirty="0">
                <a:solidFill>
                  <a:srgbClr val="242424"/>
                </a:solidFill>
                <a:effectLst/>
                <a:latin typeface="source-serif-pro"/>
              </a:rPr>
              <a:t> to be stored in memory or sent to the I/O unit</a:t>
            </a:r>
          </a:p>
          <a:p>
            <a:pPr algn="l">
              <a:buFont typeface="+mj-lt"/>
              <a:buAutoNum type="arabicPeriod"/>
            </a:pPr>
            <a:r>
              <a:rPr lang="en-US" b="1" i="0" dirty="0">
                <a:solidFill>
                  <a:srgbClr val="242424"/>
                </a:solidFill>
                <a:effectLst/>
                <a:latin typeface="source-serif-pro"/>
              </a:rPr>
              <a:t>Memory address register</a:t>
            </a:r>
            <a:r>
              <a:rPr lang="en-US" b="0" i="0" dirty="0">
                <a:solidFill>
                  <a:srgbClr val="242424"/>
                </a:solidFill>
                <a:effectLst/>
                <a:latin typeface="source-serif-pro"/>
              </a:rPr>
              <a:t> (MAR): Specifies the address in memory of the word to be written from or read into the MBR.</a:t>
            </a:r>
          </a:p>
          <a:p>
            <a:pPr algn="l">
              <a:buFont typeface="+mj-lt"/>
              <a:buAutoNum type="arabicPeriod"/>
            </a:pPr>
            <a:r>
              <a:rPr lang="en-US" b="1" i="0" dirty="0">
                <a:solidFill>
                  <a:srgbClr val="242424"/>
                </a:solidFill>
                <a:effectLst/>
                <a:latin typeface="source-serif-pro"/>
              </a:rPr>
              <a:t>Instruction register</a:t>
            </a:r>
            <a:r>
              <a:rPr lang="en-US" b="0" i="0" dirty="0">
                <a:solidFill>
                  <a:srgbClr val="242424"/>
                </a:solidFill>
                <a:effectLst/>
                <a:latin typeface="source-serif-pro"/>
              </a:rPr>
              <a:t> (IR): Contains the 8-bit opcode (operation code) of the instruction being executed.</a:t>
            </a:r>
          </a:p>
          <a:p>
            <a:pPr algn="l">
              <a:buFont typeface="+mj-lt"/>
              <a:buAutoNum type="arabicPeriod"/>
            </a:pPr>
            <a:r>
              <a:rPr lang="en-US" b="1" i="0" dirty="0">
                <a:solidFill>
                  <a:srgbClr val="242424"/>
                </a:solidFill>
                <a:effectLst/>
                <a:latin typeface="source-serif-pro"/>
              </a:rPr>
              <a:t>Instruction buffer register</a:t>
            </a:r>
            <a:r>
              <a:rPr lang="en-US" b="0" i="0" dirty="0">
                <a:solidFill>
                  <a:srgbClr val="242424"/>
                </a:solidFill>
                <a:effectLst/>
                <a:latin typeface="source-serif-pro"/>
              </a:rPr>
              <a:t> (IBR): Employed to hold temporarily the right-hand instruction from a word in memory.</a:t>
            </a:r>
          </a:p>
          <a:p>
            <a:pPr algn="l">
              <a:buFont typeface="+mj-lt"/>
              <a:buAutoNum type="arabicPeriod"/>
            </a:pPr>
            <a:r>
              <a:rPr lang="en-US" b="1" i="0" dirty="0">
                <a:solidFill>
                  <a:srgbClr val="242424"/>
                </a:solidFill>
                <a:effectLst/>
                <a:latin typeface="source-serif-pro"/>
              </a:rPr>
              <a:t>Program counter</a:t>
            </a:r>
            <a:r>
              <a:rPr lang="en-US" b="0" i="0" dirty="0">
                <a:solidFill>
                  <a:srgbClr val="242424"/>
                </a:solidFill>
                <a:effectLst/>
                <a:latin typeface="source-serif-pro"/>
              </a:rPr>
              <a:t> (PC): Contains the address of the next instruction pair to be fetched from memory.</a:t>
            </a:r>
          </a:p>
          <a:p>
            <a:pPr algn="l">
              <a:buFont typeface="+mj-lt"/>
              <a:buAutoNum type="arabicPeriod"/>
            </a:pPr>
            <a:r>
              <a:rPr lang="en-US" b="1" i="0" dirty="0">
                <a:solidFill>
                  <a:srgbClr val="242424"/>
                </a:solidFill>
                <a:effectLst/>
                <a:latin typeface="source-serif-pro"/>
              </a:rPr>
              <a:t>Accumulator</a:t>
            </a:r>
            <a:r>
              <a:rPr lang="en-US" b="0" i="0" dirty="0">
                <a:solidFill>
                  <a:srgbClr val="242424"/>
                </a:solidFill>
                <a:effectLst/>
                <a:latin typeface="source-serif-pro"/>
              </a:rPr>
              <a:t> (AC) and </a:t>
            </a:r>
            <a:r>
              <a:rPr lang="en-US" b="1" i="0" dirty="0">
                <a:solidFill>
                  <a:srgbClr val="242424"/>
                </a:solidFill>
                <a:effectLst/>
                <a:latin typeface="source-serif-pro"/>
              </a:rPr>
              <a:t>multiplier quotient</a:t>
            </a:r>
            <a:r>
              <a:rPr lang="en-US" b="0" i="0" dirty="0">
                <a:solidFill>
                  <a:srgbClr val="242424"/>
                </a:solidFill>
                <a:effectLst/>
                <a:latin typeface="source-serif-pro"/>
              </a:rPr>
              <a:t> (MQ): Employed to hold temporarily operands and results of ALU operations.</a:t>
            </a:r>
          </a:p>
          <a:p>
            <a:endParaRPr lang="en-GB"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669B3443-52F2-1E19-1CC8-A6573D72C5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CF5A685C-F8DA-4E8B-953A-B088DAA77842}" type="slidenum">
              <a:rPr kumimoji="0" lang="en-US" altLang="en-US" sz="1200" smtClean="0">
                <a:latin typeface="Times New Roman" panose="02020603050405020304" pitchFamily="18" charset="0"/>
              </a:rPr>
              <a:pPr/>
              <a:t>18</a:t>
            </a:fld>
            <a:endParaRPr kumimoji="0" lang="en-US" altLang="en-US" sz="1200">
              <a:latin typeface="Times New Roman" panose="02020603050405020304" pitchFamily="18" charset="0"/>
            </a:endParaRPr>
          </a:p>
        </p:txBody>
      </p:sp>
      <p:sp>
        <p:nvSpPr>
          <p:cNvPr id="48131" name="Rectangle 7">
            <a:extLst>
              <a:ext uri="{FF2B5EF4-FFF2-40B4-BE49-F238E27FC236}">
                <a16:creationId xmlns:a16="http://schemas.microsoft.com/office/drawing/2014/main" id="{79A5B965-1FF6-C060-739D-ACE7CE4B2A30}"/>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355ECEC4-F3FA-4B25-8FE1-2DB8B5C93E8C}" type="slidenum">
              <a:rPr kumimoji="0" lang="en-US" altLang="en-US" sz="1200">
                <a:latin typeface="Arial" panose="020B0604020202020204" pitchFamily="34" charset="0"/>
              </a:rPr>
              <a:pPr algn="r"/>
              <a:t>18</a:t>
            </a:fld>
            <a:endParaRPr kumimoji="0" lang="en-US" altLang="en-US" sz="1200">
              <a:latin typeface="Arial" panose="020B0604020202020204" pitchFamily="34" charset="0"/>
            </a:endParaRPr>
          </a:p>
        </p:txBody>
      </p:sp>
      <p:sp>
        <p:nvSpPr>
          <p:cNvPr id="48132" name="Rectangle 2">
            <a:extLst>
              <a:ext uri="{FF2B5EF4-FFF2-40B4-BE49-F238E27FC236}">
                <a16:creationId xmlns:a16="http://schemas.microsoft.com/office/drawing/2014/main" id="{715B92A1-720C-5D1A-6941-965D06FFFCB6}"/>
              </a:ext>
            </a:extLst>
          </p:cNvPr>
          <p:cNvSpPr>
            <a:spLocks noGrp="1" noRot="1" noChangeAspect="1" noChangeArrowheads="1" noTextEdit="1"/>
          </p:cNvSpPr>
          <p:nvPr>
            <p:ph type="sldImg"/>
          </p:nvPr>
        </p:nvSpPr>
        <p:spPr>
          <a:ln/>
        </p:spPr>
      </p:sp>
      <p:sp>
        <p:nvSpPr>
          <p:cNvPr id="48133" name="Rectangle 3">
            <a:extLst>
              <a:ext uri="{FF2B5EF4-FFF2-40B4-BE49-F238E27FC236}">
                <a16:creationId xmlns:a16="http://schemas.microsoft.com/office/drawing/2014/main" id="{7F4A82E8-8AF7-8E6D-FDAC-66B04D1E7C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33F45C5E-A66C-120D-FBE0-726CD89499F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38241B73-93FB-4263-8520-6687C2B9A4E3}" type="slidenum">
              <a:rPr kumimoji="0" lang="en-US" altLang="en-US" sz="1200" smtClean="0">
                <a:latin typeface="Times New Roman" panose="02020603050405020304" pitchFamily="18" charset="0"/>
              </a:rPr>
              <a:pPr/>
              <a:t>22</a:t>
            </a:fld>
            <a:endParaRPr kumimoji="0" lang="en-US" altLang="en-US" sz="1200">
              <a:latin typeface="Times New Roman" panose="02020603050405020304" pitchFamily="18" charset="0"/>
            </a:endParaRPr>
          </a:p>
        </p:txBody>
      </p:sp>
      <p:sp>
        <p:nvSpPr>
          <p:cNvPr id="52227" name="Rectangle 7">
            <a:extLst>
              <a:ext uri="{FF2B5EF4-FFF2-40B4-BE49-F238E27FC236}">
                <a16:creationId xmlns:a16="http://schemas.microsoft.com/office/drawing/2014/main" id="{ABD9FED9-1F8A-7D0F-2661-657F252FEA3A}"/>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2DEE5234-4285-472F-B153-9AEA1D56A874}" type="slidenum">
              <a:rPr kumimoji="0" lang="en-US" altLang="en-US" sz="1200">
                <a:latin typeface="Arial" panose="020B0604020202020204" pitchFamily="34" charset="0"/>
              </a:rPr>
              <a:pPr algn="r"/>
              <a:t>22</a:t>
            </a:fld>
            <a:endParaRPr kumimoji="0" lang="en-US" altLang="en-US" sz="1200">
              <a:latin typeface="Arial" panose="020B0604020202020204" pitchFamily="34" charset="0"/>
            </a:endParaRPr>
          </a:p>
        </p:txBody>
      </p:sp>
      <p:sp>
        <p:nvSpPr>
          <p:cNvPr id="52228" name="Rectangle 2">
            <a:extLst>
              <a:ext uri="{FF2B5EF4-FFF2-40B4-BE49-F238E27FC236}">
                <a16:creationId xmlns:a16="http://schemas.microsoft.com/office/drawing/2014/main" id="{448BDE07-918B-EEE6-FF29-B38A109291D7}"/>
              </a:ext>
            </a:extLst>
          </p:cNvPr>
          <p:cNvSpPr>
            <a:spLocks noGrp="1" noRot="1" noChangeAspect="1" noChangeArrowheads="1" noTextEdit="1"/>
          </p:cNvSpPr>
          <p:nvPr>
            <p:ph type="sldImg"/>
          </p:nvPr>
        </p:nvSpPr>
        <p:spPr>
          <a:ln/>
        </p:spPr>
      </p:sp>
      <p:sp>
        <p:nvSpPr>
          <p:cNvPr id="52229" name="Rectangle 3">
            <a:extLst>
              <a:ext uri="{FF2B5EF4-FFF2-40B4-BE49-F238E27FC236}">
                <a16:creationId xmlns:a16="http://schemas.microsoft.com/office/drawing/2014/main" id="{1EDB75FF-217D-3C2D-D7A8-54096FEBE4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a:solidFill>
                  <a:srgbClr val="374151"/>
                </a:solidFill>
                <a:effectLst/>
                <a:latin typeface="Söhne"/>
              </a:rPr>
              <a:t>Punched-card processing equipment refers to a set of machines and tools that were used to process data stored on punched cards, also known as punch cards or perforated cards. </a:t>
            </a:r>
          </a:p>
          <a:p>
            <a:r>
              <a:rPr lang="en-US" b="0" i="0" dirty="0">
                <a:solidFill>
                  <a:srgbClr val="374151"/>
                </a:solidFill>
                <a:effectLst/>
                <a:latin typeface="Söhne"/>
              </a:rPr>
              <a:t>Punched cards are pieces of stiff paper or cardboard with holes punched in specific positions to represent data or instructions.</a:t>
            </a:r>
            <a:endParaRPr lang="en-GB"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160916EB-824B-E420-147D-6AAC3C71B42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C7E3F2AD-7A4A-43D3-868C-7D8387948F30}" type="slidenum">
              <a:rPr kumimoji="0" lang="en-US" altLang="en-US" sz="1200" smtClean="0">
                <a:latin typeface="Times New Roman" panose="02020603050405020304" pitchFamily="18" charset="0"/>
              </a:rPr>
              <a:pPr/>
              <a:t>25</a:t>
            </a:fld>
            <a:endParaRPr kumimoji="0" lang="en-US" altLang="en-US" sz="1200">
              <a:latin typeface="Times New Roman" panose="02020603050405020304" pitchFamily="18" charset="0"/>
            </a:endParaRPr>
          </a:p>
        </p:txBody>
      </p:sp>
      <p:sp>
        <p:nvSpPr>
          <p:cNvPr id="55299" name="Rectangle 7">
            <a:extLst>
              <a:ext uri="{FF2B5EF4-FFF2-40B4-BE49-F238E27FC236}">
                <a16:creationId xmlns:a16="http://schemas.microsoft.com/office/drawing/2014/main" id="{FE659E09-DE3A-9A61-79F4-D15110B8A31D}"/>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4EF701FE-141D-4A59-BA89-1DE6739F7558}" type="slidenum">
              <a:rPr kumimoji="0" lang="en-US" altLang="en-US" sz="1200">
                <a:latin typeface="Arial" panose="020B0604020202020204" pitchFamily="34" charset="0"/>
              </a:rPr>
              <a:pPr algn="r"/>
              <a:t>25</a:t>
            </a:fld>
            <a:endParaRPr kumimoji="0" lang="en-US" altLang="en-US" sz="1200">
              <a:latin typeface="Arial" panose="020B0604020202020204" pitchFamily="34" charset="0"/>
            </a:endParaRPr>
          </a:p>
        </p:txBody>
      </p:sp>
      <p:sp>
        <p:nvSpPr>
          <p:cNvPr id="55300" name="Rectangle 2">
            <a:extLst>
              <a:ext uri="{FF2B5EF4-FFF2-40B4-BE49-F238E27FC236}">
                <a16:creationId xmlns:a16="http://schemas.microsoft.com/office/drawing/2014/main" id="{591C84FC-A3FA-35EA-A492-AE970AAF9520}"/>
              </a:ext>
            </a:extLst>
          </p:cNvPr>
          <p:cNvSpPr>
            <a:spLocks noGrp="1" noRot="1" noChangeAspect="1" noChangeArrowheads="1" noTextEdit="1"/>
          </p:cNvSpPr>
          <p:nvPr>
            <p:ph type="sldImg"/>
          </p:nvPr>
        </p:nvSpPr>
        <p:spPr>
          <a:ln/>
        </p:spPr>
      </p:sp>
      <p:sp>
        <p:nvSpPr>
          <p:cNvPr id="55301" name="Rectangle 3">
            <a:extLst>
              <a:ext uri="{FF2B5EF4-FFF2-40B4-BE49-F238E27FC236}">
                <a16:creationId xmlns:a16="http://schemas.microsoft.com/office/drawing/2014/main" id="{FFF8658F-B008-7265-2538-2BECC66AD43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6FE4B7CD-E970-D60C-3F7C-10C5D847D59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D3F28707-E490-4B7D-A28A-44A54E417E47}" type="slidenum">
              <a:rPr kumimoji="0" lang="en-US" altLang="en-US" sz="1200" smtClean="0">
                <a:latin typeface="Times New Roman" panose="02020603050405020304" pitchFamily="18" charset="0"/>
              </a:rPr>
              <a:pPr/>
              <a:t>26</a:t>
            </a:fld>
            <a:endParaRPr kumimoji="0" lang="en-US" altLang="en-US" sz="1200">
              <a:latin typeface="Times New Roman" panose="02020603050405020304" pitchFamily="18" charset="0"/>
            </a:endParaRPr>
          </a:p>
        </p:txBody>
      </p:sp>
      <p:sp>
        <p:nvSpPr>
          <p:cNvPr id="57347" name="Rectangle 7">
            <a:extLst>
              <a:ext uri="{FF2B5EF4-FFF2-40B4-BE49-F238E27FC236}">
                <a16:creationId xmlns:a16="http://schemas.microsoft.com/office/drawing/2014/main" id="{25092A9E-2CD2-CA86-9F32-2F0B3ABCBD71}"/>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73837B0D-E6DD-4F57-9631-3D84A86C92AD}" type="slidenum">
              <a:rPr kumimoji="0" lang="en-US" altLang="en-US" sz="1200">
                <a:latin typeface="Arial" panose="020B0604020202020204" pitchFamily="34" charset="0"/>
              </a:rPr>
              <a:pPr algn="r"/>
              <a:t>26</a:t>
            </a:fld>
            <a:endParaRPr kumimoji="0" lang="en-US" altLang="en-US" sz="1200">
              <a:latin typeface="Arial" panose="020B0604020202020204" pitchFamily="34" charset="0"/>
            </a:endParaRPr>
          </a:p>
        </p:txBody>
      </p:sp>
      <p:sp>
        <p:nvSpPr>
          <p:cNvPr id="57348" name="Rectangle 2">
            <a:extLst>
              <a:ext uri="{FF2B5EF4-FFF2-40B4-BE49-F238E27FC236}">
                <a16:creationId xmlns:a16="http://schemas.microsoft.com/office/drawing/2014/main" id="{3CAB0470-904C-9FDD-9817-698E3E4D5A63}"/>
              </a:ext>
            </a:extLst>
          </p:cNvPr>
          <p:cNvSpPr>
            <a:spLocks noGrp="1" noRot="1" noChangeAspect="1" noChangeArrowheads="1" noTextEdit="1"/>
          </p:cNvSpPr>
          <p:nvPr>
            <p:ph type="sldImg"/>
          </p:nvPr>
        </p:nvSpPr>
        <p:spPr>
          <a:ln/>
        </p:spPr>
      </p:sp>
      <p:sp>
        <p:nvSpPr>
          <p:cNvPr id="57349" name="Rectangle 3">
            <a:extLst>
              <a:ext uri="{FF2B5EF4-FFF2-40B4-BE49-F238E27FC236}">
                <a16:creationId xmlns:a16="http://schemas.microsoft.com/office/drawing/2014/main" id="{979C73CC-B08F-E14C-9866-5D3F58BF4E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DC3033B3-BDC2-45C7-8CDE-08621D1FFC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D43A5B03-90BF-438F-A581-732E62C924D8}" type="slidenum">
              <a:rPr kumimoji="0" lang="en-US" altLang="en-US" sz="1200" smtClean="0">
                <a:latin typeface="Times New Roman" panose="02020603050405020304" pitchFamily="18" charset="0"/>
              </a:rPr>
              <a:pPr/>
              <a:t>27</a:t>
            </a:fld>
            <a:endParaRPr kumimoji="0" lang="en-US" altLang="en-US" sz="1200">
              <a:latin typeface="Times New Roman" panose="02020603050405020304" pitchFamily="18" charset="0"/>
            </a:endParaRPr>
          </a:p>
        </p:txBody>
      </p:sp>
      <p:sp>
        <p:nvSpPr>
          <p:cNvPr id="59395" name="Rectangle 7">
            <a:extLst>
              <a:ext uri="{FF2B5EF4-FFF2-40B4-BE49-F238E27FC236}">
                <a16:creationId xmlns:a16="http://schemas.microsoft.com/office/drawing/2014/main" id="{6D4D9F5C-B78D-1C6E-7EE6-069147DDFB5E}"/>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2640E1EF-AFD1-4C09-BBF8-79020983B669}" type="slidenum">
              <a:rPr kumimoji="0" lang="en-US" altLang="en-US" sz="1200">
                <a:latin typeface="Arial" panose="020B0604020202020204" pitchFamily="34" charset="0"/>
              </a:rPr>
              <a:pPr algn="r"/>
              <a:t>27</a:t>
            </a:fld>
            <a:endParaRPr kumimoji="0" lang="en-US" altLang="en-US" sz="1200">
              <a:latin typeface="Arial" panose="020B0604020202020204" pitchFamily="34" charset="0"/>
            </a:endParaRPr>
          </a:p>
        </p:txBody>
      </p:sp>
      <p:sp>
        <p:nvSpPr>
          <p:cNvPr id="59396" name="Rectangle 2">
            <a:extLst>
              <a:ext uri="{FF2B5EF4-FFF2-40B4-BE49-F238E27FC236}">
                <a16:creationId xmlns:a16="http://schemas.microsoft.com/office/drawing/2014/main" id="{5C3DC1FC-B740-4776-7202-C8E6E9E5C840}"/>
              </a:ext>
            </a:extLst>
          </p:cNvPr>
          <p:cNvSpPr>
            <a:spLocks noGrp="1" noRot="1" noChangeAspect="1" noChangeArrowheads="1" noTextEdit="1"/>
          </p:cNvSpPr>
          <p:nvPr>
            <p:ph type="sldImg"/>
          </p:nvPr>
        </p:nvSpPr>
        <p:spPr>
          <a:ln/>
        </p:spPr>
      </p:sp>
      <p:sp>
        <p:nvSpPr>
          <p:cNvPr id="59397" name="Rectangle 3">
            <a:extLst>
              <a:ext uri="{FF2B5EF4-FFF2-40B4-BE49-F238E27FC236}">
                <a16:creationId xmlns:a16="http://schemas.microsoft.com/office/drawing/2014/main" id="{6A9D37A0-D769-3053-2849-C0536A26FE5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4A434210-3912-4B25-A5DD-18728349347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10E9E594-B5BD-47A9-958B-DED2DF621A79}" type="slidenum">
              <a:rPr kumimoji="0" lang="en-US" altLang="en-US" sz="1200" smtClean="0">
                <a:latin typeface="Times New Roman" panose="02020603050405020304" pitchFamily="18" charset="0"/>
              </a:rPr>
              <a:pPr/>
              <a:t>30</a:t>
            </a:fld>
            <a:endParaRPr kumimoji="0" lang="en-US" altLang="en-US" sz="1200">
              <a:latin typeface="Times New Roman" panose="02020603050405020304" pitchFamily="18" charset="0"/>
            </a:endParaRPr>
          </a:p>
        </p:txBody>
      </p:sp>
      <p:sp>
        <p:nvSpPr>
          <p:cNvPr id="64515" name="Rectangle 7">
            <a:extLst>
              <a:ext uri="{FF2B5EF4-FFF2-40B4-BE49-F238E27FC236}">
                <a16:creationId xmlns:a16="http://schemas.microsoft.com/office/drawing/2014/main" id="{C5A70C3A-2832-2A18-765F-F092E7B544E0}"/>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AED99752-35AF-43C1-8145-36F2F59C3B3D}" type="slidenum">
              <a:rPr kumimoji="0" lang="en-US" altLang="en-US" sz="1200">
                <a:latin typeface="Arial" panose="020B0604020202020204" pitchFamily="34" charset="0"/>
              </a:rPr>
              <a:pPr algn="r"/>
              <a:t>30</a:t>
            </a:fld>
            <a:endParaRPr kumimoji="0" lang="en-US" altLang="en-US" sz="1200">
              <a:latin typeface="Arial" panose="020B0604020202020204" pitchFamily="34" charset="0"/>
            </a:endParaRPr>
          </a:p>
        </p:txBody>
      </p:sp>
      <p:sp>
        <p:nvSpPr>
          <p:cNvPr id="64516" name="Rectangle 2">
            <a:extLst>
              <a:ext uri="{FF2B5EF4-FFF2-40B4-BE49-F238E27FC236}">
                <a16:creationId xmlns:a16="http://schemas.microsoft.com/office/drawing/2014/main" id="{FBE74FAE-C0E3-26C7-F3E8-E9208D62FC90}"/>
              </a:ext>
            </a:extLst>
          </p:cNvPr>
          <p:cNvSpPr>
            <a:spLocks noGrp="1" noRot="1" noChangeAspect="1" noChangeArrowheads="1" noTextEdit="1"/>
          </p:cNvSpPr>
          <p:nvPr>
            <p:ph type="sldImg"/>
          </p:nvPr>
        </p:nvSpPr>
        <p:spPr>
          <a:ln/>
        </p:spPr>
      </p:sp>
      <p:sp>
        <p:nvSpPr>
          <p:cNvPr id="64517" name="Rectangle 3">
            <a:extLst>
              <a:ext uri="{FF2B5EF4-FFF2-40B4-BE49-F238E27FC236}">
                <a16:creationId xmlns:a16="http://schemas.microsoft.com/office/drawing/2014/main" id="{CD37CE1A-4C19-2293-B7FB-B2513ECA0B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223D9A9B-6578-EEBA-19A6-5B991BD65B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415F19EA-E6A2-495C-B27C-B5E6D20A7F58}" type="slidenum">
              <a:rPr kumimoji="0" lang="en-US" altLang="en-US" sz="1200" smtClean="0">
                <a:latin typeface="Times New Roman" panose="02020603050405020304" pitchFamily="18" charset="0"/>
              </a:rPr>
              <a:pPr/>
              <a:t>34</a:t>
            </a:fld>
            <a:endParaRPr kumimoji="0" lang="en-US" altLang="en-US" sz="1200">
              <a:latin typeface="Times New Roman" panose="02020603050405020304" pitchFamily="18" charset="0"/>
            </a:endParaRPr>
          </a:p>
        </p:txBody>
      </p:sp>
      <p:sp>
        <p:nvSpPr>
          <p:cNvPr id="70659" name="Rectangle 7">
            <a:extLst>
              <a:ext uri="{FF2B5EF4-FFF2-40B4-BE49-F238E27FC236}">
                <a16:creationId xmlns:a16="http://schemas.microsoft.com/office/drawing/2014/main" id="{19D45752-DBA3-9F4F-A747-558B2AE8EA4C}"/>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45F6EC4C-3979-46EC-8C90-3C3C6317E5E7}" type="slidenum">
              <a:rPr kumimoji="0" lang="en-US" altLang="en-US" sz="1200">
                <a:latin typeface="Arial" panose="020B0604020202020204" pitchFamily="34" charset="0"/>
              </a:rPr>
              <a:pPr algn="r"/>
              <a:t>34</a:t>
            </a:fld>
            <a:endParaRPr kumimoji="0" lang="en-US" altLang="en-US" sz="1200">
              <a:latin typeface="Arial" panose="020B0604020202020204" pitchFamily="34" charset="0"/>
            </a:endParaRPr>
          </a:p>
        </p:txBody>
      </p:sp>
      <p:sp>
        <p:nvSpPr>
          <p:cNvPr id="70660" name="Rectangle 2">
            <a:extLst>
              <a:ext uri="{FF2B5EF4-FFF2-40B4-BE49-F238E27FC236}">
                <a16:creationId xmlns:a16="http://schemas.microsoft.com/office/drawing/2014/main" id="{08AB7E1C-2F98-EDB1-5A7B-E98C032F2024}"/>
              </a:ext>
            </a:extLst>
          </p:cNvPr>
          <p:cNvSpPr>
            <a:spLocks noGrp="1" noRot="1" noChangeAspect="1" noChangeArrowheads="1" noTextEdit="1"/>
          </p:cNvSpPr>
          <p:nvPr>
            <p:ph type="sldImg"/>
          </p:nvPr>
        </p:nvSpPr>
        <p:spPr>
          <a:ln/>
        </p:spPr>
      </p:sp>
      <p:sp>
        <p:nvSpPr>
          <p:cNvPr id="70661" name="Rectangle 3">
            <a:extLst>
              <a:ext uri="{FF2B5EF4-FFF2-40B4-BE49-F238E27FC236}">
                <a16:creationId xmlns:a16="http://schemas.microsoft.com/office/drawing/2014/main" id="{50BE8AD6-14E0-A1B8-7497-7A9A64020C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80801409-634A-A868-0A38-1C4D067F8C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F5D731C5-86D5-4528-9044-2CA15E147D54}" type="slidenum">
              <a:rPr kumimoji="0" lang="en-US" altLang="en-US" sz="1200" smtClean="0">
                <a:latin typeface="Times New Roman" panose="02020603050405020304" pitchFamily="18" charset="0"/>
              </a:rPr>
              <a:pPr/>
              <a:t>36</a:t>
            </a:fld>
            <a:endParaRPr kumimoji="0" lang="en-US" altLang="en-US" sz="1200">
              <a:latin typeface="Times New Roman" panose="02020603050405020304" pitchFamily="18" charset="0"/>
            </a:endParaRPr>
          </a:p>
        </p:txBody>
      </p:sp>
      <p:sp>
        <p:nvSpPr>
          <p:cNvPr id="72707" name="Rectangle 7">
            <a:extLst>
              <a:ext uri="{FF2B5EF4-FFF2-40B4-BE49-F238E27FC236}">
                <a16:creationId xmlns:a16="http://schemas.microsoft.com/office/drawing/2014/main" id="{3EE18BC0-B824-0C7D-89F6-329CF5D94585}"/>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03BE106E-E624-486B-8EDC-B441413E726A}" type="slidenum">
              <a:rPr kumimoji="0" lang="en-US" altLang="en-US" sz="1200">
                <a:latin typeface="Arial" panose="020B0604020202020204" pitchFamily="34" charset="0"/>
              </a:rPr>
              <a:pPr algn="r"/>
              <a:t>36</a:t>
            </a:fld>
            <a:endParaRPr kumimoji="0" lang="en-US" altLang="en-US" sz="1200">
              <a:latin typeface="Arial" panose="020B0604020202020204" pitchFamily="34" charset="0"/>
            </a:endParaRPr>
          </a:p>
        </p:txBody>
      </p:sp>
      <p:sp>
        <p:nvSpPr>
          <p:cNvPr id="72708" name="Rectangle 2">
            <a:extLst>
              <a:ext uri="{FF2B5EF4-FFF2-40B4-BE49-F238E27FC236}">
                <a16:creationId xmlns:a16="http://schemas.microsoft.com/office/drawing/2014/main" id="{1D377903-E268-B052-8181-12DE5B5A4B82}"/>
              </a:ext>
            </a:extLst>
          </p:cNvPr>
          <p:cNvSpPr>
            <a:spLocks noGrp="1" noRot="1" noChangeAspect="1" noChangeArrowheads="1" noTextEdit="1"/>
          </p:cNvSpPr>
          <p:nvPr>
            <p:ph type="sldImg"/>
          </p:nvPr>
        </p:nvSpPr>
        <p:spPr>
          <a:ln/>
        </p:spPr>
      </p:sp>
      <p:sp>
        <p:nvSpPr>
          <p:cNvPr id="72709" name="Rectangle 3">
            <a:extLst>
              <a:ext uri="{FF2B5EF4-FFF2-40B4-BE49-F238E27FC236}">
                <a16:creationId xmlns:a16="http://schemas.microsoft.com/office/drawing/2014/main" id="{7A19F419-E8A0-7F4B-CC44-8963551C69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a:solidFill>
                  <a:srgbClr val="374151"/>
                </a:solidFill>
                <a:effectLst/>
                <a:latin typeface="Söhne"/>
              </a:rPr>
              <a:t>Moore's Law is an observation and prediction made by Gordon Moore, a co-founder of Intel Corporation, in 1965. </a:t>
            </a:r>
          </a:p>
          <a:p>
            <a:r>
              <a:rPr lang="en-US" b="0" i="0" dirty="0">
                <a:solidFill>
                  <a:srgbClr val="374151"/>
                </a:solidFill>
                <a:effectLst/>
                <a:latin typeface="Söhne"/>
              </a:rPr>
              <a:t>It has been a guiding principle in the semiconductor industry and the field of computing for several decades. </a:t>
            </a:r>
          </a:p>
          <a:p>
            <a:r>
              <a:rPr lang="en-US" b="0" i="0" dirty="0">
                <a:solidFill>
                  <a:srgbClr val="374151"/>
                </a:solidFill>
                <a:effectLst/>
                <a:latin typeface="Söhne"/>
              </a:rPr>
              <a:t>Moore's Law states that the number of transistors on a microchip (or integrated circuit) roughly doubles approximately every two years, while the cost of these chips remains roughly the same or decreases.</a:t>
            </a:r>
            <a:endParaRPr lang="en-GB"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a:extLst>
              <a:ext uri="{FF2B5EF4-FFF2-40B4-BE49-F238E27FC236}">
                <a16:creationId xmlns:a16="http://schemas.microsoft.com/office/drawing/2014/main" id="{3BF86062-2BD6-ACB9-EB62-FFAD4A77A8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3F873885-943F-44BD-99F5-A7169E5B0F0D}" type="slidenum">
              <a:rPr kumimoji="0" lang="en-US" altLang="en-US" sz="1200" smtClean="0">
                <a:latin typeface="Times New Roman" panose="02020603050405020304" pitchFamily="18" charset="0"/>
              </a:rPr>
              <a:pPr/>
              <a:t>37</a:t>
            </a:fld>
            <a:endParaRPr kumimoji="0" lang="en-US" altLang="en-US" sz="1200">
              <a:latin typeface="Times New Roman" panose="02020603050405020304" pitchFamily="18" charset="0"/>
            </a:endParaRPr>
          </a:p>
        </p:txBody>
      </p:sp>
      <p:sp>
        <p:nvSpPr>
          <p:cNvPr id="74755" name="Rectangle 7">
            <a:extLst>
              <a:ext uri="{FF2B5EF4-FFF2-40B4-BE49-F238E27FC236}">
                <a16:creationId xmlns:a16="http://schemas.microsoft.com/office/drawing/2014/main" id="{2309D8BC-6C15-EC56-C8D7-103DBECDF8E7}"/>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679B79BD-1EDF-4463-9199-B5A6E5A2679C}" type="slidenum">
              <a:rPr kumimoji="0" lang="en-US" altLang="en-US" sz="1200">
                <a:latin typeface="Arial" panose="020B0604020202020204" pitchFamily="34" charset="0"/>
              </a:rPr>
              <a:pPr algn="r"/>
              <a:t>37</a:t>
            </a:fld>
            <a:endParaRPr kumimoji="0" lang="en-US" altLang="en-US" sz="1200">
              <a:latin typeface="Arial" panose="020B0604020202020204" pitchFamily="34" charset="0"/>
            </a:endParaRPr>
          </a:p>
        </p:txBody>
      </p:sp>
      <p:sp>
        <p:nvSpPr>
          <p:cNvPr id="74756" name="Rectangle 2">
            <a:extLst>
              <a:ext uri="{FF2B5EF4-FFF2-40B4-BE49-F238E27FC236}">
                <a16:creationId xmlns:a16="http://schemas.microsoft.com/office/drawing/2014/main" id="{50DD1B5F-F973-5D2D-39F0-18B1B4729113}"/>
              </a:ext>
            </a:extLst>
          </p:cNvPr>
          <p:cNvSpPr>
            <a:spLocks noGrp="1" noRot="1" noChangeAspect="1" noChangeArrowheads="1" noTextEdit="1"/>
          </p:cNvSpPr>
          <p:nvPr>
            <p:ph type="sldImg"/>
          </p:nvPr>
        </p:nvSpPr>
        <p:spPr>
          <a:ln/>
        </p:spPr>
      </p:sp>
      <p:sp>
        <p:nvSpPr>
          <p:cNvPr id="74757" name="Rectangle 3">
            <a:extLst>
              <a:ext uri="{FF2B5EF4-FFF2-40B4-BE49-F238E27FC236}">
                <a16:creationId xmlns:a16="http://schemas.microsoft.com/office/drawing/2014/main" id="{8479B7FF-F33A-E162-8436-CDC38E7CF71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85750" indent="-285750">
              <a:buFont typeface="Arial" panose="020B0604020202020204" pitchFamily="34" charset="0"/>
              <a:buChar char="•"/>
            </a:pPr>
            <a:r>
              <a:rPr lang="en-US" sz="1800" b="0" i="0" dirty="0">
                <a:solidFill>
                  <a:srgbClr val="242021"/>
                </a:solidFill>
                <a:effectLst/>
                <a:latin typeface="TimesTenLTStd-Roman"/>
              </a:rPr>
              <a:t>The cost of a chip has remained virtually unchanged during this period of rapid growth in density. This means that the cost of computer logic and memory circuitry has fallen at a dramatic rate.</a:t>
            </a:r>
            <a:r>
              <a:rPr lang="en-US" dirty="0"/>
              <a:t> </a:t>
            </a:r>
          </a:p>
          <a:p>
            <a:pPr marL="285750" indent="-285750">
              <a:buFont typeface="Arial" panose="020B0604020202020204" pitchFamily="34" charset="0"/>
              <a:buChar char="•"/>
            </a:pPr>
            <a:r>
              <a:rPr lang="en-US" sz="1800" b="0" i="0" dirty="0">
                <a:solidFill>
                  <a:srgbClr val="242021"/>
                </a:solidFill>
                <a:effectLst/>
                <a:latin typeface="TimesTenLTStd-Roman"/>
              </a:rPr>
              <a:t>Because logic and memory elements are placed closer together on more densely packed chips, the electrical path length is shortened, increasing operating speed</a:t>
            </a:r>
            <a:r>
              <a:rPr lang="en-US" dirty="0"/>
              <a:t> </a:t>
            </a:r>
            <a:br>
              <a:rPr lang="en-US" dirty="0"/>
            </a:br>
            <a:endParaRPr lang="en-US" dirty="0"/>
          </a:p>
          <a:p>
            <a:pPr marL="285750" indent="-285750">
              <a:buFont typeface="Arial" panose="020B0604020202020204" pitchFamily="34" charset="0"/>
              <a:buChar char="•"/>
            </a:pPr>
            <a:r>
              <a:rPr lang="en-US" sz="1800" b="0" i="0" dirty="0">
                <a:solidFill>
                  <a:srgbClr val="242021"/>
                </a:solidFill>
                <a:effectLst/>
                <a:latin typeface="TimesTenLTStd-Roman"/>
              </a:rPr>
              <a:t>The computer becomes smaller, making it more convenient to place in a variety of environments.</a:t>
            </a:r>
            <a:r>
              <a:rPr lang="en-US" dirty="0"/>
              <a:t> </a:t>
            </a:r>
          </a:p>
          <a:p>
            <a:pPr marL="285750" indent="-285750">
              <a:buFont typeface="Arial" panose="020B0604020202020204" pitchFamily="34" charset="0"/>
              <a:buChar char="•"/>
            </a:pPr>
            <a:r>
              <a:rPr lang="en-US" sz="1800" b="0" i="0" dirty="0">
                <a:solidFill>
                  <a:srgbClr val="242021"/>
                </a:solidFill>
                <a:effectLst/>
                <a:latin typeface="TimesTenLTStd-Roman"/>
              </a:rPr>
              <a:t>The interconnections on the integrated circuit are much more reliable than solder connections. With more circuitry on each chip, there are fewer </a:t>
            </a:r>
            <a:r>
              <a:rPr lang="en-US" sz="1800" b="0" i="0" dirty="0" err="1">
                <a:solidFill>
                  <a:srgbClr val="242021"/>
                </a:solidFill>
                <a:effectLst/>
                <a:latin typeface="TimesTenLTStd-Roman"/>
              </a:rPr>
              <a:t>interchip</a:t>
            </a:r>
            <a:r>
              <a:rPr lang="en-US" sz="1800" b="0" i="0" dirty="0">
                <a:solidFill>
                  <a:srgbClr val="242021"/>
                </a:solidFill>
                <a:effectLst/>
                <a:latin typeface="TimesTenLTStd-Roman"/>
              </a:rPr>
              <a:t> connections.</a:t>
            </a:r>
            <a:r>
              <a:rPr lang="en-US" dirty="0"/>
              <a:t> </a:t>
            </a:r>
            <a:br>
              <a:rPr lang="en-US" dirty="0"/>
            </a:br>
            <a:br>
              <a:rPr lang="en-US" dirty="0"/>
            </a:br>
            <a:endParaRPr lang="en-GB"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B398F2B1-A5C5-DF98-230D-C5A69F4FFCC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7BA75CD4-1024-42D6-8E50-AB4B672EECA7}" type="slidenum">
              <a:rPr kumimoji="0" lang="en-US" altLang="en-US" sz="1200" smtClean="0">
                <a:latin typeface="Times New Roman" panose="02020603050405020304" pitchFamily="18" charset="0"/>
              </a:rPr>
              <a:pPr/>
              <a:t>39</a:t>
            </a:fld>
            <a:endParaRPr kumimoji="0" lang="en-US" altLang="en-US" sz="1200">
              <a:latin typeface="Times New Roman" panose="02020603050405020304" pitchFamily="18" charset="0"/>
            </a:endParaRPr>
          </a:p>
        </p:txBody>
      </p:sp>
      <p:sp>
        <p:nvSpPr>
          <p:cNvPr id="78851" name="Rectangle 7">
            <a:extLst>
              <a:ext uri="{FF2B5EF4-FFF2-40B4-BE49-F238E27FC236}">
                <a16:creationId xmlns:a16="http://schemas.microsoft.com/office/drawing/2014/main" id="{31837EE9-7E86-185E-71E5-3718B217CDD9}"/>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4B0154E2-815D-4AC0-B191-068F49DDC4E3}" type="slidenum">
              <a:rPr kumimoji="0" lang="en-US" altLang="en-US" sz="1200">
                <a:latin typeface="Arial" panose="020B0604020202020204" pitchFamily="34" charset="0"/>
              </a:rPr>
              <a:pPr algn="r"/>
              <a:t>39</a:t>
            </a:fld>
            <a:endParaRPr kumimoji="0" lang="en-US" altLang="en-US" sz="1200">
              <a:latin typeface="Arial" panose="020B0604020202020204" pitchFamily="34" charset="0"/>
            </a:endParaRPr>
          </a:p>
        </p:txBody>
      </p:sp>
      <p:sp>
        <p:nvSpPr>
          <p:cNvPr id="78852" name="Rectangle 2">
            <a:extLst>
              <a:ext uri="{FF2B5EF4-FFF2-40B4-BE49-F238E27FC236}">
                <a16:creationId xmlns:a16="http://schemas.microsoft.com/office/drawing/2014/main" id="{3211DD49-E067-AD10-DF27-E09ADC94BE88}"/>
              </a:ext>
            </a:extLst>
          </p:cNvPr>
          <p:cNvSpPr>
            <a:spLocks noGrp="1" noRot="1" noChangeAspect="1" noChangeArrowheads="1" noTextEdit="1"/>
          </p:cNvSpPr>
          <p:nvPr>
            <p:ph type="sldImg"/>
          </p:nvPr>
        </p:nvSpPr>
        <p:spPr>
          <a:ln/>
        </p:spPr>
      </p:sp>
      <p:sp>
        <p:nvSpPr>
          <p:cNvPr id="78853" name="Rectangle 3">
            <a:extLst>
              <a:ext uri="{FF2B5EF4-FFF2-40B4-BE49-F238E27FC236}">
                <a16:creationId xmlns:a16="http://schemas.microsoft.com/office/drawing/2014/main" id="{7578CECE-A6EE-E70B-5B08-DA69ADF61C9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a:extLst>
              <a:ext uri="{FF2B5EF4-FFF2-40B4-BE49-F238E27FC236}">
                <a16:creationId xmlns:a16="http://schemas.microsoft.com/office/drawing/2014/main" id="{667ADD15-583D-57AD-CEC8-B0B509DFF2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F7E18029-A314-4109-A033-B26E9481BAE1}" type="slidenum">
              <a:rPr kumimoji="0" lang="en-US" altLang="en-US" sz="1200" smtClean="0">
                <a:latin typeface="Times New Roman" panose="02020603050405020304" pitchFamily="18" charset="0"/>
              </a:rPr>
              <a:pPr/>
              <a:t>40</a:t>
            </a:fld>
            <a:endParaRPr kumimoji="0" lang="en-US" altLang="en-US" sz="1200">
              <a:latin typeface="Times New Roman" panose="02020603050405020304" pitchFamily="18" charset="0"/>
            </a:endParaRPr>
          </a:p>
        </p:txBody>
      </p:sp>
      <p:sp>
        <p:nvSpPr>
          <p:cNvPr id="80899" name="Rectangle 7">
            <a:extLst>
              <a:ext uri="{FF2B5EF4-FFF2-40B4-BE49-F238E27FC236}">
                <a16:creationId xmlns:a16="http://schemas.microsoft.com/office/drawing/2014/main" id="{CA5D9F80-FD92-9B98-A616-7778F3C2828F}"/>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8AAEA367-126F-4B76-BC86-8C0948944538}" type="slidenum">
              <a:rPr kumimoji="0" lang="en-US" altLang="en-US" sz="1200">
                <a:latin typeface="Arial" panose="020B0604020202020204" pitchFamily="34" charset="0"/>
              </a:rPr>
              <a:pPr algn="r"/>
              <a:t>40</a:t>
            </a:fld>
            <a:endParaRPr kumimoji="0" lang="en-US" altLang="en-US" sz="1200">
              <a:latin typeface="Arial" panose="020B0604020202020204" pitchFamily="34" charset="0"/>
            </a:endParaRPr>
          </a:p>
        </p:txBody>
      </p:sp>
      <p:sp>
        <p:nvSpPr>
          <p:cNvPr id="80900" name="Rectangle 2">
            <a:extLst>
              <a:ext uri="{FF2B5EF4-FFF2-40B4-BE49-F238E27FC236}">
                <a16:creationId xmlns:a16="http://schemas.microsoft.com/office/drawing/2014/main" id="{15B9E76E-2BF4-B753-1C1F-9B724E1B321B}"/>
              </a:ext>
            </a:extLst>
          </p:cNvPr>
          <p:cNvSpPr>
            <a:spLocks noGrp="1" noRot="1" noChangeAspect="1" noChangeArrowheads="1" noTextEdit="1"/>
          </p:cNvSpPr>
          <p:nvPr>
            <p:ph type="sldImg"/>
          </p:nvPr>
        </p:nvSpPr>
        <p:spPr>
          <a:ln/>
        </p:spPr>
      </p:sp>
      <p:sp>
        <p:nvSpPr>
          <p:cNvPr id="80901" name="Rectangle 3">
            <a:extLst>
              <a:ext uri="{FF2B5EF4-FFF2-40B4-BE49-F238E27FC236}">
                <a16:creationId xmlns:a16="http://schemas.microsoft.com/office/drawing/2014/main" id="{7748E8CC-0CF8-52DB-627E-1A6CA1797F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FD455BE1-9982-8546-3E17-AF4BC7E7A76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01777ADD-93ED-47D3-A99E-A86F696126DB}" type="slidenum">
              <a:rPr kumimoji="0" lang="en-US" altLang="en-US" sz="1200" smtClean="0">
                <a:latin typeface="Times New Roman" panose="02020603050405020304" pitchFamily="18" charset="0"/>
              </a:rPr>
              <a:pPr/>
              <a:t>41</a:t>
            </a:fld>
            <a:endParaRPr kumimoji="0" lang="en-US" altLang="en-US" sz="1200">
              <a:latin typeface="Times New Roman" panose="02020603050405020304" pitchFamily="18" charset="0"/>
            </a:endParaRPr>
          </a:p>
        </p:txBody>
      </p:sp>
      <p:sp>
        <p:nvSpPr>
          <p:cNvPr id="84995" name="Rectangle 7">
            <a:extLst>
              <a:ext uri="{FF2B5EF4-FFF2-40B4-BE49-F238E27FC236}">
                <a16:creationId xmlns:a16="http://schemas.microsoft.com/office/drawing/2014/main" id="{5E5EC821-1EA5-37CF-240B-05F65FCBC1D2}"/>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78A91CFA-A173-4589-A6E0-6B8933784DA9}" type="slidenum">
              <a:rPr kumimoji="0" lang="en-US" altLang="en-US" sz="1200">
                <a:latin typeface="Arial" panose="020B0604020202020204" pitchFamily="34" charset="0"/>
              </a:rPr>
              <a:pPr algn="r"/>
              <a:t>41</a:t>
            </a:fld>
            <a:endParaRPr kumimoji="0" lang="en-US" altLang="en-US" sz="1200">
              <a:latin typeface="Arial" panose="020B0604020202020204" pitchFamily="34" charset="0"/>
            </a:endParaRPr>
          </a:p>
        </p:txBody>
      </p:sp>
      <p:sp>
        <p:nvSpPr>
          <p:cNvPr id="84996" name="Rectangle 2">
            <a:extLst>
              <a:ext uri="{FF2B5EF4-FFF2-40B4-BE49-F238E27FC236}">
                <a16:creationId xmlns:a16="http://schemas.microsoft.com/office/drawing/2014/main" id="{36A7E1BC-0C2C-0AF5-9677-75F67B9C9A72}"/>
              </a:ext>
            </a:extLst>
          </p:cNvPr>
          <p:cNvSpPr>
            <a:spLocks noGrp="1" noRot="1" noChangeAspect="1" noChangeArrowheads="1" noTextEdit="1"/>
          </p:cNvSpPr>
          <p:nvPr>
            <p:ph type="sldImg"/>
          </p:nvPr>
        </p:nvSpPr>
        <p:spPr>
          <a:ln/>
        </p:spPr>
      </p:sp>
      <p:sp>
        <p:nvSpPr>
          <p:cNvPr id="84997" name="Rectangle 3">
            <a:extLst>
              <a:ext uri="{FF2B5EF4-FFF2-40B4-BE49-F238E27FC236}">
                <a16:creationId xmlns:a16="http://schemas.microsoft.com/office/drawing/2014/main" id="{C275BF44-22C4-0687-902C-D0F02F3675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b="0" i="0" dirty="0">
                <a:solidFill>
                  <a:srgbClr val="374151"/>
                </a:solidFill>
                <a:effectLst/>
                <a:latin typeface="Söhne"/>
              </a:rPr>
              <a:t>t marked a significant milestone in the history of computing because it was the first series of computers designed to be compatible in terms of both hardware and software. </a:t>
            </a:r>
          </a:p>
          <a:p>
            <a:r>
              <a:rPr lang="en-US" b="0" i="0" dirty="0">
                <a:solidFill>
                  <a:srgbClr val="374151"/>
                </a:solidFill>
                <a:effectLst/>
                <a:latin typeface="Söhne"/>
              </a:rPr>
              <a:t>The System/360 series revolutionized the computer industry and had a deep impact on business, science, and technology. Here are some key points about the IBM System/360:</a:t>
            </a:r>
            <a:endParaRPr lang="en-GB"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D10334BE-5F40-0C12-96C4-C83474C7C4F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8046015C-D947-4EB4-A240-D9AB638C1B4D}" type="slidenum">
              <a:rPr kumimoji="0" lang="en-US" altLang="en-US" sz="1200" smtClean="0">
                <a:latin typeface="Times New Roman" panose="02020603050405020304" pitchFamily="18" charset="0"/>
              </a:rPr>
              <a:pPr/>
              <a:t>42</a:t>
            </a:fld>
            <a:endParaRPr kumimoji="0" lang="en-US" altLang="en-US" sz="1200">
              <a:latin typeface="Times New Roman" panose="02020603050405020304" pitchFamily="18" charset="0"/>
            </a:endParaRPr>
          </a:p>
        </p:txBody>
      </p:sp>
      <p:sp>
        <p:nvSpPr>
          <p:cNvPr id="87043" name="Rectangle 7">
            <a:extLst>
              <a:ext uri="{FF2B5EF4-FFF2-40B4-BE49-F238E27FC236}">
                <a16:creationId xmlns:a16="http://schemas.microsoft.com/office/drawing/2014/main" id="{FD792653-7E4C-934E-0B4E-C98B3F5ACBFE}"/>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1E95358F-3766-4CD1-A28D-EAEF02B40566}" type="slidenum">
              <a:rPr kumimoji="0" lang="en-US" altLang="en-US" sz="1200">
                <a:latin typeface="Arial" panose="020B0604020202020204" pitchFamily="34" charset="0"/>
              </a:rPr>
              <a:pPr algn="r"/>
              <a:t>42</a:t>
            </a:fld>
            <a:endParaRPr kumimoji="0" lang="en-US" altLang="en-US" sz="1200">
              <a:latin typeface="Arial" panose="020B0604020202020204" pitchFamily="34" charset="0"/>
            </a:endParaRPr>
          </a:p>
        </p:txBody>
      </p:sp>
      <p:sp>
        <p:nvSpPr>
          <p:cNvPr id="87044" name="Rectangle 2">
            <a:extLst>
              <a:ext uri="{FF2B5EF4-FFF2-40B4-BE49-F238E27FC236}">
                <a16:creationId xmlns:a16="http://schemas.microsoft.com/office/drawing/2014/main" id="{E03DB88B-5511-D6B2-E14B-24D261A207A2}"/>
              </a:ext>
            </a:extLst>
          </p:cNvPr>
          <p:cNvSpPr>
            <a:spLocks noGrp="1" noRot="1" noChangeAspect="1" noChangeArrowheads="1" noTextEdit="1"/>
          </p:cNvSpPr>
          <p:nvPr>
            <p:ph type="sldImg"/>
          </p:nvPr>
        </p:nvSpPr>
        <p:spPr>
          <a:ln/>
        </p:spPr>
      </p:sp>
      <p:sp>
        <p:nvSpPr>
          <p:cNvPr id="87045" name="Rectangle 3">
            <a:extLst>
              <a:ext uri="{FF2B5EF4-FFF2-40B4-BE49-F238E27FC236}">
                <a16:creationId xmlns:a16="http://schemas.microsoft.com/office/drawing/2014/main" id="{C8A3CC19-0BED-6268-DD17-20DA089700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altLang="en-US" dirty="0"/>
              <a:t>The IBM System/360 (S/360) is a family of mainframe computer systems that was announced by IBM on April 7, 1964, and delivered between 1965 and 1978.</a:t>
            </a:r>
          </a:p>
          <a:p>
            <a:pPr marL="171450" indent="-171450">
              <a:buFont typeface="Arial" panose="020B0604020202020204" pitchFamily="34" charset="0"/>
              <a:buChar char="•"/>
            </a:pPr>
            <a:r>
              <a:rPr lang="en-US" altLang="en-US" dirty="0"/>
              <a:t>It was the first family of computers designed to cover both commercial and scientific applications and a complete range of applications from small to large. </a:t>
            </a:r>
          </a:p>
          <a:p>
            <a:pPr marL="171450" indent="-171450">
              <a:buFont typeface="Arial" panose="020B0604020202020204" pitchFamily="34" charset="0"/>
              <a:buChar char="•"/>
            </a:pPr>
            <a:r>
              <a:rPr lang="en-US" altLang="en-US" dirty="0"/>
              <a:t>The System/360 family introduced IBM's Solid Logic Technology (SLT), which packed more transistors onto a circuit card, allowing more powerful but smaller computers.</a:t>
            </a:r>
          </a:p>
          <a:p>
            <a:pPr marL="171450" indent="-171450">
              <a:buFont typeface="Arial" panose="020B0604020202020204" pitchFamily="34" charset="0"/>
              <a:buChar char="•"/>
            </a:pPr>
            <a:r>
              <a:rPr lang="en-US" b="0" i="0" dirty="0">
                <a:solidFill>
                  <a:srgbClr val="414042"/>
                </a:solidFill>
                <a:effectLst/>
                <a:latin typeface="Lato" panose="020F0502020204030203" pitchFamily="34" charset="0"/>
              </a:rPr>
              <a:t>Multiplexing is the generic term used to describe the operation of sending one or more analogue or digital signals over a common transmission line at different times or speeds and as such, the device we use to do just that is called the multiplexer.</a:t>
            </a:r>
            <a:endParaRPr lang="en-GB"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FCC654AB-F5E8-2211-7AAE-5718FFF669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9AB626F3-EDB0-4D0E-8BF4-F2FDBBB5741E}" type="slidenum">
              <a:rPr kumimoji="0" lang="en-US" altLang="en-US" sz="1200" smtClean="0">
                <a:latin typeface="Times New Roman" panose="02020603050405020304" pitchFamily="18" charset="0"/>
              </a:rPr>
              <a:pPr/>
              <a:t>43</a:t>
            </a:fld>
            <a:endParaRPr kumimoji="0" lang="en-US" altLang="en-US" sz="1200">
              <a:latin typeface="Times New Roman" panose="02020603050405020304" pitchFamily="18" charset="0"/>
            </a:endParaRPr>
          </a:p>
        </p:txBody>
      </p:sp>
      <p:sp>
        <p:nvSpPr>
          <p:cNvPr id="89091" name="Rectangle 7">
            <a:extLst>
              <a:ext uri="{FF2B5EF4-FFF2-40B4-BE49-F238E27FC236}">
                <a16:creationId xmlns:a16="http://schemas.microsoft.com/office/drawing/2014/main" id="{0E7583EB-7E9B-D0D2-671C-67824BCBD9D3}"/>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DADB6498-87D7-4F8D-8BC2-7AD768327D66}" type="slidenum">
              <a:rPr kumimoji="0" lang="en-US" altLang="en-US" sz="1200">
                <a:latin typeface="Arial" panose="020B0604020202020204" pitchFamily="34" charset="0"/>
              </a:rPr>
              <a:pPr algn="r"/>
              <a:t>43</a:t>
            </a:fld>
            <a:endParaRPr kumimoji="0" lang="en-US" altLang="en-US" sz="1200">
              <a:latin typeface="Arial" panose="020B0604020202020204" pitchFamily="34" charset="0"/>
            </a:endParaRPr>
          </a:p>
        </p:txBody>
      </p:sp>
      <p:sp>
        <p:nvSpPr>
          <p:cNvPr id="89092" name="Rectangle 2">
            <a:extLst>
              <a:ext uri="{FF2B5EF4-FFF2-40B4-BE49-F238E27FC236}">
                <a16:creationId xmlns:a16="http://schemas.microsoft.com/office/drawing/2014/main" id="{6F5B9943-268B-B2A3-4164-4F2E51C7B815}"/>
              </a:ext>
            </a:extLst>
          </p:cNvPr>
          <p:cNvSpPr>
            <a:spLocks noGrp="1" noRot="1" noChangeAspect="1" noChangeArrowheads="1" noTextEdit="1"/>
          </p:cNvSpPr>
          <p:nvPr>
            <p:ph type="sldImg"/>
          </p:nvPr>
        </p:nvSpPr>
        <p:spPr>
          <a:ln/>
        </p:spPr>
      </p:sp>
      <p:sp>
        <p:nvSpPr>
          <p:cNvPr id="89093" name="Rectangle 3">
            <a:extLst>
              <a:ext uri="{FF2B5EF4-FFF2-40B4-BE49-F238E27FC236}">
                <a16:creationId xmlns:a16="http://schemas.microsoft.com/office/drawing/2014/main" id="{1831D468-F9BA-FC66-7905-FDE163FC9BF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The PDP-8 is a family of 12-bit minicomputers that was produced by Digital Equipment Corporation (DEC). It was the first commercially successful minicomputer,</a:t>
            </a:r>
            <a:endParaRPr lang="en-GB"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1D7DFBE3-38C5-8372-D5CC-109BC1376F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C1355233-65FA-40C4-98F2-FD91E0AEE26B}" type="slidenum">
              <a:rPr kumimoji="0" lang="en-US" altLang="en-US" sz="1200" smtClean="0">
                <a:latin typeface="Times New Roman" panose="02020603050405020304" pitchFamily="18" charset="0"/>
              </a:rPr>
              <a:pPr/>
              <a:t>44</a:t>
            </a:fld>
            <a:endParaRPr kumimoji="0" lang="en-US" altLang="en-US" sz="1200">
              <a:latin typeface="Times New Roman" panose="02020603050405020304" pitchFamily="18" charset="0"/>
            </a:endParaRPr>
          </a:p>
        </p:txBody>
      </p:sp>
      <p:sp>
        <p:nvSpPr>
          <p:cNvPr id="91139" name="Rectangle 7">
            <a:extLst>
              <a:ext uri="{FF2B5EF4-FFF2-40B4-BE49-F238E27FC236}">
                <a16:creationId xmlns:a16="http://schemas.microsoft.com/office/drawing/2014/main" id="{2CD77CF8-17D0-2978-51AA-A129FCA24F28}"/>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E5A4CBBE-3EB6-4818-984C-0E0F6E2FA960}" type="slidenum">
              <a:rPr kumimoji="0" lang="en-US" altLang="en-US" sz="1200">
                <a:latin typeface="Arial" panose="020B0604020202020204" pitchFamily="34" charset="0"/>
              </a:rPr>
              <a:pPr algn="r"/>
              <a:t>44</a:t>
            </a:fld>
            <a:endParaRPr kumimoji="0" lang="en-US" altLang="en-US" sz="1200">
              <a:latin typeface="Arial" panose="020B0604020202020204" pitchFamily="34" charset="0"/>
            </a:endParaRPr>
          </a:p>
        </p:txBody>
      </p:sp>
      <p:sp>
        <p:nvSpPr>
          <p:cNvPr id="91140" name="Rectangle 2">
            <a:extLst>
              <a:ext uri="{FF2B5EF4-FFF2-40B4-BE49-F238E27FC236}">
                <a16:creationId xmlns:a16="http://schemas.microsoft.com/office/drawing/2014/main" id="{50A701DD-EF5B-1B62-4666-2D9EB5BF937B}"/>
              </a:ext>
            </a:extLst>
          </p:cNvPr>
          <p:cNvSpPr>
            <a:spLocks noGrp="1" noRot="1" noChangeAspect="1" noChangeArrowheads="1" noTextEdit="1"/>
          </p:cNvSpPr>
          <p:nvPr>
            <p:ph type="sldImg"/>
          </p:nvPr>
        </p:nvSpPr>
        <p:spPr>
          <a:ln/>
        </p:spPr>
      </p:sp>
      <p:sp>
        <p:nvSpPr>
          <p:cNvPr id="91141" name="Rectangle 3">
            <a:extLst>
              <a:ext uri="{FF2B5EF4-FFF2-40B4-BE49-F238E27FC236}">
                <a16:creationId xmlns:a16="http://schemas.microsoft.com/office/drawing/2014/main" id="{E0166D68-6AB3-B27B-EF00-8EBC6D965B0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b="0" i="0" dirty="0">
                <a:solidFill>
                  <a:srgbClr val="374151"/>
                </a:solidFill>
                <a:effectLst/>
                <a:latin typeface="Söhne"/>
              </a:rPr>
              <a:t>The DEC PDP-8, also known as the Programmed Data Processor-8, was a pioneering minicomputer introduced by Digital Equipment Corporation (DEC) in 1965. </a:t>
            </a:r>
          </a:p>
          <a:p>
            <a:pPr marL="171450" indent="-171450">
              <a:buFont typeface="Arial" panose="020B0604020202020204" pitchFamily="34" charset="0"/>
              <a:buChar char="•"/>
            </a:pPr>
            <a:r>
              <a:rPr lang="en-US" b="0" i="0" dirty="0">
                <a:solidFill>
                  <a:srgbClr val="374151"/>
                </a:solidFill>
                <a:effectLst/>
                <a:latin typeface="Söhne"/>
              </a:rPr>
              <a:t>It holds the distinction of being one of the first commercially successful minicomputers and played a significant role in the early history of computing. </a:t>
            </a:r>
            <a:endParaRPr lang="en-GB"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80C7FF91-F9EB-0C7C-2F8A-683B6C1D276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9F0BFEDA-F446-4A97-B82B-89B5B1F34D87}" type="slidenum">
              <a:rPr kumimoji="0" lang="en-US" altLang="en-US" sz="1200" smtClean="0">
                <a:latin typeface="Times New Roman" panose="02020603050405020304" pitchFamily="18" charset="0"/>
              </a:rPr>
              <a:pPr/>
              <a:t>46</a:t>
            </a:fld>
            <a:endParaRPr kumimoji="0" lang="en-US" altLang="en-US" sz="1200">
              <a:latin typeface="Times New Roman" panose="02020603050405020304" pitchFamily="18" charset="0"/>
            </a:endParaRPr>
          </a:p>
        </p:txBody>
      </p:sp>
      <p:sp>
        <p:nvSpPr>
          <p:cNvPr id="93187" name="Rectangle 7">
            <a:extLst>
              <a:ext uri="{FF2B5EF4-FFF2-40B4-BE49-F238E27FC236}">
                <a16:creationId xmlns:a16="http://schemas.microsoft.com/office/drawing/2014/main" id="{C7F0E959-CF04-03F0-E4DE-77B2E8A57200}"/>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DA656788-B536-4248-8B17-B06A31205AD6}" type="slidenum">
              <a:rPr kumimoji="0" lang="en-US" altLang="en-US" sz="1200">
                <a:latin typeface="Arial" panose="020B0604020202020204" pitchFamily="34" charset="0"/>
              </a:rPr>
              <a:pPr algn="r"/>
              <a:t>46</a:t>
            </a:fld>
            <a:endParaRPr kumimoji="0" lang="en-US" altLang="en-US" sz="1200">
              <a:latin typeface="Arial" panose="020B0604020202020204" pitchFamily="34" charset="0"/>
            </a:endParaRPr>
          </a:p>
        </p:txBody>
      </p:sp>
      <p:sp>
        <p:nvSpPr>
          <p:cNvPr id="93188" name="Rectangle 2">
            <a:extLst>
              <a:ext uri="{FF2B5EF4-FFF2-40B4-BE49-F238E27FC236}">
                <a16:creationId xmlns:a16="http://schemas.microsoft.com/office/drawing/2014/main" id="{BA25A3C9-0C22-AECC-75BC-293C7CD69CC8}"/>
              </a:ext>
            </a:extLst>
          </p:cNvPr>
          <p:cNvSpPr>
            <a:spLocks noGrp="1" noRot="1" noChangeAspect="1" noChangeArrowheads="1" noTextEdit="1"/>
          </p:cNvSpPr>
          <p:nvPr>
            <p:ph type="sldImg"/>
          </p:nvPr>
        </p:nvSpPr>
        <p:spPr>
          <a:ln/>
        </p:spPr>
      </p:sp>
      <p:sp>
        <p:nvSpPr>
          <p:cNvPr id="93189" name="Rectangle 3">
            <a:extLst>
              <a:ext uri="{FF2B5EF4-FFF2-40B4-BE49-F238E27FC236}">
                <a16:creationId xmlns:a16="http://schemas.microsoft.com/office/drawing/2014/main" id="{D79A603F-FC60-284B-3DC5-FD5F9EA8628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FF85AE0F-A5A2-AEEE-0EC8-EB639E3D94D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A4FB40B2-20FD-453A-ACEC-5862CB96F062}" type="slidenum">
              <a:rPr kumimoji="0" lang="en-US" altLang="en-US" sz="1200" smtClean="0">
                <a:latin typeface="Times New Roman" panose="02020603050405020304" pitchFamily="18" charset="0"/>
              </a:rPr>
              <a:pPr/>
              <a:t>47</a:t>
            </a:fld>
            <a:endParaRPr kumimoji="0" lang="en-US" altLang="en-US" sz="1200">
              <a:latin typeface="Times New Roman" panose="02020603050405020304" pitchFamily="18" charset="0"/>
            </a:endParaRPr>
          </a:p>
        </p:txBody>
      </p:sp>
      <p:sp>
        <p:nvSpPr>
          <p:cNvPr id="95235" name="Rectangle 7">
            <a:extLst>
              <a:ext uri="{FF2B5EF4-FFF2-40B4-BE49-F238E27FC236}">
                <a16:creationId xmlns:a16="http://schemas.microsoft.com/office/drawing/2014/main" id="{06ABF5DA-8F86-1659-7247-FD6F3232561E}"/>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D2F9BB71-C44B-4548-97B7-FDBB8E93ACF6}" type="slidenum">
              <a:rPr kumimoji="0" lang="en-US" altLang="en-US" sz="1200">
                <a:latin typeface="Arial" panose="020B0604020202020204" pitchFamily="34" charset="0"/>
              </a:rPr>
              <a:pPr algn="r"/>
              <a:t>47</a:t>
            </a:fld>
            <a:endParaRPr kumimoji="0" lang="en-US" altLang="en-US" sz="1200">
              <a:latin typeface="Arial" panose="020B0604020202020204" pitchFamily="34" charset="0"/>
            </a:endParaRPr>
          </a:p>
        </p:txBody>
      </p:sp>
      <p:sp>
        <p:nvSpPr>
          <p:cNvPr id="95236" name="Rectangle 2">
            <a:extLst>
              <a:ext uri="{FF2B5EF4-FFF2-40B4-BE49-F238E27FC236}">
                <a16:creationId xmlns:a16="http://schemas.microsoft.com/office/drawing/2014/main" id="{8D4F2825-B65A-AECF-E739-39B1903F54B3}"/>
              </a:ext>
            </a:extLst>
          </p:cNvPr>
          <p:cNvSpPr>
            <a:spLocks noGrp="1" noRot="1" noChangeAspect="1" noChangeArrowheads="1" noTextEdit="1"/>
          </p:cNvSpPr>
          <p:nvPr>
            <p:ph type="sldImg"/>
          </p:nvPr>
        </p:nvSpPr>
        <p:spPr>
          <a:ln/>
        </p:spPr>
      </p:sp>
      <p:sp>
        <p:nvSpPr>
          <p:cNvPr id="95237" name="Rectangle 3">
            <a:extLst>
              <a:ext uri="{FF2B5EF4-FFF2-40B4-BE49-F238E27FC236}">
                <a16:creationId xmlns:a16="http://schemas.microsoft.com/office/drawing/2014/main" id="{5E8F61F6-BC66-018A-D3ED-EB1FF9B71ED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Google Sans"/>
              </a:rPr>
              <a:t>EPROM, in full </a:t>
            </a:r>
            <a:r>
              <a:rPr lang="en-US" b="0" i="0" dirty="0">
                <a:solidFill>
                  <a:srgbClr val="040C28"/>
                </a:solidFill>
                <a:effectLst/>
                <a:latin typeface="Google Sans"/>
              </a:rPr>
              <a:t>erasable programmable read-only memory</a:t>
            </a:r>
            <a:r>
              <a:rPr lang="en-US" b="0" i="0" dirty="0">
                <a:solidFill>
                  <a:srgbClr val="202124"/>
                </a:solidFill>
                <a:effectLst/>
                <a:latin typeface="Google Sans"/>
              </a:rPr>
              <a:t>, form of computer memory that does not lose its content when the power supply is cut off and that can be erased and reused.</a:t>
            </a:r>
            <a:endParaRPr lang="en-MY"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48</a:t>
            </a:fld>
            <a:endParaRPr lang="en-US" altLang="en-US"/>
          </a:p>
        </p:txBody>
      </p:sp>
    </p:spTree>
    <p:extLst>
      <p:ext uri="{BB962C8B-B14F-4D97-AF65-F5344CB8AC3E}">
        <p14:creationId xmlns:p14="http://schemas.microsoft.com/office/powerpoint/2010/main" val="220886622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0541054B-2336-B30D-178B-37C3557769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4CFF0EEF-FF16-4DBD-8CD7-41FFDA37CA56}" type="slidenum">
              <a:rPr kumimoji="0" lang="en-US" altLang="en-US" sz="1200" smtClean="0">
                <a:latin typeface="Times New Roman" panose="02020603050405020304" pitchFamily="18" charset="0"/>
              </a:rPr>
              <a:pPr/>
              <a:t>49</a:t>
            </a:fld>
            <a:endParaRPr kumimoji="0" lang="en-US" altLang="en-US" sz="1200">
              <a:latin typeface="Times New Roman" panose="02020603050405020304" pitchFamily="18" charset="0"/>
            </a:endParaRPr>
          </a:p>
        </p:txBody>
      </p:sp>
      <p:sp>
        <p:nvSpPr>
          <p:cNvPr id="98307" name="Rectangle 7">
            <a:extLst>
              <a:ext uri="{FF2B5EF4-FFF2-40B4-BE49-F238E27FC236}">
                <a16:creationId xmlns:a16="http://schemas.microsoft.com/office/drawing/2014/main" id="{DADA57F2-2FC0-7224-C6EC-AD4E64EBF70C}"/>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FEC245BE-3593-459A-A1BD-E03F6A538D8A}" type="slidenum">
              <a:rPr kumimoji="0" lang="en-US" altLang="en-US" sz="1200">
                <a:latin typeface="Arial" panose="020B0604020202020204" pitchFamily="34" charset="0"/>
              </a:rPr>
              <a:pPr algn="r"/>
              <a:t>49</a:t>
            </a:fld>
            <a:endParaRPr kumimoji="0" lang="en-US" altLang="en-US" sz="1200">
              <a:latin typeface="Arial" panose="020B0604020202020204" pitchFamily="34" charset="0"/>
            </a:endParaRPr>
          </a:p>
        </p:txBody>
      </p:sp>
      <p:sp>
        <p:nvSpPr>
          <p:cNvPr id="98308" name="Rectangle 1026">
            <a:extLst>
              <a:ext uri="{FF2B5EF4-FFF2-40B4-BE49-F238E27FC236}">
                <a16:creationId xmlns:a16="http://schemas.microsoft.com/office/drawing/2014/main" id="{6C053F21-C90C-2DA1-F006-869599FD77DE}"/>
              </a:ext>
            </a:extLst>
          </p:cNvPr>
          <p:cNvSpPr>
            <a:spLocks noGrp="1" noRot="1" noChangeAspect="1" noChangeArrowheads="1" noTextEdit="1"/>
          </p:cNvSpPr>
          <p:nvPr>
            <p:ph type="sldImg"/>
          </p:nvPr>
        </p:nvSpPr>
        <p:spPr>
          <a:ln/>
        </p:spPr>
      </p:sp>
      <p:sp>
        <p:nvSpPr>
          <p:cNvPr id="98309" name="Rectangle 1027">
            <a:extLst>
              <a:ext uri="{FF2B5EF4-FFF2-40B4-BE49-F238E27FC236}">
                <a16:creationId xmlns:a16="http://schemas.microsoft.com/office/drawing/2014/main" id="{CE8B76F3-3F48-0224-E438-5E1A82B955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71450" indent="-171450">
              <a:buFont typeface="Arial" panose="020B0604020202020204" pitchFamily="34" charset="0"/>
              <a:buChar char="•"/>
            </a:pPr>
            <a:r>
              <a:rPr lang="en-US" sz="2800" b="0" i="0" dirty="0">
                <a:solidFill>
                  <a:srgbClr val="374151"/>
                </a:solidFill>
                <a:effectLst/>
                <a:latin typeface="Söhne"/>
              </a:rPr>
              <a:t>A microprocessor is a central processing unit (CPU) that is contained on a single integrated circuit (IC) or microchip. It serves as the brain of a computer or other electronic device, executing instructions and performing calculations. </a:t>
            </a:r>
          </a:p>
          <a:p>
            <a:pPr marL="171450" indent="-171450">
              <a:buFont typeface="Arial" panose="020B0604020202020204" pitchFamily="34" charset="0"/>
              <a:buChar char="•"/>
            </a:pPr>
            <a:r>
              <a:rPr lang="en-US" sz="2800" b="0" i="0" dirty="0">
                <a:solidFill>
                  <a:srgbClr val="374151"/>
                </a:solidFill>
                <a:effectLst/>
                <a:latin typeface="Söhne"/>
              </a:rPr>
              <a:t>Microprocessors are a fundamental component of modern computing and have a wide range of applications, from personal computers to smartphones, embedded systems, and more. </a:t>
            </a:r>
            <a:endParaRPr lang="en-GB" altLang="en-US" sz="2800"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a:extLst>
              <a:ext uri="{FF2B5EF4-FFF2-40B4-BE49-F238E27FC236}">
                <a16:creationId xmlns:a16="http://schemas.microsoft.com/office/drawing/2014/main" id="{29034172-92CF-21CE-758B-004111458FD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D1794430-89D8-44A6-9D95-01C95DFBE12E}" type="slidenum">
              <a:rPr kumimoji="0" lang="en-US" altLang="en-US" sz="1200" smtClean="0">
                <a:latin typeface="Times New Roman" panose="02020603050405020304" pitchFamily="18" charset="0"/>
              </a:rPr>
              <a:pPr/>
              <a:t>50</a:t>
            </a:fld>
            <a:endParaRPr kumimoji="0" lang="en-US" altLang="en-US" sz="1200">
              <a:latin typeface="Times New Roman" panose="02020603050405020304" pitchFamily="18" charset="0"/>
            </a:endParaRPr>
          </a:p>
        </p:txBody>
      </p:sp>
      <p:sp>
        <p:nvSpPr>
          <p:cNvPr id="100355" name="Rectangle 7">
            <a:extLst>
              <a:ext uri="{FF2B5EF4-FFF2-40B4-BE49-F238E27FC236}">
                <a16:creationId xmlns:a16="http://schemas.microsoft.com/office/drawing/2014/main" id="{99982021-1DCD-C43A-9357-46D518245501}"/>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F517AF50-28A9-4559-AE21-89F7279394BA}" type="slidenum">
              <a:rPr kumimoji="0" lang="en-US" altLang="en-US" sz="1200">
                <a:latin typeface="Arial" panose="020B0604020202020204" pitchFamily="34" charset="0"/>
              </a:rPr>
              <a:pPr algn="r"/>
              <a:t>50</a:t>
            </a:fld>
            <a:endParaRPr kumimoji="0" lang="en-US" altLang="en-US" sz="1200">
              <a:latin typeface="Arial" panose="020B0604020202020204" pitchFamily="34" charset="0"/>
            </a:endParaRPr>
          </a:p>
        </p:txBody>
      </p:sp>
      <p:sp>
        <p:nvSpPr>
          <p:cNvPr id="100356" name="Rectangle 1026">
            <a:extLst>
              <a:ext uri="{FF2B5EF4-FFF2-40B4-BE49-F238E27FC236}">
                <a16:creationId xmlns:a16="http://schemas.microsoft.com/office/drawing/2014/main" id="{0C2FC365-0611-620D-1FED-82D4801939C5}"/>
              </a:ext>
            </a:extLst>
          </p:cNvPr>
          <p:cNvSpPr>
            <a:spLocks noGrp="1" noRot="1" noChangeAspect="1" noChangeArrowheads="1" noTextEdit="1"/>
          </p:cNvSpPr>
          <p:nvPr>
            <p:ph type="sldImg"/>
          </p:nvPr>
        </p:nvSpPr>
        <p:spPr>
          <a:ln/>
        </p:spPr>
      </p:sp>
      <p:sp>
        <p:nvSpPr>
          <p:cNvPr id="100357" name="Rectangle 1027">
            <a:extLst>
              <a:ext uri="{FF2B5EF4-FFF2-40B4-BE49-F238E27FC236}">
                <a16:creationId xmlns:a16="http://schemas.microsoft.com/office/drawing/2014/main" id="{2A5B2F76-9FBC-3138-8ADE-D380C4D6732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For this course, we will focus on two processor families: </a:t>
            </a:r>
          </a:p>
          <a:p>
            <a:r>
              <a:rPr lang="en-MY" dirty="0"/>
              <a:t> </a:t>
            </a:r>
          </a:p>
          <a:p>
            <a:pPr marL="228600" indent="-228600">
              <a:buAutoNum type="arabicParenR"/>
            </a:pPr>
            <a:r>
              <a:rPr lang="en-MY" dirty="0"/>
              <a:t>Intel x86 </a:t>
            </a:r>
          </a:p>
          <a:p>
            <a:pPr marL="228600" indent="-228600">
              <a:buAutoNum type="arabicParenR"/>
            </a:pPr>
            <a:r>
              <a:rPr lang="en-MY" dirty="0"/>
              <a:t>ARM architectures </a:t>
            </a:r>
          </a:p>
          <a:p>
            <a:pPr marL="228600" indent="-228600">
              <a:buAutoNum type="arabicParenR"/>
            </a:pPr>
            <a:endParaRPr lang="en-MY" dirty="0"/>
          </a:p>
          <a:p>
            <a:pPr marL="228600" indent="-228600">
              <a:buAutoNum type="arabicParenR"/>
            </a:pPr>
            <a:endParaRPr lang="en-MY" dirty="0"/>
          </a:p>
          <a:p>
            <a:pPr marL="285750" indent="-285750">
              <a:buFont typeface="Arial" panose="020B0604020202020204" pitchFamily="34" charset="0"/>
              <a:buChar char="•"/>
            </a:pPr>
            <a:r>
              <a:rPr lang="en-US" sz="1800" b="0" i="0" dirty="0">
                <a:solidFill>
                  <a:srgbClr val="242021"/>
                </a:solidFill>
                <a:effectLst/>
                <a:latin typeface="TimesTenLTStd-Roman"/>
              </a:rPr>
              <a:t>x86 offerings represent the results of decades of design effort on </a:t>
            </a:r>
            <a:r>
              <a:rPr lang="en-US" sz="1800" b="1" i="0" dirty="0">
                <a:solidFill>
                  <a:srgbClr val="242021"/>
                </a:solidFill>
                <a:effectLst/>
                <a:latin typeface="TimesTenLTStd-Bold"/>
              </a:rPr>
              <a:t>complex instruction set computers (CISCs)</a:t>
            </a:r>
            <a:endParaRPr lang="en-US" sz="1800" b="0" i="0" dirty="0">
              <a:solidFill>
                <a:srgbClr val="242021"/>
              </a:solidFill>
              <a:effectLst/>
              <a:latin typeface="TimesTenLTStd-Roman"/>
            </a:endParaRPr>
          </a:p>
          <a:p>
            <a:pPr marL="285750" indent="-285750">
              <a:buFont typeface="Arial" panose="020B0604020202020204" pitchFamily="34" charset="0"/>
              <a:buChar char="•"/>
            </a:pPr>
            <a:r>
              <a:rPr lang="en-US" sz="1800" b="0" i="0" dirty="0">
                <a:solidFill>
                  <a:srgbClr val="242021"/>
                </a:solidFill>
                <a:effectLst/>
                <a:latin typeface="TimesTenLTStd-Roman"/>
              </a:rPr>
              <a:t>x86 incorporates the sophisticated design principles once found only on mainframes and supercomputers and serves as an excellent example of CISC design.</a:t>
            </a:r>
            <a:r>
              <a:rPr lang="en-US" dirty="0"/>
              <a:t> </a:t>
            </a:r>
            <a:br>
              <a:rPr lang="en-US" dirty="0"/>
            </a:br>
            <a:br>
              <a:rPr lang="en-US" dirty="0"/>
            </a:br>
            <a:endParaRPr lang="en-MY"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56</a:t>
            </a:fld>
            <a:endParaRPr lang="en-US" altLang="en-US"/>
          </a:p>
        </p:txBody>
      </p:sp>
    </p:spTree>
    <p:extLst>
      <p:ext uri="{BB962C8B-B14F-4D97-AF65-F5344CB8AC3E}">
        <p14:creationId xmlns:p14="http://schemas.microsoft.com/office/powerpoint/2010/main" val="69497501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Instruction pipelining is a technique of </a:t>
            </a:r>
            <a:r>
              <a:rPr lang="en-US" dirty="0" err="1"/>
              <a:t>organising</a:t>
            </a:r>
            <a:r>
              <a:rPr lang="en-US" dirty="0"/>
              <a:t> the instructions for execution in such a way that the execution of the current instruction is overlapped by the execution of its subsequent instruction. Instruction pipelining improves the performance of the processor by increasing its throughput i.e. number of instructions per unit time.</a:t>
            </a:r>
            <a:endParaRPr lang="en-MY"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57</a:t>
            </a:fld>
            <a:endParaRPr lang="en-US" altLang="en-US"/>
          </a:p>
        </p:txBody>
      </p:sp>
    </p:spTree>
    <p:extLst>
      <p:ext uri="{BB962C8B-B14F-4D97-AF65-F5344CB8AC3E}">
        <p14:creationId xmlns:p14="http://schemas.microsoft.com/office/powerpoint/2010/main" val="37095299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superscalar processor can execute more than one instruction during a clock cycle by simultaneously dispatching multiple instructions to different execution units on the processor. </a:t>
            </a:r>
            <a:endParaRPr lang="en-MY"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58</a:t>
            </a:fld>
            <a:endParaRPr lang="en-US" altLang="en-US"/>
          </a:p>
        </p:txBody>
      </p:sp>
    </p:spTree>
    <p:extLst>
      <p:ext uri="{BB962C8B-B14F-4D97-AF65-F5344CB8AC3E}">
        <p14:creationId xmlns:p14="http://schemas.microsoft.com/office/powerpoint/2010/main" val="165379121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a:extLst>
              <a:ext uri="{FF2B5EF4-FFF2-40B4-BE49-F238E27FC236}">
                <a16:creationId xmlns:a16="http://schemas.microsoft.com/office/drawing/2014/main" id="{D3360323-A18D-70C1-99B3-EA712CE0BE82}"/>
              </a:ext>
            </a:extLst>
          </p:cNvPr>
          <p:cNvSpPr>
            <a:spLocks noGrp="1" noRot="1" noChangeAspect="1" noChangeArrowheads="1" noTextEdit="1"/>
          </p:cNvSpPr>
          <p:nvPr>
            <p:ph type="sldImg"/>
          </p:nvPr>
        </p:nvSpPr>
        <p:spPr>
          <a:ln/>
        </p:spPr>
      </p:sp>
      <p:sp>
        <p:nvSpPr>
          <p:cNvPr id="114691" name="Notes Placeholder 2">
            <a:extLst>
              <a:ext uri="{FF2B5EF4-FFF2-40B4-BE49-F238E27FC236}">
                <a16:creationId xmlns:a16="http://schemas.microsoft.com/office/drawing/2014/main" id="{E19767DE-790E-2DCE-CF06-17C18C16568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a:t>About the same time, 16-bit microprocessors began to be developed. </a:t>
            </a:r>
          </a:p>
          <a:p>
            <a:r>
              <a:rPr lang="en-US" altLang="en-US" dirty="0"/>
              <a:t>However, it was not until the end of the 1970s that powerful, general-purpose 16-bit microprocessors</a:t>
            </a:r>
          </a:p>
          <a:p>
            <a:r>
              <a:rPr lang="en-US" altLang="en-US" dirty="0"/>
              <a:t>appeared. </a:t>
            </a:r>
          </a:p>
          <a:p>
            <a:r>
              <a:rPr lang="en-US" altLang="en-US" dirty="0"/>
              <a:t>One of these was the 8086. The next step in this trend occurred in 1981, when both Bell Labs and Hewlett-Packard developed 32-bit, single- chip microprocessors. Intel introduced its own 32-bit microprocessor, the 80386, in 1985 (Table 1.3).</a:t>
            </a:r>
          </a:p>
          <a:p>
            <a:endParaRPr lang="en-US" altLang="en-US" dirty="0"/>
          </a:p>
          <a:p>
            <a:r>
              <a:rPr lang="en-US" b="1" i="0" dirty="0">
                <a:solidFill>
                  <a:srgbClr val="5F6368"/>
                </a:solidFill>
                <a:effectLst/>
                <a:latin typeface="arial" panose="020B0604020202020204" pitchFamily="34" charset="0"/>
              </a:rPr>
              <a:t>CPU speed is determined by how many calculations the processor can perform per cycle</a:t>
            </a:r>
            <a:r>
              <a:rPr lang="en-US" b="0" i="0" dirty="0">
                <a:solidFill>
                  <a:srgbClr val="4D5156"/>
                </a:solidFill>
                <a:effectLst/>
                <a:latin typeface="arial" panose="020B0604020202020204" pitchFamily="34" charset="0"/>
              </a:rPr>
              <a:t>. Clock speed is expressed in gigahertz — billions of cycles per second.</a:t>
            </a:r>
            <a:endParaRPr lang="en-US" altLang="en-US" dirty="0"/>
          </a:p>
        </p:txBody>
      </p:sp>
      <p:sp>
        <p:nvSpPr>
          <p:cNvPr id="114692" name="Slide Number Placeholder 3">
            <a:extLst>
              <a:ext uri="{FF2B5EF4-FFF2-40B4-BE49-F238E27FC236}">
                <a16:creationId xmlns:a16="http://schemas.microsoft.com/office/drawing/2014/main" id="{845F21AD-26A2-79E0-8D9C-8A5554F1E2D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6666F3A9-3E62-42F8-BDE7-0D27BCBF8020}" type="slidenum">
              <a:rPr kumimoji="0" lang="en-US" altLang="en-US" sz="1200" smtClean="0">
                <a:latin typeface="Times New Roman" panose="02020603050405020304" pitchFamily="18" charset="0"/>
              </a:rPr>
              <a:pPr/>
              <a:t>62</a:t>
            </a:fld>
            <a:endParaRPr kumimoji="0" lang="en-US" altLang="en-US" sz="1200">
              <a:latin typeface="Times New Roman" panose="02020603050405020304" pitchFamily="18" charset="0"/>
            </a:endParaRPr>
          </a:p>
        </p:txBody>
      </p:sp>
      <p:sp>
        <p:nvSpPr>
          <p:cNvPr id="114693" name="Footer Placeholder 4">
            <a:extLst>
              <a:ext uri="{FF2B5EF4-FFF2-40B4-BE49-F238E27FC236}">
                <a16:creationId xmlns:a16="http://schemas.microsoft.com/office/drawing/2014/main" id="{F6593620-65A2-BCA7-6D0D-A8C82A7CF68E}"/>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r>
              <a:rPr kumimoji="0" lang="en-US" altLang="en-US" sz="1200">
                <a:latin typeface="Times New Roman" panose="02020603050405020304" pitchFamily="18" charset="0"/>
              </a:rPr>
              <a:t>© 2016 Pearson Education, Inc., Hoboken, NJ. All rights reserved.</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a:extLst>
              <a:ext uri="{FF2B5EF4-FFF2-40B4-BE49-F238E27FC236}">
                <a16:creationId xmlns:a16="http://schemas.microsoft.com/office/drawing/2014/main" id="{6036B961-D829-D2EB-89C6-026B5608608C}"/>
              </a:ext>
            </a:extLst>
          </p:cNvPr>
          <p:cNvSpPr>
            <a:spLocks noGrp="1" noRot="1" noChangeAspect="1" noChangeArrowheads="1" noTextEdit="1"/>
          </p:cNvSpPr>
          <p:nvPr>
            <p:ph type="sldImg"/>
          </p:nvPr>
        </p:nvSpPr>
        <p:spPr>
          <a:ln/>
        </p:spPr>
      </p:sp>
      <p:sp>
        <p:nvSpPr>
          <p:cNvPr id="116739" name="Notes Placeholder 2">
            <a:extLst>
              <a:ext uri="{FF2B5EF4-FFF2-40B4-BE49-F238E27FC236}">
                <a16:creationId xmlns:a16="http://schemas.microsoft.com/office/drawing/2014/main" id="{BA428A86-D73A-073F-5B46-12AB3B16BEE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Table 1.3 (continued)</a:t>
            </a:r>
          </a:p>
          <a:p>
            <a:endParaRPr lang="en-US" altLang="en-US"/>
          </a:p>
        </p:txBody>
      </p:sp>
      <p:sp>
        <p:nvSpPr>
          <p:cNvPr id="116740" name="Slide Number Placeholder 3">
            <a:extLst>
              <a:ext uri="{FF2B5EF4-FFF2-40B4-BE49-F238E27FC236}">
                <a16:creationId xmlns:a16="http://schemas.microsoft.com/office/drawing/2014/main" id="{31B01250-37A4-F7E3-4B4C-42C58E37C4B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D11493D3-0F3C-46B9-B6FF-B4DFD9F0F2EC}" type="slidenum">
              <a:rPr kumimoji="0" lang="en-US" altLang="en-US" sz="1200" smtClean="0">
                <a:latin typeface="Times New Roman" panose="02020603050405020304" pitchFamily="18" charset="0"/>
              </a:rPr>
              <a:pPr/>
              <a:t>63</a:t>
            </a:fld>
            <a:endParaRPr kumimoji="0" lang="en-US" altLang="en-US" sz="1200">
              <a:latin typeface="Times New Roman" panose="02020603050405020304" pitchFamily="18" charset="0"/>
            </a:endParaRPr>
          </a:p>
        </p:txBody>
      </p:sp>
      <p:sp>
        <p:nvSpPr>
          <p:cNvPr id="116741" name="Footer Placeholder 4">
            <a:extLst>
              <a:ext uri="{FF2B5EF4-FFF2-40B4-BE49-F238E27FC236}">
                <a16:creationId xmlns:a16="http://schemas.microsoft.com/office/drawing/2014/main" id="{BB2FB262-CB82-BDA1-BF26-77EA66D46799}"/>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r>
              <a:rPr kumimoji="0" lang="en-US" altLang="en-US" sz="1200">
                <a:latin typeface="Times New Roman" panose="02020603050405020304" pitchFamily="18" charset="0"/>
              </a:rPr>
              <a:t>© 2016 Pearson Education, Inc., Hoboken, NJ. All rights reserved.</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a:extLst>
              <a:ext uri="{FF2B5EF4-FFF2-40B4-BE49-F238E27FC236}">
                <a16:creationId xmlns:a16="http://schemas.microsoft.com/office/drawing/2014/main" id="{BB9F8671-9EE3-4E24-8152-9F2458F8E319}"/>
              </a:ext>
            </a:extLst>
          </p:cNvPr>
          <p:cNvSpPr>
            <a:spLocks noGrp="1" noRot="1" noChangeAspect="1" noChangeArrowheads="1" noTextEdit="1"/>
          </p:cNvSpPr>
          <p:nvPr>
            <p:ph type="sldImg"/>
          </p:nvPr>
        </p:nvSpPr>
        <p:spPr>
          <a:ln/>
        </p:spPr>
      </p:sp>
      <p:sp>
        <p:nvSpPr>
          <p:cNvPr id="118787" name="Notes Placeholder 2">
            <a:extLst>
              <a:ext uri="{FF2B5EF4-FFF2-40B4-BE49-F238E27FC236}">
                <a16:creationId xmlns:a16="http://schemas.microsoft.com/office/drawing/2014/main" id="{A9CBFA20-AA82-0F6E-F92F-3D3972F82E49}"/>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Table 1.3 (continued)</a:t>
            </a:r>
          </a:p>
          <a:p>
            <a:endParaRPr lang="en-US" altLang="en-US"/>
          </a:p>
        </p:txBody>
      </p:sp>
      <p:sp>
        <p:nvSpPr>
          <p:cNvPr id="118788" name="Slide Number Placeholder 3">
            <a:extLst>
              <a:ext uri="{FF2B5EF4-FFF2-40B4-BE49-F238E27FC236}">
                <a16:creationId xmlns:a16="http://schemas.microsoft.com/office/drawing/2014/main" id="{AD05BA00-7BC6-14CA-CFB5-D94BD2EF5CF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AC2EBE75-C12F-4C03-8298-27D5DA3E9F06}" type="slidenum">
              <a:rPr kumimoji="0" lang="en-US" altLang="en-US" sz="1200" smtClean="0">
                <a:latin typeface="Times New Roman" panose="02020603050405020304" pitchFamily="18" charset="0"/>
              </a:rPr>
              <a:pPr/>
              <a:t>64</a:t>
            </a:fld>
            <a:endParaRPr kumimoji="0" lang="en-US" altLang="en-US" sz="1200">
              <a:latin typeface="Times New Roman" panose="02020603050405020304" pitchFamily="18" charset="0"/>
            </a:endParaRPr>
          </a:p>
        </p:txBody>
      </p:sp>
      <p:sp>
        <p:nvSpPr>
          <p:cNvPr id="118789" name="Footer Placeholder 4">
            <a:extLst>
              <a:ext uri="{FF2B5EF4-FFF2-40B4-BE49-F238E27FC236}">
                <a16:creationId xmlns:a16="http://schemas.microsoft.com/office/drawing/2014/main" id="{059E11A1-4649-DEA2-52F5-ADF16B57C31E}"/>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r>
              <a:rPr kumimoji="0" lang="en-US" altLang="en-US" sz="1200">
                <a:latin typeface="Times New Roman" panose="02020603050405020304" pitchFamily="18" charset="0"/>
              </a:rPr>
              <a:t>© 2016 Pearson Education, Inc., Hoboken, NJ. All rights reserved.</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a:extLst>
              <a:ext uri="{FF2B5EF4-FFF2-40B4-BE49-F238E27FC236}">
                <a16:creationId xmlns:a16="http://schemas.microsoft.com/office/drawing/2014/main" id="{07CC5A12-583E-1378-C314-6E41BA2CA1E0}"/>
              </a:ext>
            </a:extLst>
          </p:cNvPr>
          <p:cNvSpPr>
            <a:spLocks noGrp="1" noRot="1" noChangeAspect="1" noChangeArrowheads="1" noTextEdit="1"/>
          </p:cNvSpPr>
          <p:nvPr>
            <p:ph type="sldImg"/>
          </p:nvPr>
        </p:nvSpPr>
        <p:spPr>
          <a:ln/>
        </p:spPr>
      </p:sp>
      <p:sp>
        <p:nvSpPr>
          <p:cNvPr id="120835" name="Notes Placeholder 2">
            <a:extLst>
              <a:ext uri="{FF2B5EF4-FFF2-40B4-BE49-F238E27FC236}">
                <a16:creationId xmlns:a16="http://schemas.microsoft.com/office/drawing/2014/main" id="{D53236F0-FA10-FFB2-26C1-63A5129FA75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t>Table 1.3 (continued)</a:t>
            </a:r>
          </a:p>
          <a:p>
            <a:endParaRPr lang="en-US" altLang="en-US"/>
          </a:p>
        </p:txBody>
      </p:sp>
      <p:sp>
        <p:nvSpPr>
          <p:cNvPr id="120836" name="Slide Number Placeholder 3">
            <a:extLst>
              <a:ext uri="{FF2B5EF4-FFF2-40B4-BE49-F238E27FC236}">
                <a16:creationId xmlns:a16="http://schemas.microsoft.com/office/drawing/2014/main" id="{2CFC00AC-BED5-092F-607F-24C1F4C4F035}"/>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BCD21857-1128-49B2-9D80-64E256A06C4F}" type="slidenum">
              <a:rPr kumimoji="0" lang="en-US" altLang="en-US" sz="1200" smtClean="0">
                <a:latin typeface="Times New Roman" panose="02020603050405020304" pitchFamily="18" charset="0"/>
              </a:rPr>
              <a:pPr/>
              <a:t>65</a:t>
            </a:fld>
            <a:endParaRPr kumimoji="0" lang="en-US" altLang="en-US" sz="1200">
              <a:latin typeface="Times New Roman" panose="02020603050405020304" pitchFamily="18" charset="0"/>
            </a:endParaRPr>
          </a:p>
        </p:txBody>
      </p:sp>
      <p:sp>
        <p:nvSpPr>
          <p:cNvPr id="120837" name="Footer Placeholder 4">
            <a:extLst>
              <a:ext uri="{FF2B5EF4-FFF2-40B4-BE49-F238E27FC236}">
                <a16:creationId xmlns:a16="http://schemas.microsoft.com/office/drawing/2014/main" id="{D847B6AE-E4EE-BB34-BD8D-4ABA1AB333A2}"/>
              </a:ext>
            </a:extLst>
          </p:cNvPr>
          <p:cNvSpPr>
            <a:spLocks noGrp="1"/>
          </p:cNvSpPr>
          <p:nvPr>
            <p:ph type="ftr" sz="quarter" idx="4"/>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r>
              <a:rPr kumimoji="0" lang="en-US" altLang="en-US" sz="1200">
                <a:latin typeface="Times New Roman" panose="02020603050405020304" pitchFamily="18" charset="0"/>
              </a:rPr>
              <a:t>© 2016 Pearson Education, Inc., Hoboken, NJ. All rights reserved.</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TimesTenLTStd-Roman"/>
              </a:rPr>
              <a:t>An alternative approach to processor design is the </a:t>
            </a:r>
            <a:r>
              <a:rPr lang="en-US" sz="1800" b="1" i="0" dirty="0">
                <a:solidFill>
                  <a:srgbClr val="242021"/>
                </a:solidFill>
                <a:effectLst/>
                <a:latin typeface="TimesTenLTStd-Bold"/>
              </a:rPr>
              <a:t>reduced instruction set computer (RISC)</a:t>
            </a:r>
            <a:r>
              <a:rPr lang="en-US" sz="1800" b="0" i="0" dirty="0">
                <a:solidFill>
                  <a:srgbClr val="242021"/>
                </a:solidFill>
                <a:effectLst/>
                <a:latin typeface="TimesTenLTStd-Roman"/>
              </a:rPr>
              <a:t>. </a:t>
            </a:r>
          </a:p>
          <a:p>
            <a:pPr marL="171450" indent="-171450">
              <a:buFont typeface="Arial" panose="020B0604020202020204" pitchFamily="34" charset="0"/>
              <a:buChar char="•"/>
            </a:pPr>
            <a:br>
              <a:rPr lang="en-US" dirty="0"/>
            </a:br>
            <a:r>
              <a:rPr lang="en-US" dirty="0"/>
              <a:t>A reduced instruction set computer (RISC) is a computer architecture designed to simplify the individual instructions given to the computer to accomplish tasks. </a:t>
            </a:r>
          </a:p>
          <a:p>
            <a:pPr marL="171450" indent="-171450">
              <a:buFont typeface="Arial" panose="020B0604020202020204" pitchFamily="34" charset="0"/>
              <a:buChar char="•"/>
            </a:pPr>
            <a:r>
              <a:rPr lang="en-US" dirty="0"/>
              <a:t>Compared to the instructions given to a complex instruction set computer (CISC), a RISC computer might require more instructions (more code) in order to accomplish a task because the individual instructions are written in simpler code.</a:t>
            </a:r>
            <a:endParaRPr lang="en-MY"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68</a:t>
            </a:fld>
            <a:endParaRPr lang="en-US" altLang="en-US"/>
          </a:p>
        </p:txBody>
      </p:sp>
    </p:spTree>
    <p:extLst>
      <p:ext uri="{BB962C8B-B14F-4D97-AF65-F5344CB8AC3E}">
        <p14:creationId xmlns:p14="http://schemas.microsoft.com/office/powerpoint/2010/main" val="10657569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TimesTenLTStd-Roman"/>
              </a:rPr>
              <a:t>The term </a:t>
            </a:r>
            <a:r>
              <a:rPr lang="en-US" sz="1800" b="0" i="1" dirty="0">
                <a:solidFill>
                  <a:srgbClr val="242021"/>
                </a:solidFill>
                <a:effectLst/>
                <a:latin typeface="TimesTenLTStd-Italic"/>
              </a:rPr>
              <a:t>embedded system </a:t>
            </a:r>
            <a:r>
              <a:rPr lang="en-US" sz="1800" b="0" i="0" dirty="0">
                <a:solidFill>
                  <a:srgbClr val="242021"/>
                </a:solidFill>
                <a:effectLst/>
                <a:latin typeface="TimesTenLTStd-Roman"/>
              </a:rPr>
              <a:t>refers to the use of electronics and software within a product, as opposed to a general-purpose computer, such as a laptop or desktop system.</a:t>
            </a:r>
          </a:p>
          <a:p>
            <a:endParaRPr lang="en-US" sz="1800" b="0" i="0" dirty="0">
              <a:solidFill>
                <a:srgbClr val="242021"/>
              </a:solidFill>
              <a:effectLst/>
              <a:latin typeface="TimesTenLTStd-Roman"/>
            </a:endParaRPr>
          </a:p>
          <a:p>
            <a:r>
              <a:rPr lang="en-US" b="0" i="0" dirty="0">
                <a:solidFill>
                  <a:srgbClr val="374151"/>
                </a:solidFill>
                <a:effectLst/>
                <a:latin typeface="Söhne"/>
              </a:rPr>
              <a:t>An embedded system is a specialized computer system designed to perform dedicated functions or tasks within a larger system, often with real-time constraints and specific hardware requirements. </a:t>
            </a:r>
            <a:br>
              <a:rPr lang="en-US" dirty="0"/>
            </a:br>
            <a:endParaRPr lang="en-MY"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73</a:t>
            </a:fld>
            <a:endParaRPr lang="en-US" altLang="en-US"/>
          </a:p>
        </p:txBody>
      </p:sp>
    </p:spTree>
    <p:extLst>
      <p:ext uri="{BB962C8B-B14F-4D97-AF65-F5344CB8AC3E}">
        <p14:creationId xmlns:p14="http://schemas.microsoft.com/office/powerpoint/2010/main" val="11910681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TimesTenLTStd-Roman"/>
              </a:rPr>
              <a:t>Embedded systems often interact (sense, manipulate, and communicate) with the external world through sensors and actuators, and hence are typically reactive systems; a reactive system is in continual interaction with the environment and executes at a pace determined by that environment</a:t>
            </a:r>
            <a:r>
              <a:rPr lang="en-US" dirty="0"/>
              <a:t> </a:t>
            </a:r>
          </a:p>
          <a:p>
            <a:endParaRPr lang="en-US" dirty="0"/>
          </a:p>
          <a:p>
            <a:r>
              <a:rPr lang="en-US" sz="1800" b="0" i="0" dirty="0">
                <a:solidFill>
                  <a:srgbClr val="242021"/>
                </a:solidFill>
                <a:effectLst/>
                <a:latin typeface="TimesTenLTStd-Roman"/>
              </a:rPr>
              <a:t>The diagnostic port may be used for diagnosing the system that is being controlled—not just for diagnosing the computer.</a:t>
            </a:r>
            <a:r>
              <a:rPr lang="en-US" dirty="0"/>
              <a:t> </a:t>
            </a:r>
          </a:p>
          <a:p>
            <a:endParaRPr lang="en-US" dirty="0"/>
          </a:p>
          <a:p>
            <a:r>
              <a:rPr lang="en-US" sz="1800" b="0" i="0" dirty="0">
                <a:solidFill>
                  <a:srgbClr val="007367"/>
                </a:solidFill>
                <a:effectLst/>
                <a:latin typeface="MathematicalPiLTStd"/>
              </a:rPr>
              <a:t> </a:t>
            </a:r>
            <a:r>
              <a:rPr lang="en-US" sz="1800" b="0" i="0" dirty="0">
                <a:solidFill>
                  <a:srgbClr val="242021"/>
                </a:solidFill>
                <a:effectLst/>
                <a:latin typeface="TimesTenLTStd-Roman"/>
              </a:rPr>
              <a:t>Software often has a fixed function and is specific to the application.</a:t>
            </a:r>
            <a:r>
              <a:rPr lang="en-US" dirty="0"/>
              <a:t> </a:t>
            </a:r>
            <a:br>
              <a:rPr lang="en-US" dirty="0"/>
            </a:br>
            <a:br>
              <a:rPr lang="en-US" dirty="0"/>
            </a:br>
            <a:br>
              <a:rPr lang="en-US" dirty="0"/>
            </a:br>
            <a:endParaRPr lang="en-MY"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75</a:t>
            </a:fld>
            <a:endParaRPr lang="en-US" altLang="en-US"/>
          </a:p>
        </p:txBody>
      </p:sp>
    </p:spTree>
    <p:extLst>
      <p:ext uri="{BB962C8B-B14F-4D97-AF65-F5344CB8AC3E}">
        <p14:creationId xmlns:p14="http://schemas.microsoft.com/office/powerpoint/2010/main" val="85762501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TimesTenLTStd-Roman"/>
              </a:rPr>
              <a:t>The </a:t>
            </a:r>
            <a:r>
              <a:rPr lang="en-US" sz="1800" b="1" i="0" dirty="0">
                <a:solidFill>
                  <a:srgbClr val="242021"/>
                </a:solidFill>
                <a:effectLst/>
                <a:latin typeface="TimesTenLTStd-Bold"/>
              </a:rPr>
              <a:t>Internet of things (IoT) </a:t>
            </a:r>
            <a:r>
              <a:rPr lang="en-US" sz="1800" b="0" i="0" dirty="0">
                <a:solidFill>
                  <a:srgbClr val="242021"/>
                </a:solidFill>
                <a:effectLst/>
                <a:latin typeface="TimesTenLTStd-Roman"/>
              </a:rPr>
              <a:t>is a term that refers to the expanding interconnection of smart devices, ranging from appliances to tiny sensors.</a:t>
            </a:r>
            <a:r>
              <a:rPr lang="en-US" dirty="0"/>
              <a:t> </a:t>
            </a:r>
          </a:p>
          <a:p>
            <a:endParaRPr lang="en-US" dirty="0"/>
          </a:p>
          <a:p>
            <a:r>
              <a:rPr lang="en-US" sz="1800" b="0" i="0" dirty="0">
                <a:solidFill>
                  <a:srgbClr val="242021"/>
                </a:solidFill>
                <a:effectLst/>
                <a:latin typeface="TimesTenLTStd-Roman"/>
              </a:rPr>
              <a:t>A dominant theme is the embedding of short-range mobile transceivers into a wide array of gadgets and everyday items</a:t>
            </a:r>
          </a:p>
          <a:p>
            <a:r>
              <a:rPr lang="en-US" sz="1800" b="0" i="0" dirty="0">
                <a:solidFill>
                  <a:srgbClr val="242021"/>
                </a:solidFill>
                <a:effectLst/>
                <a:latin typeface="TimesTenLTStd-Roman"/>
              </a:rPr>
              <a:t>enabling new forms of communication between people and things, and between things themselves. </a:t>
            </a:r>
            <a:br>
              <a:rPr lang="en-US" dirty="0"/>
            </a:br>
            <a:br>
              <a:rPr lang="en-US" dirty="0"/>
            </a:br>
            <a:endParaRPr lang="en-MY"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76</a:t>
            </a:fld>
            <a:endParaRPr lang="en-US" altLang="en-US"/>
          </a:p>
        </p:txBody>
      </p:sp>
    </p:spTree>
    <p:extLst>
      <p:ext uri="{BB962C8B-B14F-4D97-AF65-F5344CB8AC3E}">
        <p14:creationId xmlns:p14="http://schemas.microsoft.com/office/powerpoint/2010/main" val="36902046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TimesTenLTStd-Roman"/>
              </a:rPr>
              <a:t>Year by year, the cost of computer systems continues to drop dramatically, while the performance and capacity of those systems continue to rise equally dramatically.</a:t>
            </a:r>
          </a:p>
          <a:p>
            <a:endParaRPr lang="en-US" sz="1800" b="0" i="0" dirty="0">
              <a:solidFill>
                <a:srgbClr val="242021"/>
              </a:solidFill>
              <a:effectLst/>
              <a:latin typeface="TimesTenLTStd-Roman"/>
            </a:endParaRPr>
          </a:p>
          <a:p>
            <a:r>
              <a:rPr lang="en-US" sz="1800" b="0" i="0" dirty="0">
                <a:solidFill>
                  <a:srgbClr val="242021"/>
                </a:solidFill>
                <a:effectLst/>
                <a:latin typeface="TimesTenLTStd-Roman"/>
              </a:rPr>
              <a:t>Today’s laptops have the computing power of an IBM mainframe from 10 or 15 years ago. Thus, we have virtually “free” computer power. Processors are so inexpensive that we now have microprocessors we throw away. </a:t>
            </a:r>
          </a:p>
          <a:p>
            <a:endParaRPr lang="en-US" sz="1800" b="0" i="0" dirty="0">
              <a:solidFill>
                <a:srgbClr val="242021"/>
              </a:solidFill>
              <a:effectLst/>
              <a:latin typeface="TimesTenLTStd-Roman"/>
            </a:endParaRPr>
          </a:p>
          <a:p>
            <a:r>
              <a:rPr lang="en-MY" sz="1800" b="0" i="0" dirty="0">
                <a:solidFill>
                  <a:srgbClr val="242021"/>
                </a:solidFill>
                <a:effectLst/>
                <a:latin typeface="TimesTenLTStd-Roman"/>
              </a:rPr>
              <a:t>For example, desktop applications that require the great power of today’s microprocessor-based systems include:</a:t>
            </a:r>
          </a:p>
          <a:p>
            <a:pPr marL="285750" indent="-285750">
              <a:buFont typeface="Arial" panose="020B0604020202020204" pitchFamily="34" charset="0"/>
              <a:buChar char="•"/>
            </a:pPr>
            <a:r>
              <a:rPr lang="en-MY" sz="1800" b="0" i="0" dirty="0">
                <a:solidFill>
                  <a:srgbClr val="242021"/>
                </a:solidFill>
                <a:effectLst/>
                <a:latin typeface="TimesTenLTStd-Roman"/>
              </a:rPr>
              <a:t>Image processing</a:t>
            </a:r>
          </a:p>
          <a:p>
            <a:pPr marL="285750" indent="-285750">
              <a:buFont typeface="Arial" panose="020B0604020202020204" pitchFamily="34" charset="0"/>
              <a:buChar char="•"/>
            </a:pPr>
            <a:r>
              <a:rPr lang="en-MY" sz="1800" b="0" i="0" dirty="0">
                <a:solidFill>
                  <a:srgbClr val="242021"/>
                </a:solidFill>
                <a:effectLst/>
                <a:latin typeface="TimesTenLTStd-Roman"/>
              </a:rPr>
              <a:t>Three-dimensional rendering</a:t>
            </a:r>
          </a:p>
          <a:p>
            <a:pPr marL="285750" indent="-285750">
              <a:buFont typeface="Arial" panose="020B0604020202020204" pitchFamily="34" charset="0"/>
              <a:buChar char="•"/>
            </a:pPr>
            <a:r>
              <a:rPr lang="en-MY" sz="1800" b="0" i="0" dirty="0">
                <a:solidFill>
                  <a:srgbClr val="242021"/>
                </a:solidFill>
                <a:effectLst/>
                <a:latin typeface="TimesTenLTStd-Roman"/>
              </a:rPr>
              <a:t>Speech recognition</a:t>
            </a:r>
          </a:p>
          <a:p>
            <a:pPr marL="285750" indent="-285750">
              <a:buFont typeface="Arial" panose="020B0604020202020204" pitchFamily="34" charset="0"/>
              <a:buChar char="•"/>
            </a:pPr>
            <a:r>
              <a:rPr lang="en-MY" sz="1800" b="0" i="0" dirty="0">
                <a:solidFill>
                  <a:srgbClr val="242021"/>
                </a:solidFill>
                <a:effectLst/>
                <a:latin typeface="TimesTenLTStd-Roman"/>
              </a:rPr>
              <a:t>Videoconferencing</a:t>
            </a:r>
          </a:p>
          <a:p>
            <a:pPr marL="285750" indent="-285750">
              <a:buFont typeface="Arial" panose="020B0604020202020204" pitchFamily="34" charset="0"/>
              <a:buChar char="•"/>
            </a:pPr>
            <a:r>
              <a:rPr lang="en-MY" sz="1800" b="0" i="0" dirty="0">
                <a:solidFill>
                  <a:srgbClr val="242021"/>
                </a:solidFill>
                <a:effectLst/>
                <a:latin typeface="TimesTenLTStd-Roman"/>
              </a:rPr>
              <a:t>Multimedia authoring</a:t>
            </a:r>
          </a:p>
          <a:p>
            <a:pPr marL="285750" indent="-285750">
              <a:buFont typeface="Arial" panose="020B0604020202020204" pitchFamily="34" charset="0"/>
              <a:buChar char="•"/>
            </a:pPr>
            <a:r>
              <a:rPr lang="en-MY" sz="1800" b="0" i="0" dirty="0">
                <a:solidFill>
                  <a:srgbClr val="242021"/>
                </a:solidFill>
                <a:effectLst/>
                <a:latin typeface="TimesTenLTStd-Roman"/>
              </a:rPr>
              <a:t>Voice and video annotation of files</a:t>
            </a:r>
          </a:p>
          <a:p>
            <a:pPr marL="285750" indent="-285750">
              <a:buFont typeface="Arial" panose="020B0604020202020204" pitchFamily="34" charset="0"/>
              <a:buChar char="•"/>
            </a:pPr>
            <a:r>
              <a:rPr lang="en-MY" sz="1800" b="0" i="0" dirty="0">
                <a:solidFill>
                  <a:srgbClr val="242021"/>
                </a:solidFill>
                <a:effectLst/>
                <a:latin typeface="TimesTenLTStd-Roman"/>
              </a:rPr>
              <a:t>Simulation </a:t>
            </a:r>
            <a:r>
              <a:rPr lang="en-MY" sz="1800" b="0" i="0" dirty="0" err="1">
                <a:solidFill>
                  <a:srgbClr val="242021"/>
                </a:solidFill>
                <a:effectLst/>
                <a:latin typeface="TimesTenLTStd-Roman"/>
              </a:rPr>
              <a:t>modeling</a:t>
            </a:r>
            <a:r>
              <a:rPr lang="en-MY" dirty="0"/>
              <a:t> </a:t>
            </a:r>
            <a:br>
              <a:rPr lang="en-MY" dirty="0"/>
            </a:br>
            <a:br>
              <a:rPr lang="en-US" dirty="0"/>
            </a:br>
            <a:endParaRPr lang="en-MY"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90</a:t>
            </a:fld>
            <a:endParaRPr lang="en-US" altLang="en-US"/>
          </a:p>
        </p:txBody>
      </p:sp>
    </p:spTree>
    <p:extLst>
      <p:ext uri="{BB962C8B-B14F-4D97-AF65-F5344CB8AC3E}">
        <p14:creationId xmlns:p14="http://schemas.microsoft.com/office/powerpoint/2010/main" val="8551082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TimesTenLTStd-Roman"/>
              </a:rPr>
              <a:t>Operations performed by a processor, such as fetching an instruction, decoding the instruction, performing an arithmetic operation, and so on, are governed by a system clock</a:t>
            </a:r>
            <a:r>
              <a:rPr lang="en-US" sz="2800" dirty="0"/>
              <a:t> </a:t>
            </a:r>
          </a:p>
          <a:p>
            <a:endParaRPr lang="en-US" sz="2800" dirty="0"/>
          </a:p>
          <a:p>
            <a:r>
              <a:rPr lang="en-US" sz="1800" b="0" i="0" dirty="0">
                <a:solidFill>
                  <a:srgbClr val="242021"/>
                </a:solidFill>
                <a:effectLst/>
                <a:latin typeface="TimesTenLTStd-Roman"/>
              </a:rPr>
              <a:t>The execution of an instruction involves a number of discrete steps, such as fetching the instruction from memory, decoding the various portions of the instruction, loading and storing data, and performing arithmetic and logical operations.</a:t>
            </a:r>
            <a:r>
              <a:rPr lang="en-US" sz="4000" dirty="0"/>
              <a:t> </a:t>
            </a:r>
          </a:p>
          <a:p>
            <a:endParaRPr lang="en-US" sz="4000" dirty="0"/>
          </a:p>
          <a:p>
            <a:r>
              <a:rPr lang="en-US" sz="1800" b="0" i="0" dirty="0">
                <a:solidFill>
                  <a:srgbClr val="242021"/>
                </a:solidFill>
                <a:effectLst/>
                <a:latin typeface="TimesTenLTStd-Roman"/>
              </a:rPr>
              <a:t>Thus, most instructions on most processors require multiple clock cycles to complete. </a:t>
            </a:r>
          </a:p>
          <a:p>
            <a:endParaRPr lang="en-US" sz="1800" b="0" i="0" dirty="0">
              <a:solidFill>
                <a:srgbClr val="242021"/>
              </a:solidFill>
              <a:effectLst/>
              <a:latin typeface="TimesTenLTStd-Roman"/>
            </a:endParaRPr>
          </a:p>
          <a:p>
            <a:r>
              <a:rPr lang="en-US" sz="1800" b="0" i="0" dirty="0">
                <a:solidFill>
                  <a:srgbClr val="242021"/>
                </a:solidFill>
                <a:effectLst/>
                <a:latin typeface="TimesTenLTStd-Roman"/>
              </a:rPr>
              <a:t>Some instructions may take only a few cycles, while others require dozens. </a:t>
            </a:r>
          </a:p>
          <a:p>
            <a:endParaRPr lang="en-US" sz="1800" b="0" i="0" dirty="0">
              <a:solidFill>
                <a:srgbClr val="242021"/>
              </a:solidFill>
              <a:effectLst/>
              <a:latin typeface="TimesTenLTStd-Roman"/>
            </a:endParaRPr>
          </a:p>
          <a:p>
            <a:r>
              <a:rPr lang="en-US" sz="1800" b="0" i="0" dirty="0">
                <a:solidFill>
                  <a:srgbClr val="242021"/>
                </a:solidFill>
                <a:effectLst/>
                <a:latin typeface="TimesTenLTStd-Roman"/>
              </a:rPr>
              <a:t>In addition, when pipelining is used, multiple instructions are being executed simultaneously. </a:t>
            </a:r>
          </a:p>
          <a:p>
            <a:endParaRPr lang="en-US" sz="1800" b="0" i="0" dirty="0">
              <a:solidFill>
                <a:srgbClr val="242021"/>
              </a:solidFill>
              <a:effectLst/>
              <a:latin typeface="TimesTenLTStd-Roman"/>
            </a:endParaRPr>
          </a:p>
          <a:p>
            <a:r>
              <a:rPr lang="en-US" sz="1800" b="0" i="0" dirty="0">
                <a:solidFill>
                  <a:srgbClr val="242021"/>
                </a:solidFill>
                <a:effectLst/>
                <a:latin typeface="TimesTenLTStd-Roman"/>
              </a:rPr>
              <a:t>Thus, a straight comparison of clock speeds on different processors does not tell the whole story about performance.</a:t>
            </a:r>
            <a:r>
              <a:rPr lang="en-US" sz="5400" dirty="0"/>
              <a:t> </a:t>
            </a:r>
            <a:br>
              <a:rPr lang="en-US" sz="5400" dirty="0"/>
            </a:br>
            <a:br>
              <a:rPr lang="en-US" sz="4000" dirty="0"/>
            </a:br>
            <a:endParaRPr lang="en-US" sz="2800" dirty="0"/>
          </a:p>
          <a:p>
            <a:endParaRPr lang="en-US" sz="2800"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91</a:t>
            </a:fld>
            <a:endParaRPr lang="en-US" altLang="en-US"/>
          </a:p>
        </p:txBody>
      </p:sp>
    </p:spTree>
    <p:extLst>
      <p:ext uri="{BB962C8B-B14F-4D97-AF65-F5344CB8AC3E}">
        <p14:creationId xmlns:p14="http://schemas.microsoft.com/office/powerpoint/2010/main" val="42797361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b="0" i="0" dirty="0">
                <a:solidFill>
                  <a:srgbClr val="242021"/>
                </a:solidFill>
                <a:effectLst/>
                <a:latin typeface="TimesTenLTStd-Roman"/>
              </a:rPr>
              <a:t>Typically, clock signals are generated by a quartz crystal, which generates a constant sine wave while power is applied. This wave is converted into a digital voltage pulse stream that is provided in a constant flow to the processor circuitry (Figure 2.5). For example, a 1-GHz processor receives 1 billion pulses per second</a:t>
            </a:r>
            <a:r>
              <a:rPr lang="en-US" sz="2000" dirty="0"/>
              <a:t> </a:t>
            </a:r>
            <a:br>
              <a:rPr lang="en-US" sz="2000" dirty="0"/>
            </a:br>
            <a:endParaRPr lang="en-MY" sz="2000"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93</a:t>
            </a:fld>
            <a:endParaRPr lang="en-US" altLang="en-US"/>
          </a:p>
        </p:txBody>
      </p:sp>
    </p:spTree>
    <p:extLst>
      <p:ext uri="{BB962C8B-B14F-4D97-AF65-F5344CB8AC3E}">
        <p14:creationId xmlns:p14="http://schemas.microsoft.com/office/powerpoint/2010/main" val="232684778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TimesTenLTStd-Roman"/>
              </a:rPr>
              <a:t>A processor is driven by a clock with a constant frequency </a:t>
            </a:r>
            <a:r>
              <a:rPr lang="en-US" sz="1800" b="0" i="1" dirty="0">
                <a:solidFill>
                  <a:srgbClr val="242021"/>
                </a:solidFill>
                <a:effectLst/>
                <a:latin typeface="TimesTenLTStd-Italic"/>
              </a:rPr>
              <a:t>f </a:t>
            </a:r>
            <a:r>
              <a:rPr lang="en-US" sz="1800" b="0" i="0" dirty="0">
                <a:solidFill>
                  <a:srgbClr val="242021"/>
                </a:solidFill>
                <a:effectLst/>
                <a:latin typeface="TimesTenLTStd-Roman"/>
              </a:rPr>
              <a:t>or, equivalently, a constant cycle time </a:t>
            </a:r>
            <a:r>
              <a:rPr lang="en-US" sz="1800" b="0" i="0" dirty="0">
                <a:solidFill>
                  <a:srgbClr val="242021"/>
                </a:solidFill>
                <a:effectLst/>
                <a:latin typeface="PearsonMATHPRO01"/>
              </a:rPr>
              <a:t>t</a:t>
            </a:r>
            <a:r>
              <a:rPr lang="en-US" sz="1800" b="0" i="0" dirty="0">
                <a:solidFill>
                  <a:srgbClr val="242021"/>
                </a:solidFill>
                <a:effectLst/>
                <a:latin typeface="TimesTenLTStd-Roman"/>
              </a:rPr>
              <a:t>, where </a:t>
            </a:r>
            <a:r>
              <a:rPr lang="en-US" sz="1800" b="0" i="0" dirty="0">
                <a:solidFill>
                  <a:srgbClr val="242021"/>
                </a:solidFill>
                <a:effectLst/>
                <a:latin typeface="PearsonMATHPRO01"/>
              </a:rPr>
              <a:t>t </a:t>
            </a:r>
            <a:r>
              <a:rPr lang="en-US" sz="1800" b="0" i="0" dirty="0">
                <a:solidFill>
                  <a:srgbClr val="242021"/>
                </a:solidFill>
                <a:effectLst/>
                <a:latin typeface="PearsonMATHPRO08"/>
              </a:rPr>
              <a:t>= </a:t>
            </a:r>
            <a:r>
              <a:rPr lang="en-US" sz="1800" b="0" i="0" dirty="0">
                <a:solidFill>
                  <a:srgbClr val="242021"/>
                </a:solidFill>
                <a:effectLst/>
                <a:latin typeface="TimesTenLTStd-Roman"/>
              </a:rPr>
              <a:t>1/</a:t>
            </a:r>
            <a:r>
              <a:rPr lang="en-US" sz="1800" b="0" i="1" dirty="0">
                <a:solidFill>
                  <a:srgbClr val="242021"/>
                </a:solidFill>
                <a:effectLst/>
                <a:latin typeface="TimesTenLTStd-Italic"/>
              </a:rPr>
              <a:t>f</a:t>
            </a:r>
            <a:r>
              <a:rPr lang="en-US" dirty="0"/>
              <a:t> </a:t>
            </a:r>
          </a:p>
          <a:p>
            <a:endParaRPr lang="en-US" dirty="0"/>
          </a:p>
          <a:p>
            <a:r>
              <a:rPr lang="en-US" sz="1800" b="0" i="0" dirty="0">
                <a:solidFill>
                  <a:srgbClr val="242021"/>
                </a:solidFill>
                <a:effectLst/>
                <a:latin typeface="TimesTenLTStd-Roman"/>
              </a:rPr>
              <a:t>Note that this is the number of instruction executions, not the number of instructions in the object code of the program. </a:t>
            </a:r>
          </a:p>
          <a:p>
            <a:endParaRPr lang="en-US" sz="1800" b="0" i="0" dirty="0">
              <a:solidFill>
                <a:srgbClr val="242021"/>
              </a:solidFill>
              <a:effectLst/>
              <a:latin typeface="TimesTenLTStd-Roman"/>
            </a:endParaRPr>
          </a:p>
          <a:p>
            <a:r>
              <a:rPr lang="en-US" sz="1800" b="0" i="0" dirty="0">
                <a:solidFill>
                  <a:srgbClr val="242021"/>
                </a:solidFill>
                <a:effectLst/>
                <a:latin typeface="TimesTenLTStd-Roman"/>
              </a:rPr>
              <a:t>An important parameter is the average cycles per instruction (</a:t>
            </a:r>
            <a:r>
              <a:rPr lang="en-US" sz="1800" b="0" i="1" dirty="0">
                <a:solidFill>
                  <a:srgbClr val="242021"/>
                </a:solidFill>
                <a:effectLst/>
                <a:latin typeface="TimesTenLTStd-Italic"/>
              </a:rPr>
              <a:t>CPI</a:t>
            </a:r>
            <a:r>
              <a:rPr lang="en-US" sz="1800" b="0" i="0" dirty="0">
                <a:solidFill>
                  <a:srgbClr val="242021"/>
                </a:solidFill>
                <a:effectLst/>
                <a:latin typeface="TimesTenLTStd-Roman"/>
              </a:rPr>
              <a:t>) for a program. If all instructions required the same number of clock cycles, then </a:t>
            </a:r>
            <a:r>
              <a:rPr lang="en-US" sz="1800" b="0" i="1" dirty="0">
                <a:solidFill>
                  <a:srgbClr val="242021"/>
                </a:solidFill>
                <a:effectLst/>
                <a:latin typeface="TimesTenLTStd-Italic"/>
              </a:rPr>
              <a:t>CPI </a:t>
            </a:r>
            <a:r>
              <a:rPr lang="en-US" sz="1800" b="0" i="0" dirty="0">
                <a:solidFill>
                  <a:srgbClr val="242021"/>
                </a:solidFill>
                <a:effectLst/>
                <a:latin typeface="TimesTenLTStd-Roman"/>
              </a:rPr>
              <a:t>would be a constant value for a processor.</a:t>
            </a:r>
            <a:r>
              <a:rPr lang="en-US" dirty="0"/>
              <a:t> </a:t>
            </a:r>
            <a:br>
              <a:rPr lang="en-US" dirty="0"/>
            </a:br>
            <a:br>
              <a:rPr lang="en-US" dirty="0"/>
            </a:br>
            <a:br>
              <a:rPr lang="en-US" dirty="0"/>
            </a:br>
            <a:endParaRPr lang="en-MY"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94</a:t>
            </a:fld>
            <a:endParaRPr lang="en-US" altLang="en-US"/>
          </a:p>
        </p:txBody>
      </p:sp>
    </p:spTree>
    <p:extLst>
      <p:ext uri="{BB962C8B-B14F-4D97-AF65-F5344CB8AC3E}">
        <p14:creationId xmlns:p14="http://schemas.microsoft.com/office/powerpoint/2010/main" val="26182433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TimesTenLTStd-Roman"/>
              </a:rPr>
              <a:t>The same set of programs can be run on</a:t>
            </a:r>
            <a:r>
              <a:rPr lang="en-US" dirty="0"/>
              <a:t> </a:t>
            </a:r>
            <a:r>
              <a:rPr lang="en-US" sz="1800" b="0" i="0" dirty="0">
                <a:solidFill>
                  <a:srgbClr val="242021"/>
                </a:solidFill>
                <a:effectLst/>
                <a:latin typeface="TimesTenLTStd-Roman"/>
              </a:rPr>
              <a:t>different machines and the execution times compared. </a:t>
            </a:r>
          </a:p>
          <a:p>
            <a:endParaRPr lang="en-US" sz="1800" b="0" i="0" dirty="0">
              <a:solidFill>
                <a:srgbClr val="242021"/>
              </a:solidFill>
              <a:effectLst/>
              <a:latin typeface="TimesTenLTStd-Roman"/>
            </a:endParaRPr>
          </a:p>
          <a:p>
            <a:r>
              <a:rPr lang="en-US" sz="1800" b="0" i="0" dirty="0">
                <a:solidFill>
                  <a:srgbClr val="242021"/>
                </a:solidFill>
                <a:effectLst/>
                <a:latin typeface="TimesTenLTStd-Roman"/>
              </a:rPr>
              <a:t>Benchmarks provide guidance to customers trying to decide which system to buy, and can be useful to vendors and designers in determining how to design systems to meet benchmark goals</a:t>
            </a:r>
            <a:r>
              <a:rPr lang="en-US" dirty="0"/>
              <a:t> </a:t>
            </a:r>
          </a:p>
          <a:p>
            <a:endParaRPr lang="en-US" dirty="0"/>
          </a:p>
          <a:p>
            <a:pPr marL="285750" indent="-285750">
              <a:buFont typeface="Arial" panose="020B0604020202020204" pitchFamily="34" charset="0"/>
              <a:buChar char="•"/>
            </a:pPr>
            <a:r>
              <a:rPr lang="en-US" sz="1800" b="0" i="0" dirty="0">
                <a:solidFill>
                  <a:srgbClr val="242021"/>
                </a:solidFill>
                <a:effectLst/>
                <a:latin typeface="TimesTenLTStd-Roman"/>
              </a:rPr>
              <a:t>It is written in a high-level language, making it portable across different machines.</a:t>
            </a:r>
          </a:p>
          <a:p>
            <a:pPr marL="285750" indent="-285750">
              <a:buFont typeface="Arial" panose="020B0604020202020204" pitchFamily="34" charset="0"/>
              <a:buChar char="•"/>
            </a:pPr>
            <a:r>
              <a:rPr lang="en-US" sz="1800" b="1" i="0" dirty="0">
                <a:solidFill>
                  <a:srgbClr val="007367"/>
                </a:solidFill>
                <a:effectLst/>
                <a:latin typeface="TimesTenLTStd-Bold"/>
              </a:rPr>
              <a:t> </a:t>
            </a:r>
            <a:r>
              <a:rPr lang="en-US" sz="1800" b="0" i="0" dirty="0">
                <a:solidFill>
                  <a:srgbClr val="242021"/>
                </a:solidFill>
                <a:effectLst/>
                <a:latin typeface="TimesTenLTStd-Roman"/>
              </a:rPr>
              <a:t>It is representative of a particular kind of programming domain or paradigm, such as systems programming, numerical programming, or commercial programming.</a:t>
            </a:r>
          </a:p>
          <a:p>
            <a:pPr marL="285750" indent="-285750">
              <a:buFont typeface="Arial" panose="020B0604020202020204" pitchFamily="34" charset="0"/>
              <a:buChar char="•"/>
            </a:pPr>
            <a:r>
              <a:rPr lang="en-US" sz="1800" b="1" i="0" dirty="0">
                <a:solidFill>
                  <a:srgbClr val="007367"/>
                </a:solidFill>
                <a:effectLst/>
                <a:latin typeface="TimesTenLTStd-Bold"/>
              </a:rPr>
              <a:t> </a:t>
            </a:r>
            <a:r>
              <a:rPr lang="en-US" sz="1800" b="0" i="0" dirty="0">
                <a:solidFill>
                  <a:srgbClr val="242021"/>
                </a:solidFill>
                <a:effectLst/>
                <a:latin typeface="TimesTenLTStd-Roman"/>
              </a:rPr>
              <a:t>It can be measured easily.</a:t>
            </a:r>
          </a:p>
          <a:p>
            <a:pPr marL="285750" indent="-285750">
              <a:buFont typeface="Arial" panose="020B0604020202020204" pitchFamily="34" charset="0"/>
              <a:buChar char="•"/>
            </a:pPr>
            <a:r>
              <a:rPr lang="en-US" sz="1800" b="1" i="0" dirty="0">
                <a:solidFill>
                  <a:srgbClr val="007367"/>
                </a:solidFill>
                <a:effectLst/>
                <a:latin typeface="TimesTenLTStd-Bold"/>
              </a:rPr>
              <a:t> </a:t>
            </a:r>
            <a:r>
              <a:rPr lang="en-US" sz="1800" b="0" i="0" dirty="0">
                <a:solidFill>
                  <a:srgbClr val="242021"/>
                </a:solidFill>
                <a:effectLst/>
                <a:latin typeface="TimesTenLTStd-Roman"/>
              </a:rPr>
              <a:t>It has wide distribution</a:t>
            </a:r>
            <a:r>
              <a:rPr lang="en-US" dirty="0"/>
              <a:t> </a:t>
            </a:r>
            <a:br>
              <a:rPr lang="en-US" dirty="0"/>
            </a:br>
            <a:br>
              <a:rPr lang="en-US" dirty="0"/>
            </a:br>
            <a:br>
              <a:rPr lang="en-US" dirty="0"/>
            </a:br>
            <a:endParaRPr lang="en-MY"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102</a:t>
            </a:fld>
            <a:endParaRPr lang="en-US" altLang="en-US"/>
          </a:p>
        </p:txBody>
      </p:sp>
    </p:spTree>
    <p:extLst>
      <p:ext uri="{BB962C8B-B14F-4D97-AF65-F5344CB8AC3E}">
        <p14:creationId xmlns:p14="http://schemas.microsoft.com/office/powerpoint/2010/main" val="8894721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02124"/>
                </a:solidFill>
                <a:effectLst/>
                <a:latin typeface="Google Sans"/>
              </a:rPr>
              <a:t>SPEC benchmarks are </a:t>
            </a:r>
            <a:r>
              <a:rPr lang="en-US" b="0" i="0" dirty="0">
                <a:solidFill>
                  <a:srgbClr val="040C28"/>
                </a:solidFill>
                <a:effectLst/>
                <a:latin typeface="Google Sans"/>
              </a:rPr>
              <a:t>widely used to evaluate the performance of computer systems</a:t>
            </a:r>
          </a:p>
          <a:p>
            <a:endParaRPr lang="en-US" b="0" i="0" dirty="0">
              <a:solidFill>
                <a:srgbClr val="040C28"/>
              </a:solidFill>
              <a:effectLst/>
              <a:latin typeface="Google Sans"/>
            </a:endParaRPr>
          </a:p>
          <a:p>
            <a:r>
              <a:rPr lang="en-US" sz="1800" b="0" i="0" dirty="0">
                <a:solidFill>
                  <a:srgbClr val="242021"/>
                </a:solidFill>
                <a:effectLst/>
                <a:latin typeface="TimesTenLTStd-Roman"/>
              </a:rPr>
              <a:t>The common need in industry and academic and research communities for generally accepted computer performance measurements has led to the development of standardized benchmark suites. </a:t>
            </a:r>
          </a:p>
          <a:p>
            <a:endParaRPr lang="en-US" sz="1800" b="0" i="0" dirty="0">
              <a:solidFill>
                <a:srgbClr val="242021"/>
              </a:solidFill>
              <a:effectLst/>
              <a:latin typeface="TimesTenLTStd-Roman"/>
            </a:endParaRPr>
          </a:p>
          <a:p>
            <a:r>
              <a:rPr lang="en-US" sz="1800" b="0" i="0" dirty="0">
                <a:solidFill>
                  <a:srgbClr val="242021"/>
                </a:solidFill>
                <a:effectLst/>
                <a:latin typeface="TimesTenLTStd-Roman"/>
              </a:rPr>
              <a:t>A benchmark suite is a collection of programs, defined in a high-level language, that together attempt to provide a representative test of a computer in a particular application or system programming area. </a:t>
            </a:r>
            <a:br>
              <a:rPr lang="en-US" dirty="0"/>
            </a:br>
            <a:endParaRPr lang="en-MY"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103</a:t>
            </a:fld>
            <a:endParaRPr lang="en-US" altLang="en-US"/>
          </a:p>
        </p:txBody>
      </p:sp>
    </p:spTree>
    <p:extLst>
      <p:ext uri="{BB962C8B-B14F-4D97-AF65-F5344CB8AC3E}">
        <p14:creationId xmlns:p14="http://schemas.microsoft.com/office/powerpoint/2010/main" val="414396902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242021"/>
                </a:solidFill>
                <a:effectLst/>
                <a:latin typeface="TimesTenLTStd-Roman"/>
              </a:rPr>
              <a:t>Computer system designers look for ways to improve system performance by advances in technology or change in design. </a:t>
            </a:r>
          </a:p>
          <a:p>
            <a:endParaRPr lang="en-US" sz="1800" b="0" i="0" dirty="0">
              <a:solidFill>
                <a:srgbClr val="242021"/>
              </a:solidFill>
              <a:effectLst/>
              <a:latin typeface="TimesTenLTStd-Roman"/>
            </a:endParaRPr>
          </a:p>
          <a:p>
            <a:r>
              <a:rPr lang="en-US" sz="1800" b="0" i="0" dirty="0">
                <a:solidFill>
                  <a:srgbClr val="242021"/>
                </a:solidFill>
                <a:effectLst/>
                <a:latin typeface="TimesTenLTStd-Roman"/>
              </a:rPr>
              <a:t>Examples include the use of parallel processors, the use of a memory cache hierarchy, and speedup in memory access time and I/O transfer rate due to technology improvements.</a:t>
            </a:r>
          </a:p>
          <a:p>
            <a:endParaRPr lang="en-US" sz="1800" b="0" i="0" dirty="0">
              <a:solidFill>
                <a:srgbClr val="242021"/>
              </a:solidFill>
              <a:effectLst/>
              <a:latin typeface="TimesTenLTStd-Roman"/>
            </a:endParaRPr>
          </a:p>
          <a:p>
            <a:r>
              <a:rPr lang="en-US" sz="1800" b="0" i="0" dirty="0">
                <a:solidFill>
                  <a:srgbClr val="242021"/>
                </a:solidFill>
                <a:effectLst/>
                <a:latin typeface="TimesTenLTStd-Roman"/>
              </a:rPr>
              <a:t>In all of these cases, it is important to note that a speedup in one aspect of the technology or design does not result in a corresponding improvement in performance. This limitation is succinctly expressed by Amdahl’s law</a:t>
            </a:r>
            <a:r>
              <a:rPr lang="en-US" dirty="0"/>
              <a:t> </a:t>
            </a:r>
          </a:p>
          <a:p>
            <a:endParaRPr lang="en-US" dirty="0"/>
          </a:p>
          <a:p>
            <a:r>
              <a:rPr lang="en-US" b="0" i="0" dirty="0">
                <a:solidFill>
                  <a:srgbClr val="666666"/>
                </a:solidFill>
                <a:effectLst/>
                <a:latin typeface="Arial" panose="020B0604020202020204" pitchFamily="34" charset="0"/>
              </a:rPr>
              <a:t>The formula, which makes a prediction about the maximum performance improvement that can be expected from parallel computing</a:t>
            </a:r>
          </a:p>
          <a:p>
            <a:endParaRPr lang="en-US" b="0" i="0" dirty="0">
              <a:solidFill>
                <a:srgbClr val="666666"/>
              </a:solidFill>
              <a:effectLst/>
              <a:latin typeface="Arial" panose="020B0604020202020204" pitchFamily="34" charset="0"/>
            </a:endParaRPr>
          </a:p>
          <a:p>
            <a:r>
              <a:rPr lang="en-US" b="0" i="0" dirty="0">
                <a:solidFill>
                  <a:srgbClr val="374151"/>
                </a:solidFill>
                <a:effectLst/>
                <a:latin typeface="Söhne"/>
              </a:rPr>
              <a:t>Amdahl's Law is a fundamental concept in computer science and parallel computing that was formulated by computer architect Gene Amdahl in 1967. It is used to estimate the potential speedup that can be achieved when parallelizing a computational task. Amdahl's Law is particularly relevant in situations where a program or algorithm is divided into parallel and serial (or sequential) components.</a:t>
            </a:r>
            <a:br>
              <a:rPr lang="en-US" dirty="0"/>
            </a:br>
            <a:endParaRPr lang="en-MY"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106</a:t>
            </a:fld>
            <a:endParaRPr lang="en-US" altLang="en-US"/>
          </a:p>
        </p:txBody>
      </p:sp>
    </p:spTree>
    <p:extLst>
      <p:ext uri="{BB962C8B-B14F-4D97-AF65-F5344CB8AC3E}">
        <p14:creationId xmlns:p14="http://schemas.microsoft.com/office/powerpoint/2010/main" val="348496366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74151"/>
                </a:solidFill>
                <a:effectLst/>
                <a:latin typeface="Söhne"/>
              </a:rPr>
              <a:t>Amdahl's Law highlights the importance of optimizing the parallelizable portions of a program and minimizing the serial portions when attempting to improve the performance of parallel computing systems.</a:t>
            </a:r>
          </a:p>
          <a:p>
            <a:endParaRPr lang="en-US" b="0" i="0" dirty="0">
              <a:solidFill>
                <a:srgbClr val="374151"/>
              </a:solidFill>
              <a:effectLst/>
              <a:latin typeface="Söhne"/>
            </a:endParaRPr>
          </a:p>
          <a:p>
            <a:r>
              <a:rPr lang="en-US" b="0" i="0" dirty="0">
                <a:solidFill>
                  <a:srgbClr val="374151"/>
                </a:solidFill>
                <a:effectLst/>
                <a:latin typeface="Söhne"/>
              </a:rPr>
              <a:t> It serves as a valuable tool for understanding the trade-offs and limitations of parallelization in practical computing scenarios.</a:t>
            </a:r>
            <a:endParaRPr lang="en-MY" dirty="0"/>
          </a:p>
        </p:txBody>
      </p:sp>
      <p:sp>
        <p:nvSpPr>
          <p:cNvPr id="4" name="Slide Number Placeholder 3"/>
          <p:cNvSpPr>
            <a:spLocks noGrp="1"/>
          </p:cNvSpPr>
          <p:nvPr>
            <p:ph type="sldNum" sz="quarter" idx="5"/>
          </p:nvPr>
        </p:nvSpPr>
        <p:spPr/>
        <p:txBody>
          <a:bodyPr/>
          <a:lstStyle/>
          <a:p>
            <a:pPr>
              <a:defRPr/>
            </a:pPr>
            <a:fld id="{A3AE1198-59AF-4AB2-A0BF-04272925C173}" type="slidenum">
              <a:rPr lang="en-US" altLang="en-US" smtClean="0"/>
              <a:pPr>
                <a:defRPr/>
              </a:pPr>
              <a:t>107</a:t>
            </a:fld>
            <a:endParaRPr lang="en-US" altLang="en-US"/>
          </a:p>
        </p:txBody>
      </p:sp>
    </p:spTree>
    <p:extLst>
      <p:ext uri="{BB962C8B-B14F-4D97-AF65-F5344CB8AC3E}">
        <p14:creationId xmlns:p14="http://schemas.microsoft.com/office/powerpoint/2010/main" val="223826404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a:extLst>
              <a:ext uri="{FF2B5EF4-FFF2-40B4-BE49-F238E27FC236}">
                <a16:creationId xmlns:a16="http://schemas.microsoft.com/office/drawing/2014/main" id="{D15ED89F-9599-BCA6-5E8D-0A4ACF3518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748A7678-3095-4E89-88EC-35B21F544DB0}" type="slidenum">
              <a:rPr kumimoji="0" lang="en-US" altLang="en-US" sz="1200" smtClean="0">
                <a:latin typeface="Times New Roman" panose="02020603050405020304" pitchFamily="18" charset="0"/>
              </a:rPr>
              <a:pPr/>
              <a:t>109</a:t>
            </a:fld>
            <a:endParaRPr kumimoji="0" lang="en-US" altLang="en-US" sz="1200">
              <a:latin typeface="Times New Roman" panose="02020603050405020304" pitchFamily="18" charset="0"/>
            </a:endParaRPr>
          </a:p>
        </p:txBody>
      </p:sp>
      <p:sp>
        <p:nvSpPr>
          <p:cNvPr id="158723" name="Rectangle 7">
            <a:extLst>
              <a:ext uri="{FF2B5EF4-FFF2-40B4-BE49-F238E27FC236}">
                <a16:creationId xmlns:a16="http://schemas.microsoft.com/office/drawing/2014/main" id="{4B4867B8-72E8-351D-9460-3D798AF0FAF7}"/>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pPr algn="r"/>
            <a:fld id="{680D1E43-1757-4D34-8BDB-CB8353339C4B}" type="slidenum">
              <a:rPr kumimoji="0" lang="en-US" altLang="en-US" sz="1200">
                <a:latin typeface="Arial" panose="020B0604020202020204" pitchFamily="34" charset="0"/>
              </a:rPr>
              <a:pPr algn="r"/>
              <a:t>109</a:t>
            </a:fld>
            <a:endParaRPr kumimoji="0" lang="en-US" altLang="en-US" sz="1200">
              <a:latin typeface="Arial" panose="020B0604020202020204" pitchFamily="34" charset="0"/>
            </a:endParaRPr>
          </a:p>
        </p:txBody>
      </p:sp>
      <p:sp>
        <p:nvSpPr>
          <p:cNvPr id="158724" name="Rectangle 2">
            <a:extLst>
              <a:ext uri="{FF2B5EF4-FFF2-40B4-BE49-F238E27FC236}">
                <a16:creationId xmlns:a16="http://schemas.microsoft.com/office/drawing/2014/main" id="{30D6293F-70FD-D24E-C533-6C4EBD388D76}"/>
              </a:ext>
            </a:extLst>
          </p:cNvPr>
          <p:cNvSpPr>
            <a:spLocks noGrp="1" noRot="1" noChangeAspect="1" noChangeArrowheads="1" noTextEdit="1"/>
          </p:cNvSpPr>
          <p:nvPr>
            <p:ph type="sldImg"/>
          </p:nvPr>
        </p:nvSpPr>
        <p:spPr>
          <a:ln/>
        </p:spPr>
      </p:sp>
      <p:sp>
        <p:nvSpPr>
          <p:cNvPr id="158725" name="Rectangle 3">
            <a:extLst>
              <a:ext uri="{FF2B5EF4-FFF2-40B4-BE49-F238E27FC236}">
                <a16:creationId xmlns:a16="http://schemas.microsoft.com/office/drawing/2014/main" id="{4FC25621-513F-FD6A-479F-69173DB1A5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a:extLst>
              <a:ext uri="{FF2B5EF4-FFF2-40B4-BE49-F238E27FC236}">
                <a16:creationId xmlns:a16="http://schemas.microsoft.com/office/drawing/2014/main" id="{BFE8EBED-C44F-B778-5DDB-51525A90C1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000">
                <a:solidFill>
                  <a:schemeClr val="tx1"/>
                </a:solidFill>
                <a:latin typeface="Tahoma" panose="020B0604030504040204" pitchFamily="34" charset="0"/>
              </a:defRPr>
            </a:lvl1pPr>
            <a:lvl2pPr marL="742950" indent="-285750">
              <a:defRPr kumimoji="1" sz="2000">
                <a:solidFill>
                  <a:schemeClr val="tx1"/>
                </a:solidFill>
                <a:latin typeface="Tahoma" panose="020B0604030504040204" pitchFamily="34" charset="0"/>
              </a:defRPr>
            </a:lvl2pPr>
            <a:lvl3pPr marL="1143000" indent="-228600">
              <a:defRPr kumimoji="1" sz="2000">
                <a:solidFill>
                  <a:schemeClr val="tx1"/>
                </a:solidFill>
                <a:latin typeface="Tahoma" panose="020B0604030504040204" pitchFamily="34" charset="0"/>
              </a:defRPr>
            </a:lvl3pPr>
            <a:lvl4pPr marL="1600200" indent="-228600">
              <a:defRPr kumimoji="1" sz="2000">
                <a:solidFill>
                  <a:schemeClr val="tx1"/>
                </a:solidFill>
                <a:latin typeface="Tahoma" panose="020B0604030504040204" pitchFamily="34" charset="0"/>
              </a:defRPr>
            </a:lvl4pPr>
            <a:lvl5pPr marL="2057400" indent="-228600">
              <a:defRPr kumimoji="1" sz="2000">
                <a:solidFill>
                  <a:schemeClr val="tx1"/>
                </a:solidFill>
                <a:latin typeface="Tahoma" panose="020B0604030504040204" pitchFamily="34" charset="0"/>
              </a:defRPr>
            </a:lvl5pPr>
            <a:lvl6pPr marL="2514600" indent="-2286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eaLnBrk="0" fontAlgn="base" hangingPunct="0">
              <a:spcBef>
                <a:spcPct val="0"/>
              </a:spcBef>
              <a:spcAft>
                <a:spcPct val="0"/>
              </a:spcAft>
              <a:defRPr kumimoji="1" sz="2000">
                <a:solidFill>
                  <a:schemeClr val="tx1"/>
                </a:solidFill>
                <a:latin typeface="Tahoma" panose="020B0604030504040204" pitchFamily="34" charset="0"/>
              </a:defRPr>
            </a:lvl9pPr>
          </a:lstStyle>
          <a:p>
            <a:fld id="{F4A5FC0C-4B33-4C6E-9E0B-CF76B7C1BC85}" type="slidenum">
              <a:rPr kumimoji="0" lang="en-US" altLang="en-US" sz="1200" smtClean="0">
                <a:latin typeface="Times New Roman" panose="02020603050405020304" pitchFamily="18" charset="0"/>
              </a:rPr>
              <a:pPr/>
              <a:t>110</a:t>
            </a:fld>
            <a:endParaRPr kumimoji="0" lang="en-US" altLang="en-US" sz="1200">
              <a:latin typeface="Times New Roman" panose="02020603050405020304" pitchFamily="18" charset="0"/>
            </a:endParaRPr>
          </a:p>
        </p:txBody>
      </p:sp>
      <p:sp>
        <p:nvSpPr>
          <p:cNvPr id="160771" name="Rectangle 2">
            <a:extLst>
              <a:ext uri="{FF2B5EF4-FFF2-40B4-BE49-F238E27FC236}">
                <a16:creationId xmlns:a16="http://schemas.microsoft.com/office/drawing/2014/main" id="{394F5A4A-1FBC-79FE-8A12-A970FD440F74}"/>
              </a:ext>
            </a:extLst>
          </p:cNvPr>
          <p:cNvSpPr>
            <a:spLocks noGrp="1" noRot="1" noChangeAspect="1" noChangeArrowheads="1" noTextEdit="1"/>
          </p:cNvSpPr>
          <p:nvPr>
            <p:ph type="sldImg"/>
          </p:nvPr>
        </p:nvSpPr>
        <p:spPr>
          <a:ln/>
        </p:spPr>
      </p:sp>
      <p:sp>
        <p:nvSpPr>
          <p:cNvPr id="160772" name="Rectangle 3">
            <a:extLst>
              <a:ext uri="{FF2B5EF4-FFF2-40B4-BE49-F238E27FC236}">
                <a16:creationId xmlns:a16="http://schemas.microsoft.com/office/drawing/2014/main" id="{1CB2057B-8A30-0860-B135-0EAACBEDC3F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7">
            <a:extLst>
              <a:ext uri="{FF2B5EF4-FFF2-40B4-BE49-F238E27FC236}">
                <a16:creationId xmlns:a16="http://schemas.microsoft.com/office/drawing/2014/main" id="{94F88678-947E-82BE-7829-AD1C42AA680B}"/>
              </a:ext>
            </a:extLst>
          </p:cNvPr>
          <p:cNvSpPr>
            <a:spLocks noChangeShapeType="1"/>
          </p:cNvSpPr>
          <p:nvPr/>
        </p:nvSpPr>
        <p:spPr bwMode="auto">
          <a:xfrm>
            <a:off x="457200" y="2514600"/>
            <a:ext cx="8153400" cy="0"/>
          </a:xfrm>
          <a:prstGeom prst="line">
            <a:avLst/>
          </a:prstGeom>
          <a:noFill/>
          <a:ln w="76200">
            <a:solidFill>
              <a:srgbClr val="FF0000"/>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
        <p:nvSpPr>
          <p:cNvPr id="50178" name="Rectangle 2"/>
          <p:cNvSpPr>
            <a:spLocks noGrp="1" noChangeArrowheads="1"/>
          </p:cNvSpPr>
          <p:nvPr>
            <p:ph type="ctrTitle"/>
          </p:nvPr>
        </p:nvSpPr>
        <p:spPr>
          <a:xfrm>
            <a:off x="914400" y="533400"/>
            <a:ext cx="7721600" cy="1905000"/>
          </a:xfrm>
        </p:spPr>
        <p:txBody>
          <a:bodyPr/>
          <a:lstStyle>
            <a:lvl1pPr>
              <a:defRPr/>
            </a:lvl1pPr>
          </a:lstStyle>
          <a:p>
            <a:r>
              <a:rPr lang="en-US"/>
              <a:t>Click to edit Master title style</a:t>
            </a:r>
          </a:p>
        </p:txBody>
      </p:sp>
      <p:sp>
        <p:nvSpPr>
          <p:cNvPr id="50179" name="Rectangle 3"/>
          <p:cNvSpPr>
            <a:spLocks noGrp="1" noChangeArrowheads="1"/>
          </p:cNvSpPr>
          <p:nvPr>
            <p:ph type="subTitle" idx="1"/>
          </p:nvPr>
        </p:nvSpPr>
        <p:spPr>
          <a:xfrm>
            <a:off x="914400" y="3028950"/>
            <a:ext cx="6400800" cy="1771650"/>
          </a:xfrm>
        </p:spPr>
        <p:txBody>
          <a:bodyPr/>
          <a:lstStyle>
            <a:lvl1pPr marL="0" indent="0">
              <a:buFontTx/>
              <a:buNone/>
              <a:defRPr>
                <a:latin typeface="Arial Black" pitchFamily="34" charset="0"/>
              </a:defRPr>
            </a:lvl1pPr>
          </a:lstStyle>
          <a:p>
            <a:r>
              <a:rPr lang="en-US"/>
              <a:t>Click to edit Master subtitle style</a:t>
            </a:r>
          </a:p>
        </p:txBody>
      </p:sp>
      <p:sp>
        <p:nvSpPr>
          <p:cNvPr id="3" name="Date Placeholder 4">
            <a:extLst>
              <a:ext uri="{FF2B5EF4-FFF2-40B4-BE49-F238E27FC236}">
                <a16:creationId xmlns:a16="http://schemas.microsoft.com/office/drawing/2014/main" id="{81F8370A-7DA6-1968-7568-83BACE04AAD5}"/>
              </a:ext>
            </a:extLst>
          </p:cNvPr>
          <p:cNvSpPr>
            <a:spLocks noGrp="1" noChangeArrowheads="1"/>
          </p:cNvSpPr>
          <p:nvPr>
            <p:ph type="dt" sz="half" idx="10"/>
          </p:nvPr>
        </p:nvSpPr>
        <p:spPr>
          <a:xfrm>
            <a:off x="711200" y="6229350"/>
            <a:ext cx="1930400" cy="514350"/>
          </a:xfrm>
        </p:spPr>
        <p:txBody>
          <a:bodyPr/>
          <a:lstStyle>
            <a:lvl1pPr>
              <a:defRPr>
                <a:solidFill>
                  <a:srgbClr val="5E574E"/>
                </a:solidFill>
              </a:defRPr>
            </a:lvl1pPr>
          </a:lstStyle>
          <a:p>
            <a:pPr>
              <a:defRPr/>
            </a:pPr>
            <a:endParaRPr lang="en-US"/>
          </a:p>
        </p:txBody>
      </p:sp>
      <p:sp>
        <p:nvSpPr>
          <p:cNvPr id="4" name="Footer Placeholder 5">
            <a:extLst>
              <a:ext uri="{FF2B5EF4-FFF2-40B4-BE49-F238E27FC236}">
                <a16:creationId xmlns:a16="http://schemas.microsoft.com/office/drawing/2014/main" id="{DA692F5A-38D2-4FB4-B40C-9ACD4BF86570}"/>
              </a:ext>
            </a:extLst>
          </p:cNvPr>
          <p:cNvSpPr>
            <a:spLocks noGrp="1" noChangeArrowheads="1"/>
          </p:cNvSpPr>
          <p:nvPr>
            <p:ph type="ftr" sz="quarter" idx="11"/>
          </p:nvPr>
        </p:nvSpPr>
        <p:spPr>
          <a:xfrm>
            <a:off x="3149600" y="6229350"/>
            <a:ext cx="2844800" cy="514350"/>
          </a:xfrm>
        </p:spPr>
        <p:txBody>
          <a:bodyPr/>
          <a:lstStyle>
            <a:lvl1pPr algn="l">
              <a:spcBef>
                <a:spcPct val="0"/>
              </a:spcBef>
              <a:defRPr>
                <a:solidFill>
                  <a:srgbClr val="5E574E"/>
                </a:solidFill>
              </a:defRPr>
            </a:lvl1pPr>
          </a:lstStyle>
          <a:p>
            <a:pPr>
              <a:defRPr/>
            </a:pPr>
            <a:endParaRPr lang="en-GB"/>
          </a:p>
        </p:txBody>
      </p:sp>
      <p:sp>
        <p:nvSpPr>
          <p:cNvPr id="5" name="Slide Number Placeholder 6">
            <a:extLst>
              <a:ext uri="{FF2B5EF4-FFF2-40B4-BE49-F238E27FC236}">
                <a16:creationId xmlns:a16="http://schemas.microsoft.com/office/drawing/2014/main" id="{A9976AB3-CD69-2293-ED4C-7BF293BEA5FE}"/>
              </a:ext>
            </a:extLst>
          </p:cNvPr>
          <p:cNvSpPr>
            <a:spLocks noGrp="1" noChangeArrowheads="1"/>
          </p:cNvSpPr>
          <p:nvPr>
            <p:ph type="sldNum" sz="quarter" idx="12"/>
          </p:nvPr>
        </p:nvSpPr>
        <p:spPr>
          <a:xfrm>
            <a:off x="6604000" y="6229350"/>
            <a:ext cx="1828800" cy="514350"/>
          </a:xfrm>
        </p:spPr>
        <p:txBody>
          <a:bodyPr/>
          <a:lstStyle>
            <a:lvl1pPr>
              <a:defRPr>
                <a:solidFill>
                  <a:srgbClr val="5E574E"/>
                </a:solidFill>
              </a:defRPr>
            </a:lvl1pPr>
          </a:lstStyle>
          <a:p>
            <a:pPr>
              <a:defRPr/>
            </a:pPr>
            <a:fld id="{04142778-F6AB-4BC4-9EDA-BE5E29BB03F7}" type="slidenum">
              <a:rPr lang="en-US" altLang="en-US"/>
              <a:pPr>
                <a:defRPr/>
              </a:pPr>
              <a:t>‹#›</a:t>
            </a:fld>
            <a:endParaRPr lang="en-US" altLang="en-US"/>
          </a:p>
        </p:txBody>
      </p:sp>
    </p:spTree>
    <p:extLst>
      <p:ext uri="{BB962C8B-B14F-4D97-AF65-F5344CB8AC3E}">
        <p14:creationId xmlns:p14="http://schemas.microsoft.com/office/powerpoint/2010/main" val="2260192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4">
            <a:extLst>
              <a:ext uri="{FF2B5EF4-FFF2-40B4-BE49-F238E27FC236}">
                <a16:creationId xmlns:a16="http://schemas.microsoft.com/office/drawing/2014/main" id="{2341C093-A629-74F2-3F01-ED740BEC2BD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ADE7CFC6-AA04-1FD4-279E-FC039E977E1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30278418-A3C3-D2A0-F8DB-2DA9452BAF9B}"/>
              </a:ext>
            </a:extLst>
          </p:cNvPr>
          <p:cNvSpPr>
            <a:spLocks noGrp="1" noChangeArrowheads="1"/>
          </p:cNvSpPr>
          <p:nvPr>
            <p:ph type="sldNum" sz="quarter" idx="12"/>
          </p:nvPr>
        </p:nvSpPr>
        <p:spPr>
          <a:ln/>
        </p:spPr>
        <p:txBody>
          <a:bodyPr/>
          <a:lstStyle>
            <a:lvl1pPr>
              <a:defRPr/>
            </a:lvl1pPr>
          </a:lstStyle>
          <a:p>
            <a:pPr>
              <a:defRPr/>
            </a:pPr>
            <a:fld id="{4DC19CD7-CA2D-4366-B0B7-D1DFE8B9D737}" type="slidenum">
              <a:rPr lang="en-US" altLang="en-US"/>
              <a:pPr>
                <a:defRPr/>
              </a:pPr>
              <a:t>‹#›</a:t>
            </a:fld>
            <a:endParaRPr lang="en-US" altLang="en-US"/>
          </a:p>
        </p:txBody>
      </p:sp>
    </p:spTree>
    <p:extLst>
      <p:ext uri="{BB962C8B-B14F-4D97-AF65-F5344CB8AC3E}">
        <p14:creationId xmlns:p14="http://schemas.microsoft.com/office/powerpoint/2010/main" val="41865177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MY"/>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8848FD7D-CAC9-B1BA-7B14-2EBD770E2C6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CDB472D8-7E80-5926-8C63-7603E85B904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0A24F95-3175-A6C7-0796-0E08471BEE3A}"/>
              </a:ext>
            </a:extLst>
          </p:cNvPr>
          <p:cNvSpPr>
            <a:spLocks noGrp="1" noChangeArrowheads="1"/>
          </p:cNvSpPr>
          <p:nvPr>
            <p:ph type="sldNum" sz="quarter" idx="12"/>
          </p:nvPr>
        </p:nvSpPr>
        <p:spPr>
          <a:ln/>
        </p:spPr>
        <p:txBody>
          <a:bodyPr/>
          <a:lstStyle>
            <a:lvl1pPr>
              <a:defRPr/>
            </a:lvl1pPr>
          </a:lstStyle>
          <a:p>
            <a:pPr>
              <a:defRPr/>
            </a:pPr>
            <a:fld id="{C55FADFE-FB3C-4940-A391-FC431370BDBC}" type="slidenum">
              <a:rPr lang="en-US" altLang="en-US"/>
              <a:pPr>
                <a:defRPr/>
              </a:pPr>
              <a:t>‹#›</a:t>
            </a:fld>
            <a:endParaRPr lang="en-US" altLang="en-US"/>
          </a:p>
        </p:txBody>
      </p:sp>
    </p:spTree>
    <p:extLst>
      <p:ext uri="{BB962C8B-B14F-4D97-AF65-F5344CB8AC3E}">
        <p14:creationId xmlns:p14="http://schemas.microsoft.com/office/powerpoint/2010/main" val="3779546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Content Placeholder 2"/>
          <p:cNvSpPr>
            <a:spLocks noGrp="1"/>
          </p:cNvSpPr>
          <p:nvPr>
            <p:ph sz="half" idx="1"/>
          </p:nvPr>
        </p:nvSpPr>
        <p:spPr>
          <a:xfrm>
            <a:off x="457200" y="1885950"/>
            <a:ext cx="4013200" cy="4171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half" idx="2"/>
          </p:nvPr>
        </p:nvSpPr>
        <p:spPr>
          <a:xfrm>
            <a:off x="4622800" y="1885950"/>
            <a:ext cx="4013200" cy="41719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Rectangle 4">
            <a:extLst>
              <a:ext uri="{FF2B5EF4-FFF2-40B4-BE49-F238E27FC236}">
                <a16:creationId xmlns:a16="http://schemas.microsoft.com/office/drawing/2014/main" id="{BC434BDC-A61A-DACC-0ED2-2B0E424FBCE8}"/>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72D007B8-F512-5969-CBE4-B5DE4AB07AE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E77C3960-C7B9-12D1-67D5-8E0DB80E19AC}"/>
              </a:ext>
            </a:extLst>
          </p:cNvPr>
          <p:cNvSpPr>
            <a:spLocks noGrp="1" noChangeArrowheads="1"/>
          </p:cNvSpPr>
          <p:nvPr>
            <p:ph type="sldNum" sz="quarter" idx="12"/>
          </p:nvPr>
        </p:nvSpPr>
        <p:spPr>
          <a:ln/>
        </p:spPr>
        <p:txBody>
          <a:bodyPr/>
          <a:lstStyle>
            <a:lvl1pPr>
              <a:defRPr/>
            </a:lvl1pPr>
          </a:lstStyle>
          <a:p>
            <a:pPr>
              <a:defRPr/>
            </a:pPr>
            <a:fld id="{F4702CC2-CC18-431B-8C06-C4FA6D5A9812}" type="slidenum">
              <a:rPr lang="en-US" altLang="en-US"/>
              <a:pPr>
                <a:defRPr/>
              </a:pPr>
              <a:t>‹#›</a:t>
            </a:fld>
            <a:endParaRPr lang="en-US" altLang="en-US"/>
          </a:p>
        </p:txBody>
      </p:sp>
    </p:spTree>
    <p:extLst>
      <p:ext uri="{BB962C8B-B14F-4D97-AF65-F5344CB8AC3E}">
        <p14:creationId xmlns:p14="http://schemas.microsoft.com/office/powerpoint/2010/main" val="4001349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MY"/>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Rectangle 4">
            <a:extLst>
              <a:ext uri="{FF2B5EF4-FFF2-40B4-BE49-F238E27FC236}">
                <a16:creationId xmlns:a16="http://schemas.microsoft.com/office/drawing/2014/main" id="{17713AD8-8FED-05AF-2A2F-B28C7DF76CC2}"/>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75143522-9013-F18F-BEF2-AF76BF9D311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2564CD23-C2A7-DCD4-002B-BCD610955BFA}"/>
              </a:ext>
            </a:extLst>
          </p:cNvPr>
          <p:cNvSpPr>
            <a:spLocks noGrp="1" noChangeArrowheads="1"/>
          </p:cNvSpPr>
          <p:nvPr>
            <p:ph type="sldNum" sz="quarter" idx="12"/>
          </p:nvPr>
        </p:nvSpPr>
        <p:spPr>
          <a:ln/>
        </p:spPr>
        <p:txBody>
          <a:bodyPr/>
          <a:lstStyle>
            <a:lvl1pPr>
              <a:defRPr/>
            </a:lvl1pPr>
          </a:lstStyle>
          <a:p>
            <a:pPr>
              <a:defRPr/>
            </a:pPr>
            <a:fld id="{04B9CB1B-A2FC-4A96-BC22-624C5F1B9B0A}" type="slidenum">
              <a:rPr lang="en-US" altLang="en-US"/>
              <a:pPr>
                <a:defRPr/>
              </a:pPr>
              <a:t>‹#›</a:t>
            </a:fld>
            <a:endParaRPr lang="en-US" altLang="en-US"/>
          </a:p>
        </p:txBody>
      </p:sp>
    </p:spTree>
    <p:extLst>
      <p:ext uri="{BB962C8B-B14F-4D97-AF65-F5344CB8AC3E}">
        <p14:creationId xmlns:p14="http://schemas.microsoft.com/office/powerpoint/2010/main" val="1744026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Rectangle 4">
            <a:extLst>
              <a:ext uri="{FF2B5EF4-FFF2-40B4-BE49-F238E27FC236}">
                <a16:creationId xmlns:a16="http://schemas.microsoft.com/office/drawing/2014/main" id="{2DEDD985-F1F9-C4C7-62BB-F65B6C20E792}"/>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69A74FDC-9DB4-73B5-9F78-A59ECECF41D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1B759564-B061-2646-D394-70A5E6F0C26C}"/>
              </a:ext>
            </a:extLst>
          </p:cNvPr>
          <p:cNvSpPr>
            <a:spLocks noGrp="1" noChangeArrowheads="1"/>
          </p:cNvSpPr>
          <p:nvPr>
            <p:ph type="sldNum" sz="quarter" idx="12"/>
          </p:nvPr>
        </p:nvSpPr>
        <p:spPr>
          <a:ln/>
        </p:spPr>
        <p:txBody>
          <a:bodyPr/>
          <a:lstStyle>
            <a:lvl1pPr>
              <a:defRPr/>
            </a:lvl1pPr>
          </a:lstStyle>
          <a:p>
            <a:pPr>
              <a:defRPr/>
            </a:pPr>
            <a:fld id="{4B2A443F-DF2E-4509-A9CB-6A41749E5673}" type="slidenum">
              <a:rPr lang="en-US" altLang="en-US"/>
              <a:pPr>
                <a:defRPr/>
              </a:pPr>
              <a:t>‹#›</a:t>
            </a:fld>
            <a:endParaRPr lang="en-US" altLang="en-US"/>
          </a:p>
        </p:txBody>
      </p:sp>
    </p:spTree>
    <p:extLst>
      <p:ext uri="{BB962C8B-B14F-4D97-AF65-F5344CB8AC3E}">
        <p14:creationId xmlns:p14="http://schemas.microsoft.com/office/powerpoint/2010/main" val="4282546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4915E5E-ACE1-8F43-1C0C-749D37327795}"/>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ABB7BA2D-7C96-C300-8F99-81775EA3523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5942C507-A3C9-E712-E272-DC24FBE0F369}"/>
              </a:ext>
            </a:extLst>
          </p:cNvPr>
          <p:cNvSpPr>
            <a:spLocks noGrp="1" noChangeArrowheads="1"/>
          </p:cNvSpPr>
          <p:nvPr>
            <p:ph type="sldNum" sz="quarter" idx="12"/>
          </p:nvPr>
        </p:nvSpPr>
        <p:spPr>
          <a:ln/>
        </p:spPr>
        <p:txBody>
          <a:bodyPr/>
          <a:lstStyle>
            <a:lvl1pPr>
              <a:defRPr/>
            </a:lvl1pPr>
          </a:lstStyle>
          <a:p>
            <a:pPr>
              <a:defRPr/>
            </a:pPr>
            <a:fld id="{5778CC76-4339-4ABF-A374-C8F33852FCA4}" type="slidenum">
              <a:rPr lang="en-US" altLang="en-US"/>
              <a:pPr>
                <a:defRPr/>
              </a:pPr>
              <a:t>‹#›</a:t>
            </a:fld>
            <a:endParaRPr lang="en-US" altLang="en-US"/>
          </a:p>
        </p:txBody>
      </p:sp>
    </p:spTree>
    <p:extLst>
      <p:ext uri="{BB962C8B-B14F-4D97-AF65-F5344CB8AC3E}">
        <p14:creationId xmlns:p14="http://schemas.microsoft.com/office/powerpoint/2010/main" val="3157844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endParaRPr lang="en-MY"/>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B48DA542-0EC4-4C74-88A8-73B8A80247C2}"/>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C83E09BD-99AF-C74E-7707-FC72C27CA65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0AB07DF1-B851-DA2C-7115-06A94505454E}"/>
              </a:ext>
            </a:extLst>
          </p:cNvPr>
          <p:cNvSpPr>
            <a:spLocks noGrp="1" noChangeArrowheads="1"/>
          </p:cNvSpPr>
          <p:nvPr>
            <p:ph type="sldNum" sz="quarter" idx="12"/>
          </p:nvPr>
        </p:nvSpPr>
        <p:spPr>
          <a:ln/>
        </p:spPr>
        <p:txBody>
          <a:bodyPr/>
          <a:lstStyle>
            <a:lvl1pPr>
              <a:defRPr/>
            </a:lvl1pPr>
          </a:lstStyle>
          <a:p>
            <a:pPr>
              <a:defRPr/>
            </a:pPr>
            <a:fld id="{9085E904-2EC9-4621-83DB-8D8091D7BFC6}" type="slidenum">
              <a:rPr lang="en-US" altLang="en-US"/>
              <a:pPr>
                <a:defRPr/>
              </a:pPr>
              <a:t>‹#›</a:t>
            </a:fld>
            <a:endParaRPr lang="en-US" altLang="en-US"/>
          </a:p>
        </p:txBody>
      </p:sp>
    </p:spTree>
    <p:extLst>
      <p:ext uri="{BB962C8B-B14F-4D97-AF65-F5344CB8AC3E}">
        <p14:creationId xmlns:p14="http://schemas.microsoft.com/office/powerpoint/2010/main" val="33546550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endParaRPr lang="en-MY"/>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MY"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FD4331A1-FC05-D115-21D6-905A1E2BEE20}"/>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AB4F123-16FB-A6A3-5473-D370EE18A0D7}"/>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1D5E501D-84AB-E7FE-4E5D-85DCCA8052AF}"/>
              </a:ext>
            </a:extLst>
          </p:cNvPr>
          <p:cNvSpPr>
            <a:spLocks noGrp="1" noChangeArrowheads="1"/>
          </p:cNvSpPr>
          <p:nvPr>
            <p:ph type="sldNum" sz="quarter" idx="12"/>
          </p:nvPr>
        </p:nvSpPr>
        <p:spPr>
          <a:ln/>
        </p:spPr>
        <p:txBody>
          <a:bodyPr/>
          <a:lstStyle>
            <a:lvl1pPr>
              <a:defRPr/>
            </a:lvl1pPr>
          </a:lstStyle>
          <a:p>
            <a:pPr>
              <a:defRPr/>
            </a:pPr>
            <a:fld id="{A40B0728-35C3-432A-881A-349F0C5713CB}" type="slidenum">
              <a:rPr lang="en-US" altLang="en-US"/>
              <a:pPr>
                <a:defRPr/>
              </a:pPr>
              <a:t>‹#›</a:t>
            </a:fld>
            <a:endParaRPr lang="en-US" altLang="en-US"/>
          </a:p>
        </p:txBody>
      </p:sp>
    </p:spTree>
    <p:extLst>
      <p:ext uri="{BB962C8B-B14F-4D97-AF65-F5344CB8AC3E}">
        <p14:creationId xmlns:p14="http://schemas.microsoft.com/office/powerpoint/2010/main" val="2547032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4">
            <a:extLst>
              <a:ext uri="{FF2B5EF4-FFF2-40B4-BE49-F238E27FC236}">
                <a16:creationId xmlns:a16="http://schemas.microsoft.com/office/drawing/2014/main" id="{265E32D3-17DC-2604-F785-B1546F938858}"/>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526ACF8-77D6-15D6-62B4-EC4C0AEA924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FB9EB421-2B7A-8F91-BEC0-DE1235728DA3}"/>
              </a:ext>
            </a:extLst>
          </p:cNvPr>
          <p:cNvSpPr>
            <a:spLocks noGrp="1" noChangeArrowheads="1"/>
          </p:cNvSpPr>
          <p:nvPr>
            <p:ph type="sldNum" sz="quarter" idx="12"/>
          </p:nvPr>
        </p:nvSpPr>
        <p:spPr>
          <a:ln/>
        </p:spPr>
        <p:txBody>
          <a:bodyPr/>
          <a:lstStyle>
            <a:lvl1pPr>
              <a:defRPr/>
            </a:lvl1pPr>
          </a:lstStyle>
          <a:p>
            <a:pPr>
              <a:defRPr/>
            </a:pPr>
            <a:fld id="{C843154C-D8A3-4AAA-9A52-1C0C0EFF6CA0}" type="slidenum">
              <a:rPr lang="en-US" altLang="en-US"/>
              <a:pPr>
                <a:defRPr/>
              </a:pPr>
              <a:t>‹#›</a:t>
            </a:fld>
            <a:endParaRPr lang="en-US" altLang="en-US"/>
          </a:p>
        </p:txBody>
      </p:sp>
    </p:spTree>
    <p:extLst>
      <p:ext uri="{BB962C8B-B14F-4D97-AF65-F5344CB8AC3E}">
        <p14:creationId xmlns:p14="http://schemas.microsoft.com/office/powerpoint/2010/main" val="27882157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78600" y="228600"/>
            <a:ext cx="2057400" cy="5829300"/>
          </a:xfrm>
        </p:spPr>
        <p:txBody>
          <a:bodyPr vert="eaVert"/>
          <a:lstStyle/>
          <a:p>
            <a:r>
              <a:rPr lang="en-US"/>
              <a:t>Click to edit Master title style</a:t>
            </a:r>
            <a:endParaRPr lang="en-MY"/>
          </a:p>
        </p:txBody>
      </p:sp>
      <p:sp>
        <p:nvSpPr>
          <p:cNvPr id="3" name="Vertical Text Placeholder 2"/>
          <p:cNvSpPr>
            <a:spLocks noGrp="1"/>
          </p:cNvSpPr>
          <p:nvPr>
            <p:ph type="body" orient="vert" idx="1"/>
          </p:nvPr>
        </p:nvSpPr>
        <p:spPr>
          <a:xfrm>
            <a:off x="406400" y="228600"/>
            <a:ext cx="6019800" cy="582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Rectangle 4">
            <a:extLst>
              <a:ext uri="{FF2B5EF4-FFF2-40B4-BE49-F238E27FC236}">
                <a16:creationId xmlns:a16="http://schemas.microsoft.com/office/drawing/2014/main" id="{B775E50A-665B-7560-5637-211C7D2A570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E20DBE77-9735-E61F-7710-F22551A7327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A2455C4D-8C17-D364-B68B-0FCD1AAE43DE}"/>
              </a:ext>
            </a:extLst>
          </p:cNvPr>
          <p:cNvSpPr>
            <a:spLocks noGrp="1" noChangeArrowheads="1"/>
          </p:cNvSpPr>
          <p:nvPr>
            <p:ph type="sldNum" sz="quarter" idx="12"/>
          </p:nvPr>
        </p:nvSpPr>
        <p:spPr>
          <a:ln/>
        </p:spPr>
        <p:txBody>
          <a:bodyPr/>
          <a:lstStyle>
            <a:lvl1pPr>
              <a:defRPr/>
            </a:lvl1pPr>
          </a:lstStyle>
          <a:p>
            <a:pPr>
              <a:defRPr/>
            </a:pPr>
            <a:fld id="{CB765190-1CEC-495C-82D7-6AC1ECC785FC}" type="slidenum">
              <a:rPr lang="en-US" altLang="en-US"/>
              <a:pPr>
                <a:defRPr/>
              </a:pPr>
              <a:t>‹#›</a:t>
            </a:fld>
            <a:endParaRPr lang="en-US" altLang="en-US"/>
          </a:p>
        </p:txBody>
      </p:sp>
    </p:spTree>
    <p:extLst>
      <p:ext uri="{BB962C8B-B14F-4D97-AF65-F5344CB8AC3E}">
        <p14:creationId xmlns:p14="http://schemas.microsoft.com/office/powerpoint/2010/main" val="26896300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228600"/>
            <a:ext cx="8204200" cy="1143000"/>
          </a:xfrm>
        </p:spPr>
        <p:txBody>
          <a:bodyPr/>
          <a:lstStyle/>
          <a:p>
            <a:r>
              <a:rPr lang="en-US"/>
              <a:t>Click to edit Master title style</a:t>
            </a:r>
            <a:endParaRPr lang="en-MY"/>
          </a:p>
        </p:txBody>
      </p:sp>
      <p:sp>
        <p:nvSpPr>
          <p:cNvPr id="3" name="Text Placeholder 2"/>
          <p:cNvSpPr>
            <a:spLocks noGrp="1"/>
          </p:cNvSpPr>
          <p:nvPr>
            <p:ph type="body" sz="half" idx="1"/>
          </p:nvPr>
        </p:nvSpPr>
        <p:spPr>
          <a:xfrm>
            <a:off x="457200" y="1885950"/>
            <a:ext cx="4013200"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quarter" idx="2"/>
          </p:nvPr>
        </p:nvSpPr>
        <p:spPr>
          <a:xfrm>
            <a:off x="4622800" y="1885950"/>
            <a:ext cx="4013200" cy="2009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Content Placeholder 4"/>
          <p:cNvSpPr>
            <a:spLocks noGrp="1"/>
          </p:cNvSpPr>
          <p:nvPr>
            <p:ph sz="quarter" idx="3"/>
          </p:nvPr>
        </p:nvSpPr>
        <p:spPr>
          <a:xfrm>
            <a:off x="4622800" y="4048125"/>
            <a:ext cx="4013200" cy="2009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Rectangle 4">
            <a:extLst>
              <a:ext uri="{FF2B5EF4-FFF2-40B4-BE49-F238E27FC236}">
                <a16:creationId xmlns:a16="http://schemas.microsoft.com/office/drawing/2014/main" id="{1DDE5F62-3F01-17DB-5E2E-6C5CAFE4E219}"/>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3FB7C434-2788-09E5-279B-F30B2F462562}"/>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A21A85B8-66A0-A4FA-5695-FB382DADA27D}"/>
              </a:ext>
            </a:extLst>
          </p:cNvPr>
          <p:cNvSpPr>
            <a:spLocks noGrp="1" noChangeArrowheads="1"/>
          </p:cNvSpPr>
          <p:nvPr>
            <p:ph type="sldNum" sz="quarter" idx="12"/>
          </p:nvPr>
        </p:nvSpPr>
        <p:spPr>
          <a:ln/>
        </p:spPr>
        <p:txBody>
          <a:bodyPr/>
          <a:lstStyle>
            <a:lvl1pPr>
              <a:defRPr/>
            </a:lvl1pPr>
          </a:lstStyle>
          <a:p>
            <a:pPr>
              <a:defRPr/>
            </a:pPr>
            <a:fld id="{345D6B2B-4480-4EB1-98C5-5AAFC44B1310}" type="slidenum">
              <a:rPr lang="en-US" altLang="en-US"/>
              <a:pPr>
                <a:defRPr/>
              </a:pPr>
              <a:t>‹#›</a:t>
            </a:fld>
            <a:endParaRPr lang="en-US" altLang="en-US"/>
          </a:p>
        </p:txBody>
      </p:sp>
    </p:spTree>
    <p:extLst>
      <p:ext uri="{BB962C8B-B14F-4D97-AF65-F5344CB8AC3E}">
        <p14:creationId xmlns:p14="http://schemas.microsoft.com/office/powerpoint/2010/main" val="32766875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32679-8E89-1490-7521-2FA20003112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MY"/>
          </a:p>
        </p:txBody>
      </p:sp>
      <p:sp>
        <p:nvSpPr>
          <p:cNvPr id="3" name="Subtitle 2">
            <a:extLst>
              <a:ext uri="{FF2B5EF4-FFF2-40B4-BE49-F238E27FC236}">
                <a16:creationId xmlns:a16="http://schemas.microsoft.com/office/drawing/2014/main" id="{65C046BB-0DC0-7E22-9184-559DEE6A6B1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8EC0A8B8-2F68-7A01-4916-056273AAAEE7}"/>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DD0E6DF-39CC-BB97-71D9-A2F7DAF1FC6B}"/>
              </a:ext>
            </a:extLst>
          </p:cNvPr>
          <p:cNvSpPr>
            <a:spLocks noGrp="1"/>
          </p:cNvSpPr>
          <p:nvPr>
            <p:ph type="ftr" sz="quarter" idx="11"/>
          </p:nvPr>
        </p:nvSpPr>
        <p:spPr/>
        <p:txBody>
          <a:bodyPr/>
          <a:lstStyle/>
          <a:p>
            <a:pPr>
              <a:defRPr/>
            </a:pPr>
            <a:endParaRPr lang="en-GB"/>
          </a:p>
        </p:txBody>
      </p:sp>
      <p:sp>
        <p:nvSpPr>
          <p:cNvPr id="6" name="Slide Number Placeholder 5">
            <a:extLst>
              <a:ext uri="{FF2B5EF4-FFF2-40B4-BE49-F238E27FC236}">
                <a16:creationId xmlns:a16="http://schemas.microsoft.com/office/drawing/2014/main" id="{85B028AF-4B15-1779-89E5-501D546A7DCE}"/>
              </a:ext>
            </a:extLst>
          </p:cNvPr>
          <p:cNvSpPr>
            <a:spLocks noGrp="1"/>
          </p:cNvSpPr>
          <p:nvPr>
            <p:ph type="sldNum" sz="quarter" idx="12"/>
          </p:nvPr>
        </p:nvSpPr>
        <p:spPr/>
        <p:txBody>
          <a:bodyPr/>
          <a:lstStyle/>
          <a:p>
            <a:pPr>
              <a:defRPr/>
            </a:pPr>
            <a:fld id="{CD148E37-DFAA-4290-8CDB-8197171D26FC}" type="slidenum">
              <a:rPr lang="en-US" altLang="en-US" smtClean="0"/>
              <a:pPr>
                <a:defRPr/>
              </a:pPr>
              <a:t>‹#›</a:t>
            </a:fld>
            <a:endParaRPr lang="en-US" altLang="en-US"/>
          </a:p>
        </p:txBody>
      </p:sp>
    </p:spTree>
    <p:extLst>
      <p:ext uri="{BB962C8B-B14F-4D97-AF65-F5344CB8AC3E}">
        <p14:creationId xmlns:p14="http://schemas.microsoft.com/office/powerpoint/2010/main" val="6061878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5CD37-61E4-AD22-C27D-6F7013163CC4}"/>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3B3E40FF-4C4D-C057-A924-2C25F221FC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7DA31F41-0ED4-6580-BF8A-921341FD436D}"/>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DD61BD92-5004-B56A-8B1F-02BA529D1317}"/>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A6E2B46-E7EC-B638-2AC1-C03B5D53CA88}"/>
              </a:ext>
            </a:extLst>
          </p:cNvPr>
          <p:cNvSpPr>
            <a:spLocks noGrp="1"/>
          </p:cNvSpPr>
          <p:nvPr>
            <p:ph type="sldNum" sz="quarter" idx="12"/>
          </p:nvPr>
        </p:nvSpPr>
        <p:spPr/>
        <p:txBody>
          <a:bodyPr/>
          <a:lstStyle/>
          <a:p>
            <a:pPr>
              <a:defRPr/>
            </a:pPr>
            <a:fld id="{83E425D1-565D-4F16-B535-31176600B756}" type="slidenum">
              <a:rPr lang="en-US" altLang="en-US" smtClean="0"/>
              <a:pPr>
                <a:defRPr/>
              </a:pPr>
              <a:t>‹#›</a:t>
            </a:fld>
            <a:endParaRPr lang="en-US" altLang="en-US"/>
          </a:p>
        </p:txBody>
      </p:sp>
    </p:spTree>
    <p:extLst>
      <p:ext uri="{BB962C8B-B14F-4D97-AF65-F5344CB8AC3E}">
        <p14:creationId xmlns:p14="http://schemas.microsoft.com/office/powerpoint/2010/main" val="15613067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AD647-8095-7BDA-B71B-E47B0284AB9D}"/>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D9E35142-C34B-B780-D7F4-CA8C6CC4899C}"/>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663258-4D51-A5E3-9A95-E2732FEA64C4}"/>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EA3BA50B-1719-54C3-2DF3-9B3ECBEA9F21}"/>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886585B-C554-3B33-6C8E-A6578FF45758}"/>
              </a:ext>
            </a:extLst>
          </p:cNvPr>
          <p:cNvSpPr>
            <a:spLocks noGrp="1"/>
          </p:cNvSpPr>
          <p:nvPr>
            <p:ph type="sldNum" sz="quarter" idx="12"/>
          </p:nvPr>
        </p:nvSpPr>
        <p:spPr/>
        <p:txBody>
          <a:bodyPr/>
          <a:lstStyle/>
          <a:p>
            <a:pPr>
              <a:defRPr/>
            </a:pPr>
            <a:fld id="{2F109885-6ED5-4FC1-B1A8-411BE2C9250F}" type="slidenum">
              <a:rPr lang="en-US" altLang="en-US" smtClean="0"/>
              <a:pPr>
                <a:defRPr/>
              </a:pPr>
              <a:t>‹#›</a:t>
            </a:fld>
            <a:endParaRPr lang="en-US" altLang="en-US"/>
          </a:p>
        </p:txBody>
      </p:sp>
    </p:spTree>
    <p:extLst>
      <p:ext uri="{BB962C8B-B14F-4D97-AF65-F5344CB8AC3E}">
        <p14:creationId xmlns:p14="http://schemas.microsoft.com/office/powerpoint/2010/main" val="3249178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3AE70-38E2-7AEA-003E-D8F9D8BF54B7}"/>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DDA781EC-1CA9-71B9-B31C-8A1AC98F8838}"/>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AF67A3BC-B87A-FABC-8447-1D74B005EF7A}"/>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0EECC536-CBA0-53DE-B991-ADCFD7E6116F}"/>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D19DEE54-BB77-A16D-2210-D352098A3AA5}"/>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1C4B3D88-FF25-95DD-8352-97ABD140F7AE}"/>
              </a:ext>
            </a:extLst>
          </p:cNvPr>
          <p:cNvSpPr>
            <a:spLocks noGrp="1"/>
          </p:cNvSpPr>
          <p:nvPr>
            <p:ph type="sldNum" sz="quarter" idx="12"/>
          </p:nvPr>
        </p:nvSpPr>
        <p:spPr/>
        <p:txBody>
          <a:bodyPr/>
          <a:lstStyle/>
          <a:p>
            <a:pPr>
              <a:defRPr/>
            </a:pPr>
            <a:fld id="{2805D33C-7025-4564-A2DB-A6281BDF5C01}" type="slidenum">
              <a:rPr lang="en-US" altLang="en-US" smtClean="0"/>
              <a:pPr>
                <a:defRPr/>
              </a:pPr>
              <a:t>‹#›</a:t>
            </a:fld>
            <a:endParaRPr lang="en-US" altLang="en-US"/>
          </a:p>
        </p:txBody>
      </p:sp>
    </p:spTree>
    <p:extLst>
      <p:ext uri="{BB962C8B-B14F-4D97-AF65-F5344CB8AC3E}">
        <p14:creationId xmlns:p14="http://schemas.microsoft.com/office/powerpoint/2010/main" val="35708050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8F75D-2264-70ED-F102-6CFE938DFE98}"/>
              </a:ext>
            </a:extLst>
          </p:cNvPr>
          <p:cNvSpPr>
            <a:spLocks noGrp="1"/>
          </p:cNvSpPr>
          <p:nvPr>
            <p:ph type="title"/>
          </p:nvPr>
        </p:nvSpPr>
        <p:spPr>
          <a:xfrm>
            <a:off x="629841" y="365126"/>
            <a:ext cx="78867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5FD06C18-1159-8C25-F00B-C590C93B7853}"/>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5EAF322-F321-0D7A-9452-02A01516D58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F80E2E34-75B3-0552-7AED-3079FE80FE8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774DC31-76D6-640F-F768-CF29E1FD16E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1E73A715-D0B9-C6A2-EEA2-3A36BECF4B76}"/>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BB5625DB-34C2-3B3B-686E-3FFCF1847CF1}"/>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3CF88069-3383-2E3A-2DE8-A7CF09DD36FE}"/>
              </a:ext>
            </a:extLst>
          </p:cNvPr>
          <p:cNvSpPr>
            <a:spLocks noGrp="1"/>
          </p:cNvSpPr>
          <p:nvPr>
            <p:ph type="sldNum" sz="quarter" idx="12"/>
          </p:nvPr>
        </p:nvSpPr>
        <p:spPr/>
        <p:txBody>
          <a:bodyPr/>
          <a:lstStyle/>
          <a:p>
            <a:pPr>
              <a:defRPr/>
            </a:pPr>
            <a:fld id="{6E5383B9-0038-481D-A2F6-D00AD179745A}" type="slidenum">
              <a:rPr lang="en-US" altLang="en-US" smtClean="0"/>
              <a:pPr>
                <a:defRPr/>
              </a:pPr>
              <a:t>‹#›</a:t>
            </a:fld>
            <a:endParaRPr lang="en-US" altLang="en-US"/>
          </a:p>
        </p:txBody>
      </p:sp>
    </p:spTree>
    <p:extLst>
      <p:ext uri="{BB962C8B-B14F-4D97-AF65-F5344CB8AC3E}">
        <p14:creationId xmlns:p14="http://schemas.microsoft.com/office/powerpoint/2010/main" val="14031407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0ED9C-8EA9-EC66-0072-75E9F2CEF3E6}"/>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C483AB61-5E2B-27E8-FE34-1311F7321C84}"/>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DC7D82E7-C1B1-3752-E7EE-F0AB30FCE7D7}"/>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6EE14A3B-0B7E-971D-0B7D-0AA26BD29042}"/>
              </a:ext>
            </a:extLst>
          </p:cNvPr>
          <p:cNvSpPr>
            <a:spLocks noGrp="1"/>
          </p:cNvSpPr>
          <p:nvPr>
            <p:ph type="sldNum" sz="quarter" idx="12"/>
          </p:nvPr>
        </p:nvSpPr>
        <p:spPr/>
        <p:txBody>
          <a:bodyPr/>
          <a:lstStyle/>
          <a:p>
            <a:pPr>
              <a:defRPr/>
            </a:pPr>
            <a:fld id="{0E1C930F-0E50-4C5A-9F5E-19A1B4637382}" type="slidenum">
              <a:rPr lang="en-US" altLang="en-US" smtClean="0"/>
              <a:pPr>
                <a:defRPr/>
              </a:pPr>
              <a:t>‹#›</a:t>
            </a:fld>
            <a:endParaRPr lang="en-US" altLang="en-US"/>
          </a:p>
        </p:txBody>
      </p:sp>
    </p:spTree>
    <p:extLst>
      <p:ext uri="{BB962C8B-B14F-4D97-AF65-F5344CB8AC3E}">
        <p14:creationId xmlns:p14="http://schemas.microsoft.com/office/powerpoint/2010/main" val="864783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8BE13A-0AC8-1650-51F5-912EEF73A866}"/>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E5CFEF7C-69F1-47DB-D918-02BAA6F51123}"/>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592C8296-C1DB-DDB6-85AD-6D19EB6CC362}"/>
              </a:ext>
            </a:extLst>
          </p:cNvPr>
          <p:cNvSpPr>
            <a:spLocks noGrp="1"/>
          </p:cNvSpPr>
          <p:nvPr>
            <p:ph type="sldNum" sz="quarter" idx="12"/>
          </p:nvPr>
        </p:nvSpPr>
        <p:spPr/>
        <p:txBody>
          <a:bodyPr/>
          <a:lstStyle/>
          <a:p>
            <a:pPr>
              <a:defRPr/>
            </a:pPr>
            <a:fld id="{3E07A919-8DD9-45D9-8909-2931A099B072}" type="slidenum">
              <a:rPr lang="en-US" altLang="en-US" smtClean="0"/>
              <a:pPr>
                <a:defRPr/>
              </a:pPr>
              <a:t>‹#›</a:t>
            </a:fld>
            <a:endParaRPr lang="en-US" altLang="en-US"/>
          </a:p>
        </p:txBody>
      </p:sp>
    </p:spTree>
    <p:extLst>
      <p:ext uri="{BB962C8B-B14F-4D97-AF65-F5344CB8AC3E}">
        <p14:creationId xmlns:p14="http://schemas.microsoft.com/office/powerpoint/2010/main" val="30779225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6CF78-6B74-9F33-4008-A44F688D19E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80F71706-715E-AAC8-330D-9E62F578BD11}"/>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1CF7ABC3-B135-4362-9FF8-C2C462E498A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B14B821-A0F9-A7D3-60A9-5F1B1893EA58}"/>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794DF87B-6F4A-3680-6864-78E180C48640}"/>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A0E6A3C7-2631-CBCC-5588-E5DE9A0C34E4}"/>
              </a:ext>
            </a:extLst>
          </p:cNvPr>
          <p:cNvSpPr>
            <a:spLocks noGrp="1"/>
          </p:cNvSpPr>
          <p:nvPr>
            <p:ph type="sldNum" sz="quarter" idx="12"/>
          </p:nvPr>
        </p:nvSpPr>
        <p:spPr/>
        <p:txBody>
          <a:bodyPr/>
          <a:lstStyle/>
          <a:p>
            <a:pPr>
              <a:defRPr/>
            </a:pPr>
            <a:fld id="{2B24AB6C-9762-4A38-AEA6-C734029FB467}" type="slidenum">
              <a:rPr lang="en-US" altLang="en-US" smtClean="0"/>
              <a:pPr>
                <a:defRPr/>
              </a:pPr>
              <a:t>‹#›</a:t>
            </a:fld>
            <a:endParaRPr lang="en-US" altLang="en-US"/>
          </a:p>
        </p:txBody>
      </p:sp>
    </p:spTree>
    <p:extLst>
      <p:ext uri="{BB962C8B-B14F-4D97-AF65-F5344CB8AC3E}">
        <p14:creationId xmlns:p14="http://schemas.microsoft.com/office/powerpoint/2010/main" val="13314415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91C20-31A9-8841-6631-A8D6F80BA10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04393271-DA9B-7C4B-C0CE-3839097BE613}"/>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MY"/>
          </a:p>
        </p:txBody>
      </p:sp>
      <p:sp>
        <p:nvSpPr>
          <p:cNvPr id="4" name="Text Placeholder 3">
            <a:extLst>
              <a:ext uri="{FF2B5EF4-FFF2-40B4-BE49-F238E27FC236}">
                <a16:creationId xmlns:a16="http://schemas.microsoft.com/office/drawing/2014/main" id="{6692C469-E61D-898A-8B30-7410E25EBC2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0AB9AE-F280-D48B-22B9-471696666D29}"/>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4C76C80-4899-D7C7-87D7-A37CB308FD7D}"/>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449E04C0-4BD3-63E7-60A0-D5D4E2B67723}"/>
              </a:ext>
            </a:extLst>
          </p:cNvPr>
          <p:cNvSpPr>
            <a:spLocks noGrp="1"/>
          </p:cNvSpPr>
          <p:nvPr>
            <p:ph type="sldNum" sz="quarter" idx="12"/>
          </p:nvPr>
        </p:nvSpPr>
        <p:spPr/>
        <p:txBody>
          <a:bodyPr/>
          <a:lstStyle/>
          <a:p>
            <a:pPr>
              <a:defRPr/>
            </a:pPr>
            <a:fld id="{EB89B76A-A4FD-4EC8-876A-5F4B6F0045BC}" type="slidenum">
              <a:rPr lang="en-US" altLang="en-US" smtClean="0"/>
              <a:pPr>
                <a:defRPr/>
              </a:pPr>
              <a:t>‹#›</a:t>
            </a:fld>
            <a:endParaRPr lang="en-US" altLang="en-US"/>
          </a:p>
        </p:txBody>
      </p:sp>
    </p:spTree>
    <p:extLst>
      <p:ext uri="{BB962C8B-B14F-4D97-AF65-F5344CB8AC3E}">
        <p14:creationId xmlns:p14="http://schemas.microsoft.com/office/powerpoint/2010/main" val="163590054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1F7C5-285A-A7B2-196D-A847D0879742}"/>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A1B2FE76-4E1D-5EB6-24DA-85D708842B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58A81B3C-CC0B-F81D-D744-3281BD4ACA2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46C665FB-9DF0-00F4-B74F-720896C7D369}"/>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3E39F111-FC7D-4F1A-9F78-DFFF7D7B7466}"/>
              </a:ext>
            </a:extLst>
          </p:cNvPr>
          <p:cNvSpPr>
            <a:spLocks noGrp="1"/>
          </p:cNvSpPr>
          <p:nvPr>
            <p:ph type="sldNum" sz="quarter" idx="12"/>
          </p:nvPr>
        </p:nvSpPr>
        <p:spPr/>
        <p:txBody>
          <a:bodyPr/>
          <a:lstStyle/>
          <a:p>
            <a:pPr>
              <a:defRPr/>
            </a:pPr>
            <a:fld id="{AF73D9C2-8D01-46D1-A23C-BFB2824B1554}" type="slidenum">
              <a:rPr lang="en-US" altLang="en-US" smtClean="0"/>
              <a:pPr>
                <a:defRPr/>
              </a:pPr>
              <a:t>‹#›</a:t>
            </a:fld>
            <a:endParaRPr lang="en-US" altLang="en-US"/>
          </a:p>
        </p:txBody>
      </p:sp>
    </p:spTree>
    <p:extLst>
      <p:ext uri="{BB962C8B-B14F-4D97-AF65-F5344CB8AC3E}">
        <p14:creationId xmlns:p14="http://schemas.microsoft.com/office/powerpoint/2010/main" val="291646211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E7038F-C422-9285-D150-6416F6A1E628}"/>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7E0FFA0F-48C2-5433-3B56-E681730999FB}"/>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0BDE8BD8-FAF5-2394-CB79-1803C32DDD5F}"/>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AB07F58F-C0F4-C5D1-F9FD-57CFB00B3928}"/>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2F29E983-F0B7-EFB7-8D64-ED91A750238C}"/>
              </a:ext>
            </a:extLst>
          </p:cNvPr>
          <p:cNvSpPr>
            <a:spLocks noGrp="1"/>
          </p:cNvSpPr>
          <p:nvPr>
            <p:ph type="sldNum" sz="quarter" idx="12"/>
          </p:nvPr>
        </p:nvSpPr>
        <p:spPr/>
        <p:txBody>
          <a:bodyPr/>
          <a:lstStyle/>
          <a:p>
            <a:pPr>
              <a:defRPr/>
            </a:pPr>
            <a:fld id="{BEEB91E2-F912-44B4-90BD-7021EF5ABF16}" type="slidenum">
              <a:rPr lang="en-US" altLang="en-US" smtClean="0"/>
              <a:pPr>
                <a:defRPr/>
              </a:pPr>
              <a:t>‹#›</a:t>
            </a:fld>
            <a:endParaRPr lang="en-US" altLang="en-US"/>
          </a:p>
        </p:txBody>
      </p:sp>
    </p:spTree>
    <p:extLst>
      <p:ext uri="{BB962C8B-B14F-4D97-AF65-F5344CB8AC3E}">
        <p14:creationId xmlns:p14="http://schemas.microsoft.com/office/powerpoint/2010/main" val="42222224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228600"/>
            <a:ext cx="8204200" cy="1143000"/>
          </a:xfrm>
        </p:spPr>
        <p:txBody>
          <a:bodyPr/>
          <a:lstStyle/>
          <a:p>
            <a:r>
              <a:rPr lang="en-US"/>
              <a:t>Click to edit Master title style</a:t>
            </a:r>
            <a:endParaRPr lang="en-MY"/>
          </a:p>
        </p:txBody>
      </p:sp>
      <p:sp>
        <p:nvSpPr>
          <p:cNvPr id="3" name="Text Placeholder 2"/>
          <p:cNvSpPr>
            <a:spLocks noGrp="1"/>
          </p:cNvSpPr>
          <p:nvPr>
            <p:ph type="body" sz="half" idx="1"/>
          </p:nvPr>
        </p:nvSpPr>
        <p:spPr>
          <a:xfrm>
            <a:off x="457200" y="1885950"/>
            <a:ext cx="4013200"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quarter" idx="2"/>
          </p:nvPr>
        </p:nvSpPr>
        <p:spPr>
          <a:xfrm>
            <a:off x="4622800" y="1885950"/>
            <a:ext cx="4013200" cy="2009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Content Placeholder 4"/>
          <p:cNvSpPr>
            <a:spLocks noGrp="1"/>
          </p:cNvSpPr>
          <p:nvPr>
            <p:ph sz="quarter" idx="3"/>
          </p:nvPr>
        </p:nvSpPr>
        <p:spPr>
          <a:xfrm>
            <a:off x="4622800" y="4048125"/>
            <a:ext cx="4013200" cy="2009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Rectangle 4">
            <a:extLst>
              <a:ext uri="{FF2B5EF4-FFF2-40B4-BE49-F238E27FC236}">
                <a16:creationId xmlns:a16="http://schemas.microsoft.com/office/drawing/2014/main" id="{A84720F2-8721-C169-6935-429B809E16A6}"/>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3DA136F0-4065-E351-B41E-01FC0717488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6972136B-6F9C-510C-C697-A0DC6D12F5D2}"/>
              </a:ext>
            </a:extLst>
          </p:cNvPr>
          <p:cNvSpPr>
            <a:spLocks noGrp="1" noChangeArrowheads="1"/>
          </p:cNvSpPr>
          <p:nvPr>
            <p:ph type="sldNum" sz="quarter" idx="12"/>
          </p:nvPr>
        </p:nvSpPr>
        <p:spPr>
          <a:ln/>
        </p:spPr>
        <p:txBody>
          <a:bodyPr/>
          <a:lstStyle>
            <a:lvl1pPr>
              <a:defRPr/>
            </a:lvl1pPr>
          </a:lstStyle>
          <a:p>
            <a:pPr>
              <a:defRPr/>
            </a:pPr>
            <a:fld id="{CED289CC-678F-4DC9-BA1C-96D802BEE467}" type="slidenum">
              <a:rPr lang="en-US" altLang="en-US"/>
              <a:pPr>
                <a:defRPr/>
              </a:pPr>
              <a:t>‹#›</a:t>
            </a:fld>
            <a:endParaRPr lang="en-US" altLang="en-US"/>
          </a:p>
        </p:txBody>
      </p:sp>
    </p:spTree>
    <p:extLst>
      <p:ext uri="{BB962C8B-B14F-4D97-AF65-F5344CB8AC3E}">
        <p14:creationId xmlns:p14="http://schemas.microsoft.com/office/powerpoint/2010/main" val="23904892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32679-8E89-1490-7521-2FA20003112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MY"/>
          </a:p>
        </p:txBody>
      </p:sp>
      <p:sp>
        <p:nvSpPr>
          <p:cNvPr id="3" name="Subtitle 2">
            <a:extLst>
              <a:ext uri="{FF2B5EF4-FFF2-40B4-BE49-F238E27FC236}">
                <a16:creationId xmlns:a16="http://schemas.microsoft.com/office/drawing/2014/main" id="{65C046BB-0DC0-7E22-9184-559DEE6A6B1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8EC0A8B8-2F68-7A01-4916-056273AAAEE7}"/>
              </a:ext>
            </a:extLst>
          </p:cNvPr>
          <p:cNvSpPr>
            <a:spLocks noGrp="1"/>
          </p:cNvSpPr>
          <p:nvPr>
            <p:ph type="dt" sz="half" idx="10"/>
          </p:nvPr>
        </p:nvSpPr>
        <p:spPr/>
        <p:txBody>
          <a:bodyPr/>
          <a:lstStyle/>
          <a:p>
            <a:pPr>
              <a:defRPr/>
            </a:pPr>
            <a:fld id="{6854162F-B69E-4171-BF23-35499D0794C1}" type="datetime1">
              <a:rPr lang="en-GB" smtClean="0"/>
              <a:pPr>
                <a:defRPr/>
              </a:pPr>
              <a:t>04/10/2025</a:t>
            </a:fld>
            <a:endParaRPr lang="en-GB"/>
          </a:p>
        </p:txBody>
      </p:sp>
      <p:sp>
        <p:nvSpPr>
          <p:cNvPr id="5" name="Footer Placeholder 4">
            <a:extLst>
              <a:ext uri="{FF2B5EF4-FFF2-40B4-BE49-F238E27FC236}">
                <a16:creationId xmlns:a16="http://schemas.microsoft.com/office/drawing/2014/main" id="{8DD0E6DF-39CC-BB97-71D9-A2F7DAF1FC6B}"/>
              </a:ext>
            </a:extLst>
          </p:cNvPr>
          <p:cNvSpPr>
            <a:spLocks noGrp="1"/>
          </p:cNvSpPr>
          <p:nvPr>
            <p:ph type="ftr" sz="quarter" idx="11"/>
          </p:nvPr>
        </p:nvSpPr>
        <p:spPr/>
        <p:txBody>
          <a:bodyPr/>
          <a:lstStyle/>
          <a:p>
            <a:pPr>
              <a:defRPr/>
            </a:pPr>
            <a:r>
              <a:rPr lang="en-US"/>
              <a:t>USM Data Science Certificate Program for JABIL</a:t>
            </a:r>
            <a:endParaRPr lang="en-GB"/>
          </a:p>
        </p:txBody>
      </p:sp>
      <p:sp>
        <p:nvSpPr>
          <p:cNvPr id="6" name="Slide Number Placeholder 5">
            <a:extLst>
              <a:ext uri="{FF2B5EF4-FFF2-40B4-BE49-F238E27FC236}">
                <a16:creationId xmlns:a16="http://schemas.microsoft.com/office/drawing/2014/main" id="{85B028AF-4B15-1779-89E5-501D546A7DCE}"/>
              </a:ext>
            </a:extLst>
          </p:cNvPr>
          <p:cNvSpPr>
            <a:spLocks noGrp="1"/>
          </p:cNvSpPr>
          <p:nvPr>
            <p:ph type="sldNum" sz="quarter" idx="12"/>
          </p:nvPr>
        </p:nvSpPr>
        <p:spPr/>
        <p:txBody>
          <a:bodyPr/>
          <a:lstStyle/>
          <a:p>
            <a:pPr>
              <a:defRPr/>
            </a:pPr>
            <a:fld id="{DA5BEE3D-88A1-4512-AC63-29D64C775EDD}" type="slidenum">
              <a:rPr lang="en-GB" altLang="en-US" smtClean="0"/>
              <a:pPr>
                <a:defRPr/>
              </a:pPr>
              <a:t>‹#›</a:t>
            </a:fld>
            <a:endParaRPr lang="en-GB" altLang="en-US"/>
          </a:p>
        </p:txBody>
      </p:sp>
      <p:sp>
        <p:nvSpPr>
          <p:cNvPr id="7" name="Rectangle 6">
            <a:extLst>
              <a:ext uri="{FF2B5EF4-FFF2-40B4-BE49-F238E27FC236}">
                <a16:creationId xmlns:a16="http://schemas.microsoft.com/office/drawing/2014/main" id="{3D41F7ED-BE5B-371C-D394-916A4B44AE18}"/>
              </a:ext>
            </a:extLst>
          </p:cNvPr>
          <p:cNvSpPr/>
          <p:nvPr userDrawn="1"/>
        </p:nvSpPr>
        <p:spPr>
          <a:xfrm>
            <a:off x="-17463" y="3657600"/>
            <a:ext cx="9161463" cy="1600200"/>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en-US" sz="1800">
              <a:solidFill>
                <a:prstClr val="white"/>
              </a:solidFill>
            </a:endParaRPr>
          </a:p>
        </p:txBody>
      </p:sp>
      <p:sp>
        <p:nvSpPr>
          <p:cNvPr id="8" name="Rectangle 7">
            <a:extLst>
              <a:ext uri="{FF2B5EF4-FFF2-40B4-BE49-F238E27FC236}">
                <a16:creationId xmlns:a16="http://schemas.microsoft.com/office/drawing/2014/main" id="{11E8B5E2-7B8E-EB99-4C67-B68A480EB5C9}"/>
              </a:ext>
            </a:extLst>
          </p:cNvPr>
          <p:cNvSpPr/>
          <p:nvPr userDrawn="1"/>
        </p:nvSpPr>
        <p:spPr>
          <a:xfrm>
            <a:off x="-17463" y="1371600"/>
            <a:ext cx="9161463" cy="2286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en-US" sz="1800">
              <a:solidFill>
                <a:prstClr val="white"/>
              </a:solidFill>
            </a:endParaRPr>
          </a:p>
        </p:txBody>
      </p:sp>
      <p:pic>
        <p:nvPicPr>
          <p:cNvPr id="9" name="Picture 3" descr="C:\Users\akmal104041\Desktop\Image Library\lamp.png">
            <a:extLst>
              <a:ext uri="{FF2B5EF4-FFF2-40B4-BE49-F238E27FC236}">
                <a16:creationId xmlns:a16="http://schemas.microsoft.com/office/drawing/2014/main" id="{62C3769D-C4E5-1981-9B68-597BFD40506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702425" y="0"/>
            <a:ext cx="2441575" cy="264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1" descr="C:\Users\Zarul\Desktop\logo USM APEX (A4).jpg">
            <a:extLst>
              <a:ext uri="{FF2B5EF4-FFF2-40B4-BE49-F238E27FC236}">
                <a16:creationId xmlns:a16="http://schemas.microsoft.com/office/drawing/2014/main" id="{A7E4667D-8C52-0A62-DB06-EB53A7B0B6AE}"/>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79388" y="260350"/>
            <a:ext cx="273685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a:extLst>
              <a:ext uri="{FF2B5EF4-FFF2-40B4-BE49-F238E27FC236}">
                <a16:creationId xmlns:a16="http://schemas.microsoft.com/office/drawing/2014/main" id="{385074A9-4C3F-52D9-5F01-B10CA6290248}"/>
              </a:ext>
            </a:extLst>
          </p:cNvPr>
          <p:cNvSpPr/>
          <p:nvPr userDrawn="1"/>
        </p:nvSpPr>
        <p:spPr>
          <a:xfrm>
            <a:off x="0" y="1371600"/>
            <a:ext cx="1763713" cy="5486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en-US" sz="1800">
              <a:solidFill>
                <a:prstClr val="white"/>
              </a:solidFill>
            </a:endParaRPr>
          </a:p>
        </p:txBody>
      </p:sp>
    </p:spTree>
    <p:extLst>
      <p:ext uri="{BB962C8B-B14F-4D97-AF65-F5344CB8AC3E}">
        <p14:creationId xmlns:p14="http://schemas.microsoft.com/office/powerpoint/2010/main" val="37606810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5CD37-61E4-AD22-C27D-6F7013163CC4}"/>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3B3E40FF-4C4D-C057-A924-2C25F221FC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7DA31F41-0ED4-6580-BF8A-921341FD436D}"/>
              </a:ext>
            </a:extLst>
          </p:cNvPr>
          <p:cNvSpPr>
            <a:spLocks noGrp="1"/>
          </p:cNvSpPr>
          <p:nvPr>
            <p:ph type="dt" sz="half" idx="10"/>
          </p:nvPr>
        </p:nvSpPr>
        <p:spPr/>
        <p:txBody>
          <a:bodyPr/>
          <a:lstStyle/>
          <a:p>
            <a:pPr>
              <a:defRPr/>
            </a:pPr>
            <a:fld id="{3EF63916-40D8-41CF-A4A8-51D59601DD76}" type="datetime1">
              <a:rPr lang="en-GB" smtClean="0"/>
              <a:pPr>
                <a:defRPr/>
              </a:pPr>
              <a:t>04/10/2025</a:t>
            </a:fld>
            <a:endParaRPr lang="en-GB" dirty="0"/>
          </a:p>
        </p:txBody>
      </p:sp>
      <p:sp>
        <p:nvSpPr>
          <p:cNvPr id="5" name="Footer Placeholder 4">
            <a:extLst>
              <a:ext uri="{FF2B5EF4-FFF2-40B4-BE49-F238E27FC236}">
                <a16:creationId xmlns:a16="http://schemas.microsoft.com/office/drawing/2014/main" id="{DD61BD92-5004-B56A-8B1F-02BA529D1317}"/>
              </a:ext>
            </a:extLst>
          </p:cNvPr>
          <p:cNvSpPr>
            <a:spLocks noGrp="1"/>
          </p:cNvSpPr>
          <p:nvPr>
            <p:ph type="ftr" sz="quarter" idx="11"/>
          </p:nvPr>
        </p:nvSpPr>
        <p:spPr/>
        <p:txBody>
          <a:bodyPr/>
          <a:lstStyle/>
          <a:p>
            <a:pPr>
              <a:defRPr/>
            </a:pPr>
            <a:r>
              <a:rPr lang="en-US"/>
              <a:t>USM Data Science Certificate Program for JABIL</a:t>
            </a:r>
            <a:endParaRPr lang="en-GB"/>
          </a:p>
        </p:txBody>
      </p:sp>
      <p:sp>
        <p:nvSpPr>
          <p:cNvPr id="6" name="Slide Number Placeholder 5">
            <a:extLst>
              <a:ext uri="{FF2B5EF4-FFF2-40B4-BE49-F238E27FC236}">
                <a16:creationId xmlns:a16="http://schemas.microsoft.com/office/drawing/2014/main" id="{BA6E2B46-E7EC-B638-2AC1-C03B5D53CA88}"/>
              </a:ext>
            </a:extLst>
          </p:cNvPr>
          <p:cNvSpPr>
            <a:spLocks noGrp="1"/>
          </p:cNvSpPr>
          <p:nvPr>
            <p:ph type="sldNum" sz="quarter" idx="12"/>
          </p:nvPr>
        </p:nvSpPr>
        <p:spPr/>
        <p:txBody>
          <a:bodyPr/>
          <a:lstStyle/>
          <a:p>
            <a:pPr>
              <a:defRPr/>
            </a:pPr>
            <a:fld id="{D3F09DDD-0CFF-40A2-AF0B-10AA1CAECBAF}" type="slidenum">
              <a:rPr lang="en-GB" altLang="en-US" smtClean="0"/>
              <a:pPr>
                <a:defRPr/>
              </a:pPr>
              <a:t>‹#›</a:t>
            </a:fld>
            <a:endParaRPr lang="en-GB" altLang="en-US"/>
          </a:p>
        </p:txBody>
      </p:sp>
    </p:spTree>
    <p:extLst>
      <p:ext uri="{BB962C8B-B14F-4D97-AF65-F5344CB8AC3E}">
        <p14:creationId xmlns:p14="http://schemas.microsoft.com/office/powerpoint/2010/main" val="15077189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AD647-8095-7BDA-B71B-E47B0284AB9D}"/>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D9E35142-C34B-B780-D7F4-CA8C6CC4899C}"/>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663258-4D51-A5E3-9A95-E2732FEA64C4}"/>
              </a:ext>
            </a:extLst>
          </p:cNvPr>
          <p:cNvSpPr>
            <a:spLocks noGrp="1"/>
          </p:cNvSpPr>
          <p:nvPr>
            <p:ph type="dt" sz="half" idx="10"/>
          </p:nvPr>
        </p:nvSpPr>
        <p:spPr/>
        <p:txBody>
          <a:bodyPr/>
          <a:lstStyle/>
          <a:p>
            <a:pPr>
              <a:defRPr/>
            </a:pPr>
            <a:fld id="{13F50876-3B59-4F17-9C15-0690FA3862F4}" type="datetime1">
              <a:rPr lang="en-GB" smtClean="0"/>
              <a:pPr>
                <a:defRPr/>
              </a:pPr>
              <a:t>04/10/2025</a:t>
            </a:fld>
            <a:endParaRPr lang="en-GB"/>
          </a:p>
        </p:txBody>
      </p:sp>
      <p:sp>
        <p:nvSpPr>
          <p:cNvPr id="5" name="Footer Placeholder 4">
            <a:extLst>
              <a:ext uri="{FF2B5EF4-FFF2-40B4-BE49-F238E27FC236}">
                <a16:creationId xmlns:a16="http://schemas.microsoft.com/office/drawing/2014/main" id="{EA3BA50B-1719-54C3-2DF3-9B3ECBEA9F21}"/>
              </a:ext>
            </a:extLst>
          </p:cNvPr>
          <p:cNvSpPr>
            <a:spLocks noGrp="1"/>
          </p:cNvSpPr>
          <p:nvPr>
            <p:ph type="ftr" sz="quarter" idx="11"/>
          </p:nvPr>
        </p:nvSpPr>
        <p:spPr/>
        <p:txBody>
          <a:bodyPr/>
          <a:lstStyle/>
          <a:p>
            <a:pPr>
              <a:defRPr/>
            </a:pPr>
            <a:endParaRPr lang="en-GB"/>
          </a:p>
        </p:txBody>
      </p:sp>
      <p:sp>
        <p:nvSpPr>
          <p:cNvPr id="6" name="Slide Number Placeholder 5">
            <a:extLst>
              <a:ext uri="{FF2B5EF4-FFF2-40B4-BE49-F238E27FC236}">
                <a16:creationId xmlns:a16="http://schemas.microsoft.com/office/drawing/2014/main" id="{C886585B-C554-3B33-6C8E-A6578FF45758}"/>
              </a:ext>
            </a:extLst>
          </p:cNvPr>
          <p:cNvSpPr>
            <a:spLocks noGrp="1"/>
          </p:cNvSpPr>
          <p:nvPr>
            <p:ph type="sldNum" sz="quarter" idx="12"/>
          </p:nvPr>
        </p:nvSpPr>
        <p:spPr/>
        <p:txBody>
          <a:bodyPr/>
          <a:lstStyle/>
          <a:p>
            <a:pPr>
              <a:defRPr/>
            </a:pPr>
            <a:fld id="{1EC4D4E5-611F-4C50-B1D4-3A1DDC37A3DC}" type="slidenum">
              <a:rPr lang="en-GB" altLang="en-US" smtClean="0"/>
              <a:pPr>
                <a:defRPr/>
              </a:pPr>
              <a:t>‹#›</a:t>
            </a:fld>
            <a:endParaRPr lang="en-GB" altLang="en-US"/>
          </a:p>
        </p:txBody>
      </p:sp>
    </p:spTree>
    <p:extLst>
      <p:ext uri="{BB962C8B-B14F-4D97-AF65-F5344CB8AC3E}">
        <p14:creationId xmlns:p14="http://schemas.microsoft.com/office/powerpoint/2010/main" val="382255315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3AE70-38E2-7AEA-003E-D8F9D8BF54B7}"/>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DDA781EC-1CA9-71B9-B31C-8A1AC98F8838}"/>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AF67A3BC-B87A-FABC-8447-1D74B005EF7A}"/>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0EECC536-CBA0-53DE-B991-ADCFD7E6116F}"/>
              </a:ext>
            </a:extLst>
          </p:cNvPr>
          <p:cNvSpPr>
            <a:spLocks noGrp="1"/>
          </p:cNvSpPr>
          <p:nvPr>
            <p:ph type="dt" sz="half" idx="10"/>
          </p:nvPr>
        </p:nvSpPr>
        <p:spPr/>
        <p:txBody>
          <a:bodyPr/>
          <a:lstStyle/>
          <a:p>
            <a:pPr>
              <a:defRPr/>
            </a:pPr>
            <a:fld id="{1197D6B8-C746-4736-9E1B-BC12230B1A3D}" type="datetime1">
              <a:rPr lang="en-GB" smtClean="0"/>
              <a:pPr>
                <a:defRPr/>
              </a:pPr>
              <a:t>04/10/2025</a:t>
            </a:fld>
            <a:endParaRPr lang="en-GB"/>
          </a:p>
        </p:txBody>
      </p:sp>
      <p:sp>
        <p:nvSpPr>
          <p:cNvPr id="6" name="Footer Placeholder 5">
            <a:extLst>
              <a:ext uri="{FF2B5EF4-FFF2-40B4-BE49-F238E27FC236}">
                <a16:creationId xmlns:a16="http://schemas.microsoft.com/office/drawing/2014/main" id="{D19DEE54-BB77-A16D-2210-D352098A3AA5}"/>
              </a:ext>
            </a:extLst>
          </p:cNvPr>
          <p:cNvSpPr>
            <a:spLocks noGrp="1"/>
          </p:cNvSpPr>
          <p:nvPr>
            <p:ph type="ftr" sz="quarter" idx="11"/>
          </p:nvPr>
        </p:nvSpPr>
        <p:spPr/>
        <p:txBody>
          <a:bodyPr/>
          <a:lstStyle/>
          <a:p>
            <a:pPr>
              <a:defRPr/>
            </a:pPr>
            <a:endParaRPr lang="en-GB"/>
          </a:p>
        </p:txBody>
      </p:sp>
      <p:sp>
        <p:nvSpPr>
          <p:cNvPr id="7" name="Slide Number Placeholder 6">
            <a:extLst>
              <a:ext uri="{FF2B5EF4-FFF2-40B4-BE49-F238E27FC236}">
                <a16:creationId xmlns:a16="http://schemas.microsoft.com/office/drawing/2014/main" id="{1C4B3D88-FF25-95DD-8352-97ABD140F7AE}"/>
              </a:ext>
            </a:extLst>
          </p:cNvPr>
          <p:cNvSpPr>
            <a:spLocks noGrp="1"/>
          </p:cNvSpPr>
          <p:nvPr>
            <p:ph type="sldNum" sz="quarter" idx="12"/>
          </p:nvPr>
        </p:nvSpPr>
        <p:spPr/>
        <p:txBody>
          <a:bodyPr/>
          <a:lstStyle/>
          <a:p>
            <a:pPr>
              <a:defRPr/>
            </a:pPr>
            <a:fld id="{63428D43-00EB-4028-9857-74FF722B06BF}" type="slidenum">
              <a:rPr lang="en-GB" altLang="en-US" smtClean="0"/>
              <a:pPr>
                <a:defRPr/>
              </a:pPr>
              <a:t>‹#›</a:t>
            </a:fld>
            <a:endParaRPr lang="en-GB" altLang="en-US"/>
          </a:p>
        </p:txBody>
      </p:sp>
    </p:spTree>
    <p:extLst>
      <p:ext uri="{BB962C8B-B14F-4D97-AF65-F5344CB8AC3E}">
        <p14:creationId xmlns:p14="http://schemas.microsoft.com/office/powerpoint/2010/main" val="80244316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8F75D-2264-70ED-F102-6CFE938DFE98}"/>
              </a:ext>
            </a:extLst>
          </p:cNvPr>
          <p:cNvSpPr>
            <a:spLocks noGrp="1"/>
          </p:cNvSpPr>
          <p:nvPr>
            <p:ph type="title"/>
          </p:nvPr>
        </p:nvSpPr>
        <p:spPr>
          <a:xfrm>
            <a:off x="629841" y="365126"/>
            <a:ext cx="78867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5FD06C18-1159-8C25-F00B-C590C93B7853}"/>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5EAF322-F321-0D7A-9452-02A01516D58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F80E2E34-75B3-0552-7AED-3079FE80FE8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774DC31-76D6-640F-F768-CF29E1FD16E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1E73A715-D0B9-C6A2-EEA2-3A36BECF4B76}"/>
              </a:ext>
            </a:extLst>
          </p:cNvPr>
          <p:cNvSpPr>
            <a:spLocks noGrp="1"/>
          </p:cNvSpPr>
          <p:nvPr>
            <p:ph type="dt" sz="half" idx="10"/>
          </p:nvPr>
        </p:nvSpPr>
        <p:spPr/>
        <p:txBody>
          <a:bodyPr/>
          <a:lstStyle/>
          <a:p>
            <a:pPr>
              <a:defRPr/>
            </a:pPr>
            <a:fld id="{DDF611D1-19AC-4D6B-941F-CD6F4CCFA340}" type="datetime1">
              <a:rPr lang="en-GB" smtClean="0"/>
              <a:pPr>
                <a:defRPr/>
              </a:pPr>
              <a:t>04/10/2025</a:t>
            </a:fld>
            <a:endParaRPr lang="en-GB"/>
          </a:p>
        </p:txBody>
      </p:sp>
      <p:sp>
        <p:nvSpPr>
          <p:cNvPr id="8" name="Footer Placeholder 7">
            <a:extLst>
              <a:ext uri="{FF2B5EF4-FFF2-40B4-BE49-F238E27FC236}">
                <a16:creationId xmlns:a16="http://schemas.microsoft.com/office/drawing/2014/main" id="{BB5625DB-34C2-3B3B-686E-3FFCF1847CF1}"/>
              </a:ext>
            </a:extLst>
          </p:cNvPr>
          <p:cNvSpPr>
            <a:spLocks noGrp="1"/>
          </p:cNvSpPr>
          <p:nvPr>
            <p:ph type="ftr" sz="quarter" idx="11"/>
          </p:nvPr>
        </p:nvSpPr>
        <p:spPr/>
        <p:txBody>
          <a:bodyPr/>
          <a:lstStyle/>
          <a:p>
            <a:pPr>
              <a:defRPr/>
            </a:pPr>
            <a:endParaRPr lang="en-GB"/>
          </a:p>
        </p:txBody>
      </p:sp>
      <p:sp>
        <p:nvSpPr>
          <p:cNvPr id="9" name="Slide Number Placeholder 8">
            <a:extLst>
              <a:ext uri="{FF2B5EF4-FFF2-40B4-BE49-F238E27FC236}">
                <a16:creationId xmlns:a16="http://schemas.microsoft.com/office/drawing/2014/main" id="{3CF88069-3383-2E3A-2DE8-A7CF09DD36FE}"/>
              </a:ext>
            </a:extLst>
          </p:cNvPr>
          <p:cNvSpPr>
            <a:spLocks noGrp="1"/>
          </p:cNvSpPr>
          <p:nvPr>
            <p:ph type="sldNum" sz="quarter" idx="12"/>
          </p:nvPr>
        </p:nvSpPr>
        <p:spPr/>
        <p:txBody>
          <a:bodyPr/>
          <a:lstStyle/>
          <a:p>
            <a:pPr>
              <a:defRPr/>
            </a:pPr>
            <a:fld id="{92A5FF3A-E27F-4727-82AF-18B248ECE6F8}" type="slidenum">
              <a:rPr lang="en-GB" altLang="en-US" smtClean="0"/>
              <a:pPr>
                <a:defRPr/>
              </a:pPr>
              <a:t>‹#›</a:t>
            </a:fld>
            <a:endParaRPr lang="en-GB" altLang="en-US"/>
          </a:p>
        </p:txBody>
      </p:sp>
    </p:spTree>
    <p:extLst>
      <p:ext uri="{BB962C8B-B14F-4D97-AF65-F5344CB8AC3E}">
        <p14:creationId xmlns:p14="http://schemas.microsoft.com/office/powerpoint/2010/main" val="3031603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0ED9C-8EA9-EC66-0072-75E9F2CEF3E6}"/>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C483AB61-5E2B-27E8-FE34-1311F7321C84}"/>
              </a:ext>
            </a:extLst>
          </p:cNvPr>
          <p:cNvSpPr>
            <a:spLocks noGrp="1"/>
          </p:cNvSpPr>
          <p:nvPr>
            <p:ph type="dt" sz="half" idx="10"/>
          </p:nvPr>
        </p:nvSpPr>
        <p:spPr/>
        <p:txBody>
          <a:bodyPr/>
          <a:lstStyle/>
          <a:p>
            <a:pPr>
              <a:defRPr/>
            </a:pPr>
            <a:fld id="{239FB1F2-87D8-40C0-9467-E49D75222789}" type="datetime1">
              <a:rPr lang="en-GB" smtClean="0"/>
              <a:pPr>
                <a:defRPr/>
              </a:pPr>
              <a:t>04/10/2025</a:t>
            </a:fld>
            <a:endParaRPr lang="en-GB" dirty="0"/>
          </a:p>
        </p:txBody>
      </p:sp>
      <p:sp>
        <p:nvSpPr>
          <p:cNvPr id="4" name="Footer Placeholder 3">
            <a:extLst>
              <a:ext uri="{FF2B5EF4-FFF2-40B4-BE49-F238E27FC236}">
                <a16:creationId xmlns:a16="http://schemas.microsoft.com/office/drawing/2014/main" id="{DC7D82E7-C1B1-3752-E7EE-F0AB30FCE7D7}"/>
              </a:ext>
            </a:extLst>
          </p:cNvPr>
          <p:cNvSpPr>
            <a:spLocks noGrp="1"/>
          </p:cNvSpPr>
          <p:nvPr>
            <p:ph type="ftr" sz="quarter" idx="11"/>
          </p:nvPr>
        </p:nvSpPr>
        <p:spPr/>
        <p:txBody>
          <a:bodyPr/>
          <a:lstStyle/>
          <a:p>
            <a:pPr>
              <a:defRPr/>
            </a:pPr>
            <a:r>
              <a:rPr lang="en-US"/>
              <a:t>USM Data Science Certificate Program for JABIL</a:t>
            </a:r>
            <a:endParaRPr lang="en-GB"/>
          </a:p>
        </p:txBody>
      </p:sp>
      <p:sp>
        <p:nvSpPr>
          <p:cNvPr id="5" name="Slide Number Placeholder 4">
            <a:extLst>
              <a:ext uri="{FF2B5EF4-FFF2-40B4-BE49-F238E27FC236}">
                <a16:creationId xmlns:a16="http://schemas.microsoft.com/office/drawing/2014/main" id="{6EE14A3B-0B7E-971D-0B7D-0AA26BD29042}"/>
              </a:ext>
            </a:extLst>
          </p:cNvPr>
          <p:cNvSpPr>
            <a:spLocks noGrp="1"/>
          </p:cNvSpPr>
          <p:nvPr>
            <p:ph type="sldNum" sz="quarter" idx="12"/>
          </p:nvPr>
        </p:nvSpPr>
        <p:spPr/>
        <p:txBody>
          <a:bodyPr/>
          <a:lstStyle/>
          <a:p>
            <a:pPr>
              <a:defRPr/>
            </a:pPr>
            <a:fld id="{F9F581D6-F079-4243-B617-8B092A6A1BB6}" type="slidenum">
              <a:rPr lang="en-GB" altLang="en-US" smtClean="0"/>
              <a:pPr>
                <a:defRPr/>
              </a:pPr>
              <a:t>‹#›</a:t>
            </a:fld>
            <a:endParaRPr lang="en-GB" altLang="en-US"/>
          </a:p>
        </p:txBody>
      </p:sp>
      <p:pic>
        <p:nvPicPr>
          <p:cNvPr id="6" name="Picture 1" descr="C:\Users\Zarul\Desktop\logo USM APEX (A4).jpg">
            <a:extLst>
              <a:ext uri="{FF2B5EF4-FFF2-40B4-BE49-F238E27FC236}">
                <a16:creationId xmlns:a16="http://schemas.microsoft.com/office/drawing/2014/main" id="{08365EFA-93BD-4782-AA10-3BEC2B339F3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79388" y="260350"/>
            <a:ext cx="2736850"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a:extLst>
              <a:ext uri="{FF2B5EF4-FFF2-40B4-BE49-F238E27FC236}">
                <a16:creationId xmlns:a16="http://schemas.microsoft.com/office/drawing/2014/main" id="{BDC9691E-01D6-AF58-487B-1AE1D939B765}"/>
              </a:ext>
            </a:extLst>
          </p:cNvPr>
          <p:cNvSpPr/>
          <p:nvPr userDrawn="1"/>
        </p:nvSpPr>
        <p:spPr>
          <a:xfrm>
            <a:off x="0" y="2708275"/>
            <a:ext cx="1042988" cy="288131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en-US" sz="1800">
              <a:solidFill>
                <a:prstClr val="white"/>
              </a:solidFill>
            </a:endParaRPr>
          </a:p>
        </p:txBody>
      </p:sp>
      <p:sp>
        <p:nvSpPr>
          <p:cNvPr id="8" name="Rectangle 7">
            <a:extLst>
              <a:ext uri="{FF2B5EF4-FFF2-40B4-BE49-F238E27FC236}">
                <a16:creationId xmlns:a16="http://schemas.microsoft.com/office/drawing/2014/main" id="{721E5F5D-5709-B4C6-14F7-D8EE104EA828}"/>
              </a:ext>
            </a:extLst>
          </p:cNvPr>
          <p:cNvSpPr/>
          <p:nvPr userDrawn="1"/>
        </p:nvSpPr>
        <p:spPr>
          <a:xfrm>
            <a:off x="0" y="1371600"/>
            <a:ext cx="539750" cy="54864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en-US" sz="1800">
              <a:solidFill>
                <a:prstClr val="white"/>
              </a:solidFill>
            </a:endParaRPr>
          </a:p>
        </p:txBody>
      </p:sp>
    </p:spTree>
    <p:extLst>
      <p:ext uri="{BB962C8B-B14F-4D97-AF65-F5344CB8AC3E}">
        <p14:creationId xmlns:p14="http://schemas.microsoft.com/office/powerpoint/2010/main" val="253090469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8BE13A-0AC8-1650-51F5-912EEF73A866}"/>
              </a:ext>
            </a:extLst>
          </p:cNvPr>
          <p:cNvSpPr>
            <a:spLocks noGrp="1"/>
          </p:cNvSpPr>
          <p:nvPr>
            <p:ph type="dt" sz="half" idx="10"/>
          </p:nvPr>
        </p:nvSpPr>
        <p:spPr/>
        <p:txBody>
          <a:bodyPr/>
          <a:lstStyle/>
          <a:p>
            <a:pPr>
              <a:defRPr/>
            </a:pPr>
            <a:fld id="{872C8F3C-6296-4459-9339-4A7545DC561A}" type="datetime1">
              <a:rPr lang="en-GB" smtClean="0"/>
              <a:pPr>
                <a:defRPr/>
              </a:pPr>
              <a:t>04/10/2025</a:t>
            </a:fld>
            <a:endParaRPr lang="en-GB"/>
          </a:p>
        </p:txBody>
      </p:sp>
      <p:sp>
        <p:nvSpPr>
          <p:cNvPr id="3" name="Footer Placeholder 2">
            <a:extLst>
              <a:ext uri="{FF2B5EF4-FFF2-40B4-BE49-F238E27FC236}">
                <a16:creationId xmlns:a16="http://schemas.microsoft.com/office/drawing/2014/main" id="{E5CFEF7C-69F1-47DB-D918-02BAA6F51123}"/>
              </a:ext>
            </a:extLst>
          </p:cNvPr>
          <p:cNvSpPr>
            <a:spLocks noGrp="1"/>
          </p:cNvSpPr>
          <p:nvPr>
            <p:ph type="ftr" sz="quarter" idx="11"/>
          </p:nvPr>
        </p:nvSpPr>
        <p:spPr/>
        <p:txBody>
          <a:bodyPr/>
          <a:lstStyle/>
          <a:p>
            <a:pPr>
              <a:defRPr/>
            </a:pPr>
            <a:r>
              <a:rPr lang="en-US"/>
              <a:t>USM Data Science Certificate Program for JABIL</a:t>
            </a:r>
            <a:endParaRPr lang="en-GB"/>
          </a:p>
        </p:txBody>
      </p:sp>
      <p:sp>
        <p:nvSpPr>
          <p:cNvPr id="4" name="Slide Number Placeholder 3">
            <a:extLst>
              <a:ext uri="{FF2B5EF4-FFF2-40B4-BE49-F238E27FC236}">
                <a16:creationId xmlns:a16="http://schemas.microsoft.com/office/drawing/2014/main" id="{592C8296-C1DB-DDB6-85AD-6D19EB6CC362}"/>
              </a:ext>
            </a:extLst>
          </p:cNvPr>
          <p:cNvSpPr>
            <a:spLocks noGrp="1"/>
          </p:cNvSpPr>
          <p:nvPr>
            <p:ph type="sldNum" sz="quarter" idx="12"/>
          </p:nvPr>
        </p:nvSpPr>
        <p:spPr/>
        <p:txBody>
          <a:bodyPr/>
          <a:lstStyle/>
          <a:p>
            <a:pPr>
              <a:defRPr/>
            </a:pPr>
            <a:fld id="{1BB0A924-5125-42A0-A5E6-076A2D3552B8}" type="slidenum">
              <a:rPr lang="en-GB" altLang="en-US" smtClean="0"/>
              <a:pPr>
                <a:defRPr/>
              </a:pPr>
              <a:t>‹#›</a:t>
            </a:fld>
            <a:endParaRPr lang="en-GB" altLang="en-US"/>
          </a:p>
        </p:txBody>
      </p:sp>
      <p:sp>
        <p:nvSpPr>
          <p:cNvPr id="5" name="Rectangle 4">
            <a:extLst>
              <a:ext uri="{FF2B5EF4-FFF2-40B4-BE49-F238E27FC236}">
                <a16:creationId xmlns:a16="http://schemas.microsoft.com/office/drawing/2014/main" id="{EC462267-867D-B84C-6D43-C41BC76B527A}"/>
              </a:ext>
            </a:extLst>
          </p:cNvPr>
          <p:cNvSpPr/>
          <p:nvPr userDrawn="1"/>
        </p:nvSpPr>
        <p:spPr>
          <a:xfrm>
            <a:off x="0" y="2708275"/>
            <a:ext cx="1042988" cy="288131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en-US" sz="1800">
              <a:solidFill>
                <a:prstClr val="white"/>
              </a:solidFill>
            </a:endParaRPr>
          </a:p>
        </p:txBody>
      </p:sp>
      <p:sp>
        <p:nvSpPr>
          <p:cNvPr id="6" name="Rectangle 5">
            <a:extLst>
              <a:ext uri="{FF2B5EF4-FFF2-40B4-BE49-F238E27FC236}">
                <a16:creationId xmlns:a16="http://schemas.microsoft.com/office/drawing/2014/main" id="{E1711432-2C92-0018-F34D-AD9099896144}"/>
              </a:ext>
            </a:extLst>
          </p:cNvPr>
          <p:cNvSpPr/>
          <p:nvPr userDrawn="1"/>
        </p:nvSpPr>
        <p:spPr>
          <a:xfrm>
            <a:off x="0" y="1371600"/>
            <a:ext cx="539750" cy="54864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kumimoji="0" lang="en-US" sz="1800">
              <a:solidFill>
                <a:prstClr val="white"/>
              </a:solidFill>
            </a:endParaRPr>
          </a:p>
        </p:txBody>
      </p:sp>
    </p:spTree>
    <p:extLst>
      <p:ext uri="{BB962C8B-B14F-4D97-AF65-F5344CB8AC3E}">
        <p14:creationId xmlns:p14="http://schemas.microsoft.com/office/powerpoint/2010/main" val="29378682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6CF78-6B74-9F33-4008-A44F688D19E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80F71706-715E-AAC8-330D-9E62F578BD11}"/>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1CF7ABC3-B135-4362-9FF8-C2C462E498A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B14B821-A0F9-A7D3-60A9-5F1B1893EA58}"/>
              </a:ext>
            </a:extLst>
          </p:cNvPr>
          <p:cNvSpPr>
            <a:spLocks noGrp="1"/>
          </p:cNvSpPr>
          <p:nvPr>
            <p:ph type="dt" sz="half" idx="10"/>
          </p:nvPr>
        </p:nvSpPr>
        <p:spPr/>
        <p:txBody>
          <a:bodyPr/>
          <a:lstStyle/>
          <a:p>
            <a:pPr>
              <a:defRPr/>
            </a:pPr>
            <a:fld id="{65A55516-7145-46BF-8C14-D4BB26BCF156}" type="datetime1">
              <a:rPr lang="en-GB" smtClean="0"/>
              <a:pPr>
                <a:defRPr/>
              </a:pPr>
              <a:t>04/10/2025</a:t>
            </a:fld>
            <a:endParaRPr lang="en-GB"/>
          </a:p>
        </p:txBody>
      </p:sp>
      <p:sp>
        <p:nvSpPr>
          <p:cNvPr id="6" name="Footer Placeholder 5">
            <a:extLst>
              <a:ext uri="{FF2B5EF4-FFF2-40B4-BE49-F238E27FC236}">
                <a16:creationId xmlns:a16="http://schemas.microsoft.com/office/drawing/2014/main" id="{794DF87B-6F4A-3680-6864-78E180C48640}"/>
              </a:ext>
            </a:extLst>
          </p:cNvPr>
          <p:cNvSpPr>
            <a:spLocks noGrp="1"/>
          </p:cNvSpPr>
          <p:nvPr>
            <p:ph type="ftr" sz="quarter" idx="11"/>
          </p:nvPr>
        </p:nvSpPr>
        <p:spPr/>
        <p:txBody>
          <a:bodyPr/>
          <a:lstStyle/>
          <a:p>
            <a:pPr>
              <a:defRPr/>
            </a:pPr>
            <a:endParaRPr lang="en-GB"/>
          </a:p>
        </p:txBody>
      </p:sp>
      <p:sp>
        <p:nvSpPr>
          <p:cNvPr id="7" name="Slide Number Placeholder 6">
            <a:extLst>
              <a:ext uri="{FF2B5EF4-FFF2-40B4-BE49-F238E27FC236}">
                <a16:creationId xmlns:a16="http://schemas.microsoft.com/office/drawing/2014/main" id="{A0E6A3C7-2631-CBCC-5588-E5DE9A0C34E4}"/>
              </a:ext>
            </a:extLst>
          </p:cNvPr>
          <p:cNvSpPr>
            <a:spLocks noGrp="1"/>
          </p:cNvSpPr>
          <p:nvPr>
            <p:ph type="sldNum" sz="quarter" idx="12"/>
          </p:nvPr>
        </p:nvSpPr>
        <p:spPr/>
        <p:txBody>
          <a:bodyPr/>
          <a:lstStyle/>
          <a:p>
            <a:pPr>
              <a:defRPr/>
            </a:pPr>
            <a:fld id="{E5801786-9988-4E54-BA2E-933E917B04EB}" type="slidenum">
              <a:rPr lang="en-GB" altLang="en-US" smtClean="0"/>
              <a:pPr>
                <a:defRPr/>
              </a:pPr>
              <a:t>‹#›</a:t>
            </a:fld>
            <a:endParaRPr lang="en-GB" altLang="en-US"/>
          </a:p>
        </p:txBody>
      </p:sp>
    </p:spTree>
    <p:extLst>
      <p:ext uri="{BB962C8B-B14F-4D97-AF65-F5344CB8AC3E}">
        <p14:creationId xmlns:p14="http://schemas.microsoft.com/office/powerpoint/2010/main" val="66964184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91C20-31A9-8841-6631-A8D6F80BA10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04393271-DA9B-7C4B-C0CE-3839097BE613}"/>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MY"/>
          </a:p>
        </p:txBody>
      </p:sp>
      <p:sp>
        <p:nvSpPr>
          <p:cNvPr id="4" name="Text Placeholder 3">
            <a:extLst>
              <a:ext uri="{FF2B5EF4-FFF2-40B4-BE49-F238E27FC236}">
                <a16:creationId xmlns:a16="http://schemas.microsoft.com/office/drawing/2014/main" id="{6692C469-E61D-898A-8B30-7410E25EBC2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0AB9AE-F280-D48B-22B9-471696666D29}"/>
              </a:ext>
            </a:extLst>
          </p:cNvPr>
          <p:cNvSpPr>
            <a:spLocks noGrp="1"/>
          </p:cNvSpPr>
          <p:nvPr>
            <p:ph type="dt" sz="half" idx="10"/>
          </p:nvPr>
        </p:nvSpPr>
        <p:spPr/>
        <p:txBody>
          <a:bodyPr/>
          <a:lstStyle/>
          <a:p>
            <a:pPr>
              <a:defRPr/>
            </a:pPr>
            <a:fld id="{8CD3799F-BCDA-4CF6-8E6A-8F1BD9EB68B6}" type="datetime1">
              <a:rPr lang="en-GB" smtClean="0"/>
              <a:pPr>
                <a:defRPr/>
              </a:pPr>
              <a:t>04/10/2025</a:t>
            </a:fld>
            <a:endParaRPr lang="en-GB"/>
          </a:p>
        </p:txBody>
      </p:sp>
      <p:sp>
        <p:nvSpPr>
          <p:cNvPr id="6" name="Footer Placeholder 5">
            <a:extLst>
              <a:ext uri="{FF2B5EF4-FFF2-40B4-BE49-F238E27FC236}">
                <a16:creationId xmlns:a16="http://schemas.microsoft.com/office/drawing/2014/main" id="{C4C76C80-4899-D7C7-87D7-A37CB308FD7D}"/>
              </a:ext>
            </a:extLst>
          </p:cNvPr>
          <p:cNvSpPr>
            <a:spLocks noGrp="1"/>
          </p:cNvSpPr>
          <p:nvPr>
            <p:ph type="ftr" sz="quarter" idx="11"/>
          </p:nvPr>
        </p:nvSpPr>
        <p:spPr/>
        <p:txBody>
          <a:bodyPr/>
          <a:lstStyle/>
          <a:p>
            <a:pPr>
              <a:defRPr/>
            </a:pPr>
            <a:endParaRPr lang="en-GB"/>
          </a:p>
        </p:txBody>
      </p:sp>
      <p:sp>
        <p:nvSpPr>
          <p:cNvPr id="7" name="Slide Number Placeholder 6">
            <a:extLst>
              <a:ext uri="{FF2B5EF4-FFF2-40B4-BE49-F238E27FC236}">
                <a16:creationId xmlns:a16="http://schemas.microsoft.com/office/drawing/2014/main" id="{449E04C0-4BD3-63E7-60A0-D5D4E2B67723}"/>
              </a:ext>
            </a:extLst>
          </p:cNvPr>
          <p:cNvSpPr>
            <a:spLocks noGrp="1"/>
          </p:cNvSpPr>
          <p:nvPr>
            <p:ph type="sldNum" sz="quarter" idx="12"/>
          </p:nvPr>
        </p:nvSpPr>
        <p:spPr/>
        <p:txBody>
          <a:bodyPr/>
          <a:lstStyle/>
          <a:p>
            <a:pPr>
              <a:defRPr/>
            </a:pPr>
            <a:fld id="{0AE652AC-BF35-4F76-8110-44B229F18FD4}" type="slidenum">
              <a:rPr lang="en-GB" altLang="en-US" smtClean="0"/>
              <a:pPr>
                <a:defRPr/>
              </a:pPr>
              <a:t>‹#›</a:t>
            </a:fld>
            <a:endParaRPr lang="en-GB" altLang="en-US"/>
          </a:p>
        </p:txBody>
      </p:sp>
    </p:spTree>
    <p:extLst>
      <p:ext uri="{BB962C8B-B14F-4D97-AF65-F5344CB8AC3E}">
        <p14:creationId xmlns:p14="http://schemas.microsoft.com/office/powerpoint/2010/main" val="231988145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1F7C5-285A-A7B2-196D-A847D0879742}"/>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A1B2FE76-4E1D-5EB6-24DA-85D708842B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58A81B3C-CC0B-F81D-D744-3281BD4ACA23}"/>
              </a:ext>
            </a:extLst>
          </p:cNvPr>
          <p:cNvSpPr>
            <a:spLocks noGrp="1"/>
          </p:cNvSpPr>
          <p:nvPr>
            <p:ph type="dt" sz="half" idx="10"/>
          </p:nvPr>
        </p:nvSpPr>
        <p:spPr/>
        <p:txBody>
          <a:bodyPr/>
          <a:lstStyle/>
          <a:p>
            <a:pPr>
              <a:defRPr/>
            </a:pPr>
            <a:fld id="{1B1DA30A-842D-4345-9F87-5D87C47E5E8D}" type="datetime1">
              <a:rPr lang="en-GB" smtClean="0"/>
              <a:pPr>
                <a:defRPr/>
              </a:pPr>
              <a:t>04/10/2025</a:t>
            </a:fld>
            <a:endParaRPr lang="en-GB"/>
          </a:p>
        </p:txBody>
      </p:sp>
      <p:sp>
        <p:nvSpPr>
          <p:cNvPr id="5" name="Footer Placeholder 4">
            <a:extLst>
              <a:ext uri="{FF2B5EF4-FFF2-40B4-BE49-F238E27FC236}">
                <a16:creationId xmlns:a16="http://schemas.microsoft.com/office/drawing/2014/main" id="{46C665FB-9DF0-00F4-B74F-720896C7D369}"/>
              </a:ext>
            </a:extLst>
          </p:cNvPr>
          <p:cNvSpPr>
            <a:spLocks noGrp="1"/>
          </p:cNvSpPr>
          <p:nvPr>
            <p:ph type="ftr" sz="quarter" idx="11"/>
          </p:nvPr>
        </p:nvSpPr>
        <p:spPr/>
        <p:txBody>
          <a:bodyPr/>
          <a:lstStyle/>
          <a:p>
            <a:pPr>
              <a:defRPr/>
            </a:pPr>
            <a:endParaRPr lang="en-GB"/>
          </a:p>
        </p:txBody>
      </p:sp>
      <p:sp>
        <p:nvSpPr>
          <p:cNvPr id="6" name="Slide Number Placeholder 5">
            <a:extLst>
              <a:ext uri="{FF2B5EF4-FFF2-40B4-BE49-F238E27FC236}">
                <a16:creationId xmlns:a16="http://schemas.microsoft.com/office/drawing/2014/main" id="{3E39F111-FC7D-4F1A-9F78-DFFF7D7B7466}"/>
              </a:ext>
            </a:extLst>
          </p:cNvPr>
          <p:cNvSpPr>
            <a:spLocks noGrp="1"/>
          </p:cNvSpPr>
          <p:nvPr>
            <p:ph type="sldNum" sz="quarter" idx="12"/>
          </p:nvPr>
        </p:nvSpPr>
        <p:spPr/>
        <p:txBody>
          <a:bodyPr/>
          <a:lstStyle/>
          <a:p>
            <a:pPr>
              <a:defRPr/>
            </a:pPr>
            <a:fld id="{F02FB220-C6EE-474C-B7E1-DE704C47CFE4}" type="slidenum">
              <a:rPr lang="en-GB" altLang="en-US" smtClean="0"/>
              <a:pPr>
                <a:defRPr/>
              </a:pPr>
              <a:t>‹#›</a:t>
            </a:fld>
            <a:endParaRPr lang="en-GB" altLang="en-US"/>
          </a:p>
        </p:txBody>
      </p:sp>
    </p:spTree>
    <p:extLst>
      <p:ext uri="{BB962C8B-B14F-4D97-AF65-F5344CB8AC3E}">
        <p14:creationId xmlns:p14="http://schemas.microsoft.com/office/powerpoint/2010/main" val="26299103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E7038F-C422-9285-D150-6416F6A1E628}"/>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7E0FFA0F-48C2-5433-3B56-E681730999FB}"/>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0BDE8BD8-FAF5-2394-CB79-1803C32DDD5F}"/>
              </a:ext>
            </a:extLst>
          </p:cNvPr>
          <p:cNvSpPr>
            <a:spLocks noGrp="1"/>
          </p:cNvSpPr>
          <p:nvPr>
            <p:ph type="dt" sz="half" idx="10"/>
          </p:nvPr>
        </p:nvSpPr>
        <p:spPr/>
        <p:txBody>
          <a:bodyPr/>
          <a:lstStyle/>
          <a:p>
            <a:pPr>
              <a:defRPr/>
            </a:pPr>
            <a:fld id="{0F8A5F62-CB1C-4C8B-BC76-875EFBA7A18F}" type="datetime1">
              <a:rPr lang="en-GB" smtClean="0"/>
              <a:pPr>
                <a:defRPr/>
              </a:pPr>
              <a:t>04/10/2025</a:t>
            </a:fld>
            <a:endParaRPr lang="en-GB"/>
          </a:p>
        </p:txBody>
      </p:sp>
      <p:sp>
        <p:nvSpPr>
          <p:cNvPr id="5" name="Footer Placeholder 4">
            <a:extLst>
              <a:ext uri="{FF2B5EF4-FFF2-40B4-BE49-F238E27FC236}">
                <a16:creationId xmlns:a16="http://schemas.microsoft.com/office/drawing/2014/main" id="{AB07F58F-C0F4-C5D1-F9FD-57CFB00B3928}"/>
              </a:ext>
            </a:extLst>
          </p:cNvPr>
          <p:cNvSpPr>
            <a:spLocks noGrp="1"/>
          </p:cNvSpPr>
          <p:nvPr>
            <p:ph type="ftr" sz="quarter" idx="11"/>
          </p:nvPr>
        </p:nvSpPr>
        <p:spPr/>
        <p:txBody>
          <a:bodyPr/>
          <a:lstStyle/>
          <a:p>
            <a:pPr>
              <a:defRPr/>
            </a:pPr>
            <a:endParaRPr lang="en-GB"/>
          </a:p>
        </p:txBody>
      </p:sp>
      <p:sp>
        <p:nvSpPr>
          <p:cNvPr id="6" name="Slide Number Placeholder 5">
            <a:extLst>
              <a:ext uri="{FF2B5EF4-FFF2-40B4-BE49-F238E27FC236}">
                <a16:creationId xmlns:a16="http://schemas.microsoft.com/office/drawing/2014/main" id="{2F29E983-F0B7-EFB7-8D64-ED91A750238C}"/>
              </a:ext>
            </a:extLst>
          </p:cNvPr>
          <p:cNvSpPr>
            <a:spLocks noGrp="1"/>
          </p:cNvSpPr>
          <p:nvPr>
            <p:ph type="sldNum" sz="quarter" idx="12"/>
          </p:nvPr>
        </p:nvSpPr>
        <p:spPr/>
        <p:txBody>
          <a:bodyPr/>
          <a:lstStyle/>
          <a:p>
            <a:pPr>
              <a:defRPr/>
            </a:pPr>
            <a:fld id="{DE465CA0-58C4-4DD4-A104-5169DB23E02E}" type="slidenum">
              <a:rPr lang="en-GB" altLang="en-US" smtClean="0"/>
              <a:pPr>
                <a:defRPr/>
              </a:pPr>
              <a:t>‹#›</a:t>
            </a:fld>
            <a:endParaRPr lang="en-GB" altLang="en-US"/>
          </a:p>
        </p:txBody>
      </p:sp>
    </p:spTree>
    <p:extLst>
      <p:ext uri="{BB962C8B-B14F-4D97-AF65-F5344CB8AC3E}">
        <p14:creationId xmlns:p14="http://schemas.microsoft.com/office/powerpoint/2010/main" val="215815535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32679-8E89-1490-7521-2FA200031120}"/>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MY"/>
          </a:p>
        </p:txBody>
      </p:sp>
      <p:sp>
        <p:nvSpPr>
          <p:cNvPr id="3" name="Subtitle 2">
            <a:extLst>
              <a:ext uri="{FF2B5EF4-FFF2-40B4-BE49-F238E27FC236}">
                <a16:creationId xmlns:a16="http://schemas.microsoft.com/office/drawing/2014/main" id="{65C046BB-0DC0-7E22-9184-559DEE6A6B12}"/>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MY"/>
          </a:p>
        </p:txBody>
      </p:sp>
      <p:sp>
        <p:nvSpPr>
          <p:cNvPr id="4" name="Date Placeholder 3">
            <a:extLst>
              <a:ext uri="{FF2B5EF4-FFF2-40B4-BE49-F238E27FC236}">
                <a16:creationId xmlns:a16="http://schemas.microsoft.com/office/drawing/2014/main" id="{8EC0A8B8-2F68-7A01-4916-056273AAAEE7}"/>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8DD0E6DF-39CC-BB97-71D9-A2F7DAF1FC6B}"/>
              </a:ext>
            </a:extLst>
          </p:cNvPr>
          <p:cNvSpPr>
            <a:spLocks noGrp="1"/>
          </p:cNvSpPr>
          <p:nvPr>
            <p:ph type="ftr" sz="quarter" idx="11"/>
          </p:nvPr>
        </p:nvSpPr>
        <p:spPr/>
        <p:txBody>
          <a:bodyPr/>
          <a:lstStyle/>
          <a:p>
            <a:pPr>
              <a:defRPr/>
            </a:pPr>
            <a:endParaRPr lang="en-GB"/>
          </a:p>
        </p:txBody>
      </p:sp>
      <p:sp>
        <p:nvSpPr>
          <p:cNvPr id="6" name="Slide Number Placeholder 5">
            <a:extLst>
              <a:ext uri="{FF2B5EF4-FFF2-40B4-BE49-F238E27FC236}">
                <a16:creationId xmlns:a16="http://schemas.microsoft.com/office/drawing/2014/main" id="{85B028AF-4B15-1779-89E5-501D546A7DCE}"/>
              </a:ext>
            </a:extLst>
          </p:cNvPr>
          <p:cNvSpPr>
            <a:spLocks noGrp="1"/>
          </p:cNvSpPr>
          <p:nvPr>
            <p:ph type="sldNum" sz="quarter" idx="12"/>
          </p:nvPr>
        </p:nvSpPr>
        <p:spPr/>
        <p:txBody>
          <a:bodyPr/>
          <a:lstStyle/>
          <a:p>
            <a:pPr>
              <a:defRPr/>
            </a:pPr>
            <a:fld id="{CD148E37-DFAA-4290-8CDB-8197171D26FC}" type="slidenum">
              <a:rPr lang="en-US" altLang="en-US" smtClean="0"/>
              <a:pPr>
                <a:defRPr/>
              </a:pPr>
              <a:t>‹#›</a:t>
            </a:fld>
            <a:endParaRPr lang="en-US" altLang="en-US"/>
          </a:p>
        </p:txBody>
      </p:sp>
    </p:spTree>
    <p:extLst>
      <p:ext uri="{BB962C8B-B14F-4D97-AF65-F5344CB8AC3E}">
        <p14:creationId xmlns:p14="http://schemas.microsoft.com/office/powerpoint/2010/main" val="38014205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5CD37-61E4-AD22-C27D-6F7013163CC4}"/>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3B3E40FF-4C4D-C057-A924-2C25F221FCB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7DA31F41-0ED4-6580-BF8A-921341FD436D}"/>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DD61BD92-5004-B56A-8B1F-02BA529D1317}"/>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BA6E2B46-E7EC-B638-2AC1-C03B5D53CA88}"/>
              </a:ext>
            </a:extLst>
          </p:cNvPr>
          <p:cNvSpPr>
            <a:spLocks noGrp="1"/>
          </p:cNvSpPr>
          <p:nvPr>
            <p:ph type="sldNum" sz="quarter" idx="12"/>
          </p:nvPr>
        </p:nvSpPr>
        <p:spPr/>
        <p:txBody>
          <a:bodyPr/>
          <a:lstStyle/>
          <a:p>
            <a:pPr>
              <a:defRPr/>
            </a:pPr>
            <a:fld id="{83E425D1-565D-4F16-B535-31176600B756}" type="slidenum">
              <a:rPr lang="en-US" altLang="en-US" smtClean="0"/>
              <a:pPr>
                <a:defRPr/>
              </a:pPr>
              <a:t>‹#›</a:t>
            </a:fld>
            <a:endParaRPr lang="en-US" altLang="en-US"/>
          </a:p>
        </p:txBody>
      </p:sp>
    </p:spTree>
    <p:extLst>
      <p:ext uri="{BB962C8B-B14F-4D97-AF65-F5344CB8AC3E}">
        <p14:creationId xmlns:p14="http://schemas.microsoft.com/office/powerpoint/2010/main" val="351794118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8AD647-8095-7BDA-B71B-E47B0284AB9D}"/>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endParaRPr lang="en-MY"/>
          </a:p>
        </p:txBody>
      </p:sp>
      <p:sp>
        <p:nvSpPr>
          <p:cNvPr id="3" name="Text Placeholder 2">
            <a:extLst>
              <a:ext uri="{FF2B5EF4-FFF2-40B4-BE49-F238E27FC236}">
                <a16:creationId xmlns:a16="http://schemas.microsoft.com/office/drawing/2014/main" id="{D9E35142-C34B-B780-D7F4-CA8C6CC4899C}"/>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663258-4D51-A5E3-9A95-E2732FEA64C4}"/>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EA3BA50B-1719-54C3-2DF3-9B3ECBEA9F21}"/>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C886585B-C554-3B33-6C8E-A6578FF45758}"/>
              </a:ext>
            </a:extLst>
          </p:cNvPr>
          <p:cNvSpPr>
            <a:spLocks noGrp="1"/>
          </p:cNvSpPr>
          <p:nvPr>
            <p:ph type="sldNum" sz="quarter" idx="12"/>
          </p:nvPr>
        </p:nvSpPr>
        <p:spPr/>
        <p:txBody>
          <a:bodyPr/>
          <a:lstStyle/>
          <a:p>
            <a:pPr>
              <a:defRPr/>
            </a:pPr>
            <a:fld id="{2F109885-6ED5-4FC1-B1A8-411BE2C9250F}" type="slidenum">
              <a:rPr lang="en-US" altLang="en-US" smtClean="0"/>
              <a:pPr>
                <a:defRPr/>
              </a:pPr>
              <a:t>‹#›</a:t>
            </a:fld>
            <a:endParaRPr lang="en-US" altLang="en-US"/>
          </a:p>
        </p:txBody>
      </p:sp>
    </p:spTree>
    <p:extLst>
      <p:ext uri="{BB962C8B-B14F-4D97-AF65-F5344CB8AC3E}">
        <p14:creationId xmlns:p14="http://schemas.microsoft.com/office/powerpoint/2010/main" val="298953644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3AE70-38E2-7AEA-003E-D8F9D8BF54B7}"/>
              </a:ext>
            </a:extLst>
          </p:cNvPr>
          <p:cNvSpPr>
            <a:spLocks noGrp="1"/>
          </p:cNvSpPr>
          <p:nvPr>
            <p:ph type="title"/>
          </p:nvPr>
        </p:nvSpPr>
        <p:spPr/>
        <p:txBody>
          <a:bodyPr/>
          <a:lstStyle/>
          <a:p>
            <a:r>
              <a:rPr lang="en-US"/>
              <a:t>Click to edit Master title style</a:t>
            </a:r>
            <a:endParaRPr lang="en-MY"/>
          </a:p>
        </p:txBody>
      </p:sp>
      <p:sp>
        <p:nvSpPr>
          <p:cNvPr id="3" name="Content Placeholder 2">
            <a:extLst>
              <a:ext uri="{FF2B5EF4-FFF2-40B4-BE49-F238E27FC236}">
                <a16:creationId xmlns:a16="http://schemas.microsoft.com/office/drawing/2014/main" id="{DDA781EC-1CA9-71B9-B31C-8A1AC98F8838}"/>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a:extLst>
              <a:ext uri="{FF2B5EF4-FFF2-40B4-BE49-F238E27FC236}">
                <a16:creationId xmlns:a16="http://schemas.microsoft.com/office/drawing/2014/main" id="{AF67A3BC-B87A-FABC-8447-1D74B005EF7A}"/>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Date Placeholder 4">
            <a:extLst>
              <a:ext uri="{FF2B5EF4-FFF2-40B4-BE49-F238E27FC236}">
                <a16:creationId xmlns:a16="http://schemas.microsoft.com/office/drawing/2014/main" id="{0EECC536-CBA0-53DE-B991-ADCFD7E6116F}"/>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D19DEE54-BB77-A16D-2210-D352098A3AA5}"/>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1C4B3D88-FF25-95DD-8352-97ABD140F7AE}"/>
              </a:ext>
            </a:extLst>
          </p:cNvPr>
          <p:cNvSpPr>
            <a:spLocks noGrp="1"/>
          </p:cNvSpPr>
          <p:nvPr>
            <p:ph type="sldNum" sz="quarter" idx="12"/>
          </p:nvPr>
        </p:nvSpPr>
        <p:spPr/>
        <p:txBody>
          <a:bodyPr/>
          <a:lstStyle/>
          <a:p>
            <a:pPr>
              <a:defRPr/>
            </a:pPr>
            <a:fld id="{2805D33C-7025-4564-A2DB-A6281BDF5C01}" type="slidenum">
              <a:rPr lang="en-US" altLang="en-US" smtClean="0"/>
              <a:pPr>
                <a:defRPr/>
              </a:pPr>
              <a:t>‹#›</a:t>
            </a:fld>
            <a:endParaRPr lang="en-US" altLang="en-US"/>
          </a:p>
        </p:txBody>
      </p:sp>
    </p:spTree>
    <p:extLst>
      <p:ext uri="{BB962C8B-B14F-4D97-AF65-F5344CB8AC3E}">
        <p14:creationId xmlns:p14="http://schemas.microsoft.com/office/powerpoint/2010/main" val="316003923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8F75D-2264-70ED-F102-6CFE938DFE98}"/>
              </a:ext>
            </a:extLst>
          </p:cNvPr>
          <p:cNvSpPr>
            <a:spLocks noGrp="1"/>
          </p:cNvSpPr>
          <p:nvPr>
            <p:ph type="title"/>
          </p:nvPr>
        </p:nvSpPr>
        <p:spPr>
          <a:xfrm>
            <a:off x="629841" y="365126"/>
            <a:ext cx="7886700" cy="1325563"/>
          </a:xfrm>
        </p:spPr>
        <p:txBody>
          <a:bodyPr/>
          <a:lstStyle/>
          <a:p>
            <a:r>
              <a:rPr lang="en-US"/>
              <a:t>Click to edit Master title style</a:t>
            </a:r>
            <a:endParaRPr lang="en-MY"/>
          </a:p>
        </p:txBody>
      </p:sp>
      <p:sp>
        <p:nvSpPr>
          <p:cNvPr id="3" name="Text Placeholder 2">
            <a:extLst>
              <a:ext uri="{FF2B5EF4-FFF2-40B4-BE49-F238E27FC236}">
                <a16:creationId xmlns:a16="http://schemas.microsoft.com/office/drawing/2014/main" id="{5FD06C18-1159-8C25-F00B-C590C93B7853}"/>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5EAF322-F321-0D7A-9452-02A01516D58A}"/>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Text Placeholder 4">
            <a:extLst>
              <a:ext uri="{FF2B5EF4-FFF2-40B4-BE49-F238E27FC236}">
                <a16:creationId xmlns:a16="http://schemas.microsoft.com/office/drawing/2014/main" id="{F80E2E34-75B3-0552-7AED-3079FE80FE88}"/>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1774DC31-76D6-640F-F768-CF29E1FD16E3}"/>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Date Placeholder 6">
            <a:extLst>
              <a:ext uri="{FF2B5EF4-FFF2-40B4-BE49-F238E27FC236}">
                <a16:creationId xmlns:a16="http://schemas.microsoft.com/office/drawing/2014/main" id="{1E73A715-D0B9-C6A2-EEA2-3A36BECF4B76}"/>
              </a:ext>
            </a:extLst>
          </p:cNvPr>
          <p:cNvSpPr>
            <a:spLocks noGrp="1"/>
          </p:cNvSpPr>
          <p:nvPr>
            <p:ph type="dt" sz="half" idx="10"/>
          </p:nvPr>
        </p:nvSpPr>
        <p:spPr/>
        <p:txBody>
          <a:bodyPr/>
          <a:lstStyle/>
          <a:p>
            <a:pPr>
              <a:defRPr/>
            </a:pPr>
            <a:endParaRPr lang="en-US"/>
          </a:p>
        </p:txBody>
      </p:sp>
      <p:sp>
        <p:nvSpPr>
          <p:cNvPr id="8" name="Footer Placeholder 7">
            <a:extLst>
              <a:ext uri="{FF2B5EF4-FFF2-40B4-BE49-F238E27FC236}">
                <a16:creationId xmlns:a16="http://schemas.microsoft.com/office/drawing/2014/main" id="{BB5625DB-34C2-3B3B-686E-3FFCF1847CF1}"/>
              </a:ext>
            </a:extLst>
          </p:cNvPr>
          <p:cNvSpPr>
            <a:spLocks noGrp="1"/>
          </p:cNvSpPr>
          <p:nvPr>
            <p:ph type="ftr" sz="quarter" idx="11"/>
          </p:nvPr>
        </p:nvSpPr>
        <p:spPr/>
        <p:txBody>
          <a:bodyPr/>
          <a:lstStyle/>
          <a:p>
            <a:pPr>
              <a:defRPr/>
            </a:pPr>
            <a:endParaRPr lang="en-US"/>
          </a:p>
        </p:txBody>
      </p:sp>
      <p:sp>
        <p:nvSpPr>
          <p:cNvPr id="9" name="Slide Number Placeholder 8">
            <a:extLst>
              <a:ext uri="{FF2B5EF4-FFF2-40B4-BE49-F238E27FC236}">
                <a16:creationId xmlns:a16="http://schemas.microsoft.com/office/drawing/2014/main" id="{3CF88069-3383-2E3A-2DE8-A7CF09DD36FE}"/>
              </a:ext>
            </a:extLst>
          </p:cNvPr>
          <p:cNvSpPr>
            <a:spLocks noGrp="1"/>
          </p:cNvSpPr>
          <p:nvPr>
            <p:ph type="sldNum" sz="quarter" idx="12"/>
          </p:nvPr>
        </p:nvSpPr>
        <p:spPr/>
        <p:txBody>
          <a:bodyPr/>
          <a:lstStyle/>
          <a:p>
            <a:pPr>
              <a:defRPr/>
            </a:pPr>
            <a:fld id="{6E5383B9-0038-481D-A2F6-D00AD179745A}" type="slidenum">
              <a:rPr lang="en-US" altLang="en-US" smtClean="0"/>
              <a:pPr>
                <a:defRPr/>
              </a:pPr>
              <a:t>‹#›</a:t>
            </a:fld>
            <a:endParaRPr lang="en-US" altLang="en-US"/>
          </a:p>
        </p:txBody>
      </p:sp>
    </p:spTree>
    <p:extLst>
      <p:ext uri="{BB962C8B-B14F-4D97-AF65-F5344CB8AC3E}">
        <p14:creationId xmlns:p14="http://schemas.microsoft.com/office/powerpoint/2010/main" val="12661674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0ED9C-8EA9-EC66-0072-75E9F2CEF3E6}"/>
              </a:ext>
            </a:extLst>
          </p:cNvPr>
          <p:cNvSpPr>
            <a:spLocks noGrp="1"/>
          </p:cNvSpPr>
          <p:nvPr>
            <p:ph type="title"/>
          </p:nvPr>
        </p:nvSpPr>
        <p:spPr/>
        <p:txBody>
          <a:bodyPr/>
          <a:lstStyle/>
          <a:p>
            <a:r>
              <a:rPr lang="en-US"/>
              <a:t>Click to edit Master title style</a:t>
            </a:r>
            <a:endParaRPr lang="en-MY"/>
          </a:p>
        </p:txBody>
      </p:sp>
      <p:sp>
        <p:nvSpPr>
          <p:cNvPr id="3" name="Date Placeholder 2">
            <a:extLst>
              <a:ext uri="{FF2B5EF4-FFF2-40B4-BE49-F238E27FC236}">
                <a16:creationId xmlns:a16="http://schemas.microsoft.com/office/drawing/2014/main" id="{C483AB61-5E2B-27E8-FE34-1311F7321C84}"/>
              </a:ext>
            </a:extLst>
          </p:cNvPr>
          <p:cNvSpPr>
            <a:spLocks noGrp="1"/>
          </p:cNvSpPr>
          <p:nvPr>
            <p:ph type="dt" sz="half" idx="10"/>
          </p:nvPr>
        </p:nvSpPr>
        <p:spPr/>
        <p:txBody>
          <a:bodyPr/>
          <a:lstStyle/>
          <a:p>
            <a:pPr>
              <a:defRPr/>
            </a:pPr>
            <a:endParaRPr lang="en-US"/>
          </a:p>
        </p:txBody>
      </p:sp>
      <p:sp>
        <p:nvSpPr>
          <p:cNvPr id="4" name="Footer Placeholder 3">
            <a:extLst>
              <a:ext uri="{FF2B5EF4-FFF2-40B4-BE49-F238E27FC236}">
                <a16:creationId xmlns:a16="http://schemas.microsoft.com/office/drawing/2014/main" id="{DC7D82E7-C1B1-3752-E7EE-F0AB30FCE7D7}"/>
              </a:ext>
            </a:extLst>
          </p:cNvPr>
          <p:cNvSpPr>
            <a:spLocks noGrp="1"/>
          </p:cNvSpPr>
          <p:nvPr>
            <p:ph type="ftr" sz="quarter" idx="11"/>
          </p:nvPr>
        </p:nvSpPr>
        <p:spPr/>
        <p:txBody>
          <a:bodyPr/>
          <a:lstStyle/>
          <a:p>
            <a:pPr>
              <a:defRPr/>
            </a:pPr>
            <a:endParaRPr lang="en-US"/>
          </a:p>
        </p:txBody>
      </p:sp>
      <p:sp>
        <p:nvSpPr>
          <p:cNvPr id="5" name="Slide Number Placeholder 4">
            <a:extLst>
              <a:ext uri="{FF2B5EF4-FFF2-40B4-BE49-F238E27FC236}">
                <a16:creationId xmlns:a16="http://schemas.microsoft.com/office/drawing/2014/main" id="{6EE14A3B-0B7E-971D-0B7D-0AA26BD29042}"/>
              </a:ext>
            </a:extLst>
          </p:cNvPr>
          <p:cNvSpPr>
            <a:spLocks noGrp="1"/>
          </p:cNvSpPr>
          <p:nvPr>
            <p:ph type="sldNum" sz="quarter" idx="12"/>
          </p:nvPr>
        </p:nvSpPr>
        <p:spPr/>
        <p:txBody>
          <a:bodyPr/>
          <a:lstStyle/>
          <a:p>
            <a:pPr>
              <a:defRPr/>
            </a:pPr>
            <a:fld id="{0E1C930F-0E50-4C5A-9F5E-19A1B4637382}" type="slidenum">
              <a:rPr lang="en-US" altLang="en-US" smtClean="0"/>
              <a:pPr>
                <a:defRPr/>
              </a:pPr>
              <a:t>‹#›</a:t>
            </a:fld>
            <a:endParaRPr lang="en-US" altLang="en-US"/>
          </a:p>
        </p:txBody>
      </p:sp>
    </p:spTree>
    <p:extLst>
      <p:ext uri="{BB962C8B-B14F-4D97-AF65-F5344CB8AC3E}">
        <p14:creationId xmlns:p14="http://schemas.microsoft.com/office/powerpoint/2010/main" val="26754029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8BE13A-0AC8-1650-51F5-912EEF73A866}"/>
              </a:ext>
            </a:extLst>
          </p:cNvPr>
          <p:cNvSpPr>
            <a:spLocks noGrp="1"/>
          </p:cNvSpPr>
          <p:nvPr>
            <p:ph type="dt" sz="half" idx="10"/>
          </p:nvPr>
        </p:nvSpPr>
        <p:spPr/>
        <p:txBody>
          <a:bodyPr/>
          <a:lstStyle/>
          <a:p>
            <a:pPr>
              <a:defRPr/>
            </a:pPr>
            <a:endParaRPr lang="en-US"/>
          </a:p>
        </p:txBody>
      </p:sp>
      <p:sp>
        <p:nvSpPr>
          <p:cNvPr id="3" name="Footer Placeholder 2">
            <a:extLst>
              <a:ext uri="{FF2B5EF4-FFF2-40B4-BE49-F238E27FC236}">
                <a16:creationId xmlns:a16="http://schemas.microsoft.com/office/drawing/2014/main" id="{E5CFEF7C-69F1-47DB-D918-02BAA6F51123}"/>
              </a:ext>
            </a:extLst>
          </p:cNvPr>
          <p:cNvSpPr>
            <a:spLocks noGrp="1"/>
          </p:cNvSpPr>
          <p:nvPr>
            <p:ph type="ftr" sz="quarter" idx="11"/>
          </p:nvPr>
        </p:nvSpPr>
        <p:spPr/>
        <p:txBody>
          <a:bodyPr/>
          <a:lstStyle/>
          <a:p>
            <a:pPr>
              <a:defRPr/>
            </a:pPr>
            <a:endParaRPr lang="en-US"/>
          </a:p>
        </p:txBody>
      </p:sp>
      <p:sp>
        <p:nvSpPr>
          <p:cNvPr id="4" name="Slide Number Placeholder 3">
            <a:extLst>
              <a:ext uri="{FF2B5EF4-FFF2-40B4-BE49-F238E27FC236}">
                <a16:creationId xmlns:a16="http://schemas.microsoft.com/office/drawing/2014/main" id="{592C8296-C1DB-DDB6-85AD-6D19EB6CC362}"/>
              </a:ext>
            </a:extLst>
          </p:cNvPr>
          <p:cNvSpPr>
            <a:spLocks noGrp="1"/>
          </p:cNvSpPr>
          <p:nvPr>
            <p:ph type="sldNum" sz="quarter" idx="12"/>
          </p:nvPr>
        </p:nvSpPr>
        <p:spPr/>
        <p:txBody>
          <a:bodyPr/>
          <a:lstStyle/>
          <a:p>
            <a:pPr>
              <a:defRPr/>
            </a:pPr>
            <a:fld id="{3E07A919-8DD9-45D9-8909-2931A099B072}" type="slidenum">
              <a:rPr lang="en-US" altLang="en-US" smtClean="0"/>
              <a:pPr>
                <a:defRPr/>
              </a:pPr>
              <a:t>‹#›</a:t>
            </a:fld>
            <a:endParaRPr lang="en-US" altLang="en-US"/>
          </a:p>
        </p:txBody>
      </p:sp>
    </p:spTree>
    <p:extLst>
      <p:ext uri="{BB962C8B-B14F-4D97-AF65-F5344CB8AC3E}">
        <p14:creationId xmlns:p14="http://schemas.microsoft.com/office/powerpoint/2010/main" val="175305048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36CF78-6B74-9F33-4008-A44F688D19EC}"/>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MY"/>
          </a:p>
        </p:txBody>
      </p:sp>
      <p:sp>
        <p:nvSpPr>
          <p:cNvPr id="3" name="Content Placeholder 2">
            <a:extLst>
              <a:ext uri="{FF2B5EF4-FFF2-40B4-BE49-F238E27FC236}">
                <a16:creationId xmlns:a16="http://schemas.microsoft.com/office/drawing/2014/main" id="{80F71706-715E-AAC8-330D-9E62F578BD11}"/>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Text Placeholder 3">
            <a:extLst>
              <a:ext uri="{FF2B5EF4-FFF2-40B4-BE49-F238E27FC236}">
                <a16:creationId xmlns:a16="http://schemas.microsoft.com/office/drawing/2014/main" id="{1CF7ABC3-B135-4362-9FF8-C2C462E498AB}"/>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EB14B821-A0F9-A7D3-60A9-5F1B1893EA58}"/>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794DF87B-6F4A-3680-6864-78E180C48640}"/>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A0E6A3C7-2631-CBCC-5588-E5DE9A0C34E4}"/>
              </a:ext>
            </a:extLst>
          </p:cNvPr>
          <p:cNvSpPr>
            <a:spLocks noGrp="1"/>
          </p:cNvSpPr>
          <p:nvPr>
            <p:ph type="sldNum" sz="quarter" idx="12"/>
          </p:nvPr>
        </p:nvSpPr>
        <p:spPr/>
        <p:txBody>
          <a:bodyPr/>
          <a:lstStyle/>
          <a:p>
            <a:pPr>
              <a:defRPr/>
            </a:pPr>
            <a:fld id="{2B24AB6C-9762-4A38-AEA6-C734029FB467}" type="slidenum">
              <a:rPr lang="en-US" altLang="en-US" smtClean="0"/>
              <a:pPr>
                <a:defRPr/>
              </a:pPr>
              <a:t>‹#›</a:t>
            </a:fld>
            <a:endParaRPr lang="en-US" altLang="en-US"/>
          </a:p>
        </p:txBody>
      </p:sp>
    </p:spTree>
    <p:extLst>
      <p:ext uri="{BB962C8B-B14F-4D97-AF65-F5344CB8AC3E}">
        <p14:creationId xmlns:p14="http://schemas.microsoft.com/office/powerpoint/2010/main" val="387649316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91C20-31A9-8841-6631-A8D6F80BA101}"/>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endParaRPr lang="en-MY"/>
          </a:p>
        </p:txBody>
      </p:sp>
      <p:sp>
        <p:nvSpPr>
          <p:cNvPr id="3" name="Picture Placeholder 2">
            <a:extLst>
              <a:ext uri="{FF2B5EF4-FFF2-40B4-BE49-F238E27FC236}">
                <a16:creationId xmlns:a16="http://schemas.microsoft.com/office/drawing/2014/main" id="{04393271-DA9B-7C4B-C0CE-3839097BE613}"/>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MY"/>
          </a:p>
        </p:txBody>
      </p:sp>
      <p:sp>
        <p:nvSpPr>
          <p:cNvPr id="4" name="Text Placeholder 3">
            <a:extLst>
              <a:ext uri="{FF2B5EF4-FFF2-40B4-BE49-F238E27FC236}">
                <a16:creationId xmlns:a16="http://schemas.microsoft.com/office/drawing/2014/main" id="{6692C469-E61D-898A-8B30-7410E25EBC24}"/>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0AB9AE-F280-D48B-22B9-471696666D29}"/>
              </a:ext>
            </a:extLst>
          </p:cNvPr>
          <p:cNvSpPr>
            <a:spLocks noGrp="1"/>
          </p:cNvSpPr>
          <p:nvPr>
            <p:ph type="dt" sz="half" idx="10"/>
          </p:nvPr>
        </p:nvSpPr>
        <p:spPr/>
        <p:txBody>
          <a:bodyPr/>
          <a:lstStyle/>
          <a:p>
            <a:pPr>
              <a:defRPr/>
            </a:pPr>
            <a:endParaRPr lang="en-US"/>
          </a:p>
        </p:txBody>
      </p:sp>
      <p:sp>
        <p:nvSpPr>
          <p:cNvPr id="6" name="Footer Placeholder 5">
            <a:extLst>
              <a:ext uri="{FF2B5EF4-FFF2-40B4-BE49-F238E27FC236}">
                <a16:creationId xmlns:a16="http://schemas.microsoft.com/office/drawing/2014/main" id="{C4C76C80-4899-D7C7-87D7-A37CB308FD7D}"/>
              </a:ext>
            </a:extLst>
          </p:cNvPr>
          <p:cNvSpPr>
            <a:spLocks noGrp="1"/>
          </p:cNvSpPr>
          <p:nvPr>
            <p:ph type="ftr" sz="quarter" idx="11"/>
          </p:nvPr>
        </p:nvSpPr>
        <p:spPr/>
        <p:txBody>
          <a:bodyPr/>
          <a:lstStyle/>
          <a:p>
            <a:pPr>
              <a:defRPr/>
            </a:pPr>
            <a:endParaRPr lang="en-US"/>
          </a:p>
        </p:txBody>
      </p:sp>
      <p:sp>
        <p:nvSpPr>
          <p:cNvPr id="7" name="Slide Number Placeholder 6">
            <a:extLst>
              <a:ext uri="{FF2B5EF4-FFF2-40B4-BE49-F238E27FC236}">
                <a16:creationId xmlns:a16="http://schemas.microsoft.com/office/drawing/2014/main" id="{449E04C0-4BD3-63E7-60A0-D5D4E2B67723}"/>
              </a:ext>
            </a:extLst>
          </p:cNvPr>
          <p:cNvSpPr>
            <a:spLocks noGrp="1"/>
          </p:cNvSpPr>
          <p:nvPr>
            <p:ph type="sldNum" sz="quarter" idx="12"/>
          </p:nvPr>
        </p:nvSpPr>
        <p:spPr/>
        <p:txBody>
          <a:bodyPr/>
          <a:lstStyle/>
          <a:p>
            <a:pPr>
              <a:defRPr/>
            </a:pPr>
            <a:fld id="{EB89B76A-A4FD-4EC8-876A-5F4B6F0045BC}" type="slidenum">
              <a:rPr lang="en-US" altLang="en-US" smtClean="0"/>
              <a:pPr>
                <a:defRPr/>
              </a:pPr>
              <a:t>‹#›</a:t>
            </a:fld>
            <a:endParaRPr lang="en-US" altLang="en-US"/>
          </a:p>
        </p:txBody>
      </p:sp>
    </p:spTree>
    <p:extLst>
      <p:ext uri="{BB962C8B-B14F-4D97-AF65-F5344CB8AC3E}">
        <p14:creationId xmlns:p14="http://schemas.microsoft.com/office/powerpoint/2010/main" val="296107169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1F7C5-285A-A7B2-196D-A847D0879742}"/>
              </a:ext>
            </a:extLst>
          </p:cNvPr>
          <p:cNvSpPr>
            <a:spLocks noGrp="1"/>
          </p:cNvSpPr>
          <p:nvPr>
            <p:ph type="title"/>
          </p:nvPr>
        </p:nvSpPr>
        <p:spPr/>
        <p:txBody>
          <a:bodyPr/>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A1B2FE76-4E1D-5EB6-24DA-85D708842B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58A81B3C-CC0B-F81D-D744-3281BD4ACA23}"/>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46C665FB-9DF0-00F4-B74F-720896C7D369}"/>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3E39F111-FC7D-4F1A-9F78-DFFF7D7B7466}"/>
              </a:ext>
            </a:extLst>
          </p:cNvPr>
          <p:cNvSpPr>
            <a:spLocks noGrp="1"/>
          </p:cNvSpPr>
          <p:nvPr>
            <p:ph type="sldNum" sz="quarter" idx="12"/>
          </p:nvPr>
        </p:nvSpPr>
        <p:spPr/>
        <p:txBody>
          <a:bodyPr/>
          <a:lstStyle/>
          <a:p>
            <a:pPr>
              <a:defRPr/>
            </a:pPr>
            <a:fld id="{AF73D9C2-8D01-46D1-A23C-BFB2824B1554}" type="slidenum">
              <a:rPr lang="en-US" altLang="en-US" smtClean="0"/>
              <a:pPr>
                <a:defRPr/>
              </a:pPr>
              <a:t>‹#›</a:t>
            </a:fld>
            <a:endParaRPr lang="en-US" altLang="en-US"/>
          </a:p>
        </p:txBody>
      </p:sp>
    </p:spTree>
    <p:extLst>
      <p:ext uri="{BB962C8B-B14F-4D97-AF65-F5344CB8AC3E}">
        <p14:creationId xmlns:p14="http://schemas.microsoft.com/office/powerpoint/2010/main" val="318617521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E7038F-C422-9285-D150-6416F6A1E628}"/>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MY"/>
          </a:p>
        </p:txBody>
      </p:sp>
      <p:sp>
        <p:nvSpPr>
          <p:cNvPr id="3" name="Vertical Text Placeholder 2">
            <a:extLst>
              <a:ext uri="{FF2B5EF4-FFF2-40B4-BE49-F238E27FC236}">
                <a16:creationId xmlns:a16="http://schemas.microsoft.com/office/drawing/2014/main" id="{7E0FFA0F-48C2-5433-3B56-E681730999FB}"/>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0BDE8BD8-FAF5-2394-CB79-1803C32DDD5F}"/>
              </a:ext>
            </a:extLst>
          </p:cNvPr>
          <p:cNvSpPr>
            <a:spLocks noGrp="1"/>
          </p:cNvSpPr>
          <p:nvPr>
            <p:ph type="dt" sz="half" idx="10"/>
          </p:nvPr>
        </p:nvSpPr>
        <p:spPr/>
        <p:txBody>
          <a:bodyPr/>
          <a:lstStyle/>
          <a:p>
            <a:pPr>
              <a:defRPr/>
            </a:pPr>
            <a:endParaRPr lang="en-US"/>
          </a:p>
        </p:txBody>
      </p:sp>
      <p:sp>
        <p:nvSpPr>
          <p:cNvPr id="5" name="Footer Placeholder 4">
            <a:extLst>
              <a:ext uri="{FF2B5EF4-FFF2-40B4-BE49-F238E27FC236}">
                <a16:creationId xmlns:a16="http://schemas.microsoft.com/office/drawing/2014/main" id="{AB07F58F-C0F4-C5D1-F9FD-57CFB00B3928}"/>
              </a:ext>
            </a:extLst>
          </p:cNvPr>
          <p:cNvSpPr>
            <a:spLocks noGrp="1"/>
          </p:cNvSpPr>
          <p:nvPr>
            <p:ph type="ftr" sz="quarter" idx="11"/>
          </p:nvPr>
        </p:nvSpPr>
        <p:spPr/>
        <p:txBody>
          <a:bodyPr/>
          <a:lstStyle/>
          <a:p>
            <a:pPr>
              <a:defRPr/>
            </a:pPr>
            <a:endParaRPr lang="en-US"/>
          </a:p>
        </p:txBody>
      </p:sp>
      <p:sp>
        <p:nvSpPr>
          <p:cNvPr id="6" name="Slide Number Placeholder 5">
            <a:extLst>
              <a:ext uri="{FF2B5EF4-FFF2-40B4-BE49-F238E27FC236}">
                <a16:creationId xmlns:a16="http://schemas.microsoft.com/office/drawing/2014/main" id="{2F29E983-F0B7-EFB7-8D64-ED91A750238C}"/>
              </a:ext>
            </a:extLst>
          </p:cNvPr>
          <p:cNvSpPr>
            <a:spLocks noGrp="1"/>
          </p:cNvSpPr>
          <p:nvPr>
            <p:ph type="sldNum" sz="quarter" idx="12"/>
          </p:nvPr>
        </p:nvSpPr>
        <p:spPr/>
        <p:txBody>
          <a:bodyPr/>
          <a:lstStyle/>
          <a:p>
            <a:pPr>
              <a:defRPr/>
            </a:pPr>
            <a:fld id="{BEEB91E2-F912-44B4-90BD-7021EF5ABF16}" type="slidenum">
              <a:rPr lang="en-US" altLang="en-US" smtClean="0"/>
              <a:pPr>
                <a:defRPr/>
              </a:pPr>
              <a:t>‹#›</a:t>
            </a:fld>
            <a:endParaRPr lang="en-US" altLang="en-US"/>
          </a:p>
        </p:txBody>
      </p:sp>
    </p:spTree>
    <p:extLst>
      <p:ext uri="{BB962C8B-B14F-4D97-AF65-F5344CB8AC3E}">
        <p14:creationId xmlns:p14="http://schemas.microsoft.com/office/powerpoint/2010/main" val="24384278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228600"/>
            <a:ext cx="8204200" cy="1143000"/>
          </a:xfrm>
        </p:spPr>
        <p:txBody>
          <a:bodyPr/>
          <a:lstStyle/>
          <a:p>
            <a:r>
              <a:rPr lang="en-US"/>
              <a:t>Click to edit Master title style</a:t>
            </a:r>
            <a:endParaRPr lang="en-MY"/>
          </a:p>
        </p:txBody>
      </p:sp>
      <p:sp>
        <p:nvSpPr>
          <p:cNvPr id="3" name="Text Placeholder 2"/>
          <p:cNvSpPr>
            <a:spLocks noGrp="1"/>
          </p:cNvSpPr>
          <p:nvPr>
            <p:ph type="body" sz="half" idx="1"/>
          </p:nvPr>
        </p:nvSpPr>
        <p:spPr>
          <a:xfrm>
            <a:off x="457200" y="1885950"/>
            <a:ext cx="4013200"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quarter" idx="2"/>
          </p:nvPr>
        </p:nvSpPr>
        <p:spPr>
          <a:xfrm>
            <a:off x="4622800" y="1885950"/>
            <a:ext cx="4013200" cy="2009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Content Placeholder 4"/>
          <p:cNvSpPr>
            <a:spLocks noGrp="1"/>
          </p:cNvSpPr>
          <p:nvPr>
            <p:ph sz="quarter" idx="3"/>
          </p:nvPr>
        </p:nvSpPr>
        <p:spPr>
          <a:xfrm>
            <a:off x="4622800" y="4048125"/>
            <a:ext cx="4013200" cy="2009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Rectangle 4">
            <a:extLst>
              <a:ext uri="{FF2B5EF4-FFF2-40B4-BE49-F238E27FC236}">
                <a16:creationId xmlns:a16="http://schemas.microsoft.com/office/drawing/2014/main" id="{A84720F2-8721-C169-6935-429B809E16A6}"/>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3DA136F0-4065-E351-B41E-01FC0717488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6972136B-6F9C-510C-C697-A0DC6D12F5D2}"/>
              </a:ext>
            </a:extLst>
          </p:cNvPr>
          <p:cNvSpPr>
            <a:spLocks noGrp="1" noChangeArrowheads="1"/>
          </p:cNvSpPr>
          <p:nvPr>
            <p:ph type="sldNum" sz="quarter" idx="12"/>
          </p:nvPr>
        </p:nvSpPr>
        <p:spPr>
          <a:ln/>
        </p:spPr>
        <p:txBody>
          <a:bodyPr/>
          <a:lstStyle>
            <a:lvl1pPr>
              <a:defRPr/>
            </a:lvl1pPr>
          </a:lstStyle>
          <a:p>
            <a:pPr>
              <a:defRPr/>
            </a:pPr>
            <a:fld id="{CED289CC-678F-4DC9-BA1C-96D802BEE467}" type="slidenum">
              <a:rPr lang="en-US" altLang="en-US"/>
              <a:pPr>
                <a:defRPr/>
              </a:pPr>
              <a:t>‹#›</a:t>
            </a:fld>
            <a:endParaRPr lang="en-US" altLang="en-US"/>
          </a:p>
        </p:txBody>
      </p:sp>
    </p:spTree>
    <p:extLst>
      <p:ext uri="{BB962C8B-B14F-4D97-AF65-F5344CB8AC3E}">
        <p14:creationId xmlns:p14="http://schemas.microsoft.com/office/powerpoint/2010/main" val="31027519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946404" y="758952"/>
            <a:ext cx="7063740" cy="4041648"/>
          </a:xfrm>
        </p:spPr>
        <p:txBody>
          <a:bodyPr anchor="b">
            <a:normAutofit/>
          </a:bodyPr>
          <a:lstStyle>
            <a:lvl1pPr algn="l">
              <a:lnSpc>
                <a:spcPct val="85000"/>
              </a:lnSpc>
              <a:defRPr sz="66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946404" y="4800600"/>
            <a:ext cx="7063740" cy="1691640"/>
          </a:xfrm>
        </p:spPr>
        <p:txBody>
          <a:bodyPr>
            <a:normAutofit/>
          </a:bodyPr>
          <a:lstStyle>
            <a:lvl1pPr marL="0" indent="0" algn="l">
              <a:buNone/>
              <a:defRPr sz="2000" baseline="0">
                <a:solidFill>
                  <a:schemeClr val="tx1">
                    <a:lumMod val="8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Date Placeholder 7"/>
          <p:cNvSpPr>
            <a:spLocks noGrp="1"/>
          </p:cNvSpPr>
          <p:nvPr>
            <p:ph type="dt" sz="half" idx="10"/>
          </p:nvPr>
        </p:nvSpPr>
        <p:spPr/>
        <p:txBody>
          <a:bodyPr/>
          <a:lstStyle>
            <a:lvl1pPr>
              <a:defRPr>
                <a:solidFill>
                  <a:schemeClr val="bg2">
                    <a:lumMod val="20000"/>
                    <a:lumOff val="80000"/>
                  </a:schemeClr>
                </a:solidFill>
              </a:defRPr>
            </a:lvl1pPr>
          </a:lstStyle>
          <a:p>
            <a:pPr>
              <a:defRPr/>
            </a:pPr>
            <a:endParaRPr lang="en-US"/>
          </a:p>
        </p:txBody>
      </p:sp>
      <p:sp>
        <p:nvSpPr>
          <p:cNvPr id="9" name="Footer Placeholder 8"/>
          <p:cNvSpPr>
            <a:spLocks noGrp="1"/>
          </p:cNvSpPr>
          <p:nvPr>
            <p:ph type="ftr" sz="quarter" idx="11"/>
          </p:nvPr>
        </p:nvSpPr>
        <p:spPr/>
        <p:txBody>
          <a:bodyPr/>
          <a:lstStyle>
            <a:lvl1pPr>
              <a:defRPr>
                <a:solidFill>
                  <a:schemeClr val="bg2">
                    <a:lumMod val="20000"/>
                    <a:lumOff val="80000"/>
                  </a:schemeClr>
                </a:solidFill>
              </a:defRPr>
            </a:lvl1pPr>
          </a:lstStyle>
          <a:p>
            <a:pPr>
              <a:defRPr/>
            </a:pPr>
            <a:endParaRPr lang="en-GB"/>
          </a:p>
        </p:txBody>
      </p:sp>
      <p:sp>
        <p:nvSpPr>
          <p:cNvPr id="10" name="Slide Number Placeholder 9"/>
          <p:cNvSpPr>
            <a:spLocks noGrp="1"/>
          </p:cNvSpPr>
          <p:nvPr>
            <p:ph type="sldNum" sz="quarter" idx="12"/>
          </p:nvPr>
        </p:nvSpPr>
        <p:spPr/>
        <p:txBody>
          <a:bodyPr/>
          <a:lstStyle>
            <a:lvl1pPr>
              <a:defRPr>
                <a:solidFill>
                  <a:schemeClr val="bg2">
                    <a:lumMod val="60000"/>
                    <a:lumOff val="40000"/>
                  </a:schemeClr>
                </a:solidFill>
              </a:defRPr>
            </a:lvl1pPr>
          </a:lstStyle>
          <a:p>
            <a:pPr>
              <a:defRPr/>
            </a:pPr>
            <a:fld id="{CD148E37-DFAA-4290-8CDB-8197171D26FC}" type="slidenum">
              <a:rPr lang="en-US" altLang="en-US" smtClean="0"/>
              <a:pPr>
                <a:defRPr/>
              </a:pPr>
              <a:t>‹#›</a:t>
            </a:fld>
            <a:endParaRPr lang="en-US" altLang="en-US"/>
          </a:p>
        </p:txBody>
      </p:sp>
    </p:spTree>
    <p:extLst>
      <p:ext uri="{BB962C8B-B14F-4D97-AF65-F5344CB8AC3E}">
        <p14:creationId xmlns:p14="http://schemas.microsoft.com/office/powerpoint/2010/main" val="93070437"/>
      </p:ext>
    </p:extLst>
  </p:cSld>
  <p:clrMapOvr>
    <a:overrideClrMapping bg1="dk1" tx1="lt1" bg2="dk2" tx2="lt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83E425D1-565D-4F16-B535-31176600B756}" type="slidenum">
              <a:rPr lang="en-US" altLang="en-US" smtClean="0"/>
              <a:pPr>
                <a:defRPr/>
              </a:pPr>
              <a:t>‹#›</a:t>
            </a:fld>
            <a:endParaRPr lang="en-US" altLang="en-US"/>
          </a:p>
        </p:txBody>
      </p:sp>
    </p:spTree>
    <p:extLst>
      <p:ext uri="{BB962C8B-B14F-4D97-AF65-F5344CB8AC3E}">
        <p14:creationId xmlns:p14="http://schemas.microsoft.com/office/powerpoint/2010/main" val="324557128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46404" y="758952"/>
            <a:ext cx="7063740" cy="4041648"/>
          </a:xfrm>
        </p:spPr>
        <p:txBody>
          <a:bodyPr anchor="b">
            <a:normAutofit/>
          </a:bodyPr>
          <a:lstStyle>
            <a:lvl1pPr>
              <a:lnSpc>
                <a:spcPct val="85000"/>
              </a:lnSpc>
              <a:defRPr sz="6600" b="0"/>
            </a:lvl1pPr>
          </a:lstStyle>
          <a:p>
            <a:r>
              <a:rPr lang="en-US"/>
              <a:t>Click to edit Master title style</a:t>
            </a:r>
            <a:endParaRPr lang="en-US" dirty="0"/>
          </a:p>
        </p:txBody>
      </p:sp>
      <p:sp>
        <p:nvSpPr>
          <p:cNvPr id="3" name="Text Placeholder 2"/>
          <p:cNvSpPr>
            <a:spLocks noGrp="1"/>
          </p:cNvSpPr>
          <p:nvPr>
            <p:ph type="body" idx="1"/>
          </p:nvPr>
        </p:nvSpPr>
        <p:spPr>
          <a:xfrm>
            <a:off x="946404" y="4800600"/>
            <a:ext cx="7063740" cy="1691640"/>
          </a:xfrm>
        </p:spPr>
        <p:txBody>
          <a:bodyPr anchor="t">
            <a:normAutofit/>
          </a:bodyPr>
          <a:lstStyle>
            <a:lvl1pPr marL="0" indent="0">
              <a:buNone/>
              <a:defRPr sz="20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F109885-6ED5-4FC1-B1A8-411BE2C9250F}" type="slidenum">
              <a:rPr lang="en-US" altLang="en-US" smtClean="0"/>
              <a:pPr>
                <a:defRPr/>
              </a:pPr>
              <a:t>‹#›</a:t>
            </a:fld>
            <a:endParaRPr lang="en-US" altLang="en-US"/>
          </a:p>
        </p:txBody>
      </p:sp>
      <p:sp>
        <p:nvSpPr>
          <p:cNvPr id="7" name="Rectangle 6"/>
          <p:cNvSpPr/>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89950694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46404"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94860" y="1828801"/>
            <a:ext cx="336042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805D33C-7025-4564-A2DB-A6281BDF5C01}" type="slidenum">
              <a:rPr lang="en-US" altLang="en-US" smtClean="0"/>
              <a:pPr>
                <a:defRPr/>
              </a:pPr>
              <a:t>‹#›</a:t>
            </a:fld>
            <a:endParaRPr lang="en-US" altLang="en-US"/>
          </a:p>
        </p:txBody>
      </p:sp>
    </p:spTree>
    <p:extLst>
      <p:ext uri="{BB962C8B-B14F-4D97-AF65-F5344CB8AC3E}">
        <p14:creationId xmlns:p14="http://schemas.microsoft.com/office/powerpoint/2010/main" val="8273649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946404" y="1717185"/>
            <a:ext cx="3360420" cy="731520"/>
          </a:xfrm>
        </p:spPr>
        <p:txBody>
          <a:bodyPr anchor="b">
            <a:normAutofit/>
          </a:bodyPr>
          <a:lstStyle>
            <a:lvl1pPr marL="0" indent="0">
              <a:spcBef>
                <a:spcPts val="0"/>
              </a:spcBef>
              <a:buNone/>
              <a:defRPr sz="1800" b="0">
                <a:solidFill>
                  <a:schemeClr val="tx2"/>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46404"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10"/>
          <p:cNvSpPr>
            <a:spLocks noGrp="1"/>
          </p:cNvSpPr>
          <p:nvPr>
            <p:ph type="body" sz="quarter" idx="13"/>
          </p:nvPr>
        </p:nvSpPr>
        <p:spPr>
          <a:xfrm>
            <a:off x="4599432" y="1717185"/>
            <a:ext cx="3364992" cy="731520"/>
          </a:xfrm>
        </p:spPr>
        <p:txBody>
          <a:bodyPr anchor="b">
            <a:normAutofit/>
          </a:bodyPr>
          <a:lstStyle>
            <a:lvl1pPr marL="0" indent="0">
              <a:buFontTx/>
              <a:buNone/>
              <a:defRPr lang="en-US" sz="1800" b="0" kern="1200" spc="10" baseline="0" dirty="0">
                <a:solidFill>
                  <a:schemeClr val="tx2"/>
                </a:solidFill>
                <a:latin typeface="+mn-lt"/>
                <a:ea typeface="+mn-ea"/>
                <a:cs typeface="+mn-cs"/>
              </a:defRPr>
            </a:lvl1pPr>
          </a:lstStyle>
          <a:p>
            <a:pPr marL="0" lvl="0" indent="0" algn="l" defTabSz="914400" rtl="0" eaLnBrk="1" latinLnBrk="0" hangingPunct="1">
              <a:lnSpc>
                <a:spcPct val="95000"/>
              </a:lnSpc>
              <a:spcBef>
                <a:spcPts val="0"/>
              </a:spcBef>
              <a:spcAft>
                <a:spcPts val="200"/>
              </a:spcAft>
              <a:buClr>
                <a:schemeClr val="accent1"/>
              </a:buClr>
              <a:buSzPct val="80000"/>
              <a:buNone/>
            </a:pPr>
            <a:r>
              <a:rPr lang="en-US"/>
              <a:t>Click to edit Master text styles</a:t>
            </a:r>
          </a:p>
        </p:txBody>
      </p:sp>
      <p:sp>
        <p:nvSpPr>
          <p:cNvPr id="6" name="Content Placeholder 5"/>
          <p:cNvSpPr>
            <a:spLocks noGrp="1"/>
          </p:cNvSpPr>
          <p:nvPr>
            <p:ph sz="quarter" idx="4"/>
          </p:nvPr>
        </p:nvSpPr>
        <p:spPr>
          <a:xfrm>
            <a:off x="4594860" y="2507550"/>
            <a:ext cx="336042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6204E2C0-AEB2-4E17-BA55-022A4E3C4B5E}" type="slidenum">
              <a:rPr lang="en-US" altLang="en-US" smtClean="0"/>
              <a:pPr>
                <a:defRPr/>
              </a:pPr>
              <a:t>‹#›</a:t>
            </a:fld>
            <a:endParaRPr lang="en-US" altLang="en-US"/>
          </a:p>
        </p:txBody>
      </p:sp>
    </p:spTree>
    <p:extLst>
      <p:ext uri="{BB962C8B-B14F-4D97-AF65-F5344CB8AC3E}">
        <p14:creationId xmlns:p14="http://schemas.microsoft.com/office/powerpoint/2010/main" val="352703727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0E1C930F-0E50-4C5A-9F5E-19A1B4637382}" type="slidenum">
              <a:rPr lang="en-US" altLang="en-US" smtClean="0"/>
              <a:pPr>
                <a:defRPr/>
              </a:pPr>
              <a:t>‹#›</a:t>
            </a:fld>
            <a:endParaRPr lang="en-US" altLang="en-US"/>
          </a:p>
        </p:txBody>
      </p:sp>
    </p:spTree>
    <p:extLst>
      <p:ext uri="{BB962C8B-B14F-4D97-AF65-F5344CB8AC3E}">
        <p14:creationId xmlns:p14="http://schemas.microsoft.com/office/powerpoint/2010/main" val="394297153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3E07A919-8DD9-45D9-8909-2931A099B072}" type="slidenum">
              <a:rPr lang="en-US" altLang="en-US" smtClean="0"/>
              <a:pPr>
                <a:defRPr/>
              </a:pPr>
              <a:t>‹#›</a:t>
            </a:fld>
            <a:endParaRPr lang="en-US" altLang="en-US"/>
          </a:p>
        </p:txBody>
      </p:sp>
    </p:spTree>
    <p:extLst>
      <p:ext uri="{BB962C8B-B14F-4D97-AF65-F5344CB8AC3E}">
        <p14:creationId xmlns:p14="http://schemas.microsoft.com/office/powerpoint/2010/main" val="10342789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400300" cy="1600197"/>
          </a:xfrm>
        </p:spPr>
        <p:txBody>
          <a:bodyPr anchor="b">
            <a:normAutofit/>
          </a:bodyPr>
          <a:lstStyle>
            <a:lvl1pPr>
              <a:defRPr sz="2800" b="0" baseline="0"/>
            </a:lvl1pPr>
          </a:lstStyle>
          <a:p>
            <a:r>
              <a:rPr lang="en-US"/>
              <a:t>Click to edit Master title style</a:t>
            </a:r>
            <a:endParaRPr lang="en-US" dirty="0"/>
          </a:p>
        </p:txBody>
      </p:sp>
      <p:sp>
        <p:nvSpPr>
          <p:cNvPr id="3" name="Content Placeholder 2"/>
          <p:cNvSpPr>
            <a:spLocks noGrp="1"/>
          </p:cNvSpPr>
          <p:nvPr>
            <p:ph idx="1"/>
          </p:nvPr>
        </p:nvSpPr>
        <p:spPr>
          <a:xfrm>
            <a:off x="3378200" y="685800"/>
            <a:ext cx="4559300" cy="5486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30936" y="2099735"/>
            <a:ext cx="24003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2B24AB6C-9762-4A38-AEA6-C734029FB467}" type="slidenum">
              <a:rPr lang="en-US" altLang="en-US" smtClean="0"/>
              <a:pPr>
                <a:defRPr/>
              </a:pPr>
              <a:t>‹#›</a:t>
            </a:fld>
            <a:endParaRPr lang="en-US" altLang="en-US"/>
          </a:p>
        </p:txBody>
      </p:sp>
    </p:spTree>
    <p:extLst>
      <p:ext uri="{BB962C8B-B14F-4D97-AF65-F5344CB8AC3E}">
        <p14:creationId xmlns:p14="http://schemas.microsoft.com/office/powerpoint/2010/main" val="43457980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846963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5800" y="5257800"/>
            <a:ext cx="748665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846963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800" y="6108590"/>
            <a:ext cx="748665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EB89B76A-A4FD-4EC8-876A-5F4B6F0045BC}" type="slidenum">
              <a:rPr lang="en-US" altLang="en-US" smtClean="0"/>
              <a:pPr>
                <a:defRPr/>
              </a:pPr>
              <a:t>‹#›</a:t>
            </a:fld>
            <a:endParaRPr lang="en-US" altLang="en-US"/>
          </a:p>
        </p:txBody>
      </p:sp>
    </p:spTree>
    <p:extLst>
      <p:ext uri="{BB962C8B-B14F-4D97-AF65-F5344CB8AC3E}">
        <p14:creationId xmlns:p14="http://schemas.microsoft.com/office/powerpoint/2010/main" val="12051510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AF73D9C2-8D01-46D1-A23C-BFB2824B1554}" type="slidenum">
              <a:rPr lang="en-US" altLang="en-US" smtClean="0"/>
              <a:pPr>
                <a:defRPr/>
              </a:pPr>
              <a:t>‹#›</a:t>
            </a:fld>
            <a:endParaRPr lang="en-US" altLang="en-US"/>
          </a:p>
        </p:txBody>
      </p:sp>
    </p:spTree>
    <p:extLst>
      <p:ext uri="{BB962C8B-B14F-4D97-AF65-F5344CB8AC3E}">
        <p14:creationId xmlns:p14="http://schemas.microsoft.com/office/powerpoint/2010/main" val="106134550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6525" y="381000"/>
            <a:ext cx="1857375"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71500" y="381000"/>
            <a:ext cx="5800725"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BEEB91E2-F912-44B4-90BD-7021EF5ABF16}" type="slidenum">
              <a:rPr lang="en-US" altLang="en-US" smtClean="0"/>
              <a:pPr>
                <a:defRPr/>
              </a:pPr>
              <a:t>‹#›</a:t>
            </a:fld>
            <a:endParaRPr lang="en-US" altLang="en-US"/>
          </a:p>
        </p:txBody>
      </p:sp>
    </p:spTree>
    <p:extLst>
      <p:ext uri="{BB962C8B-B14F-4D97-AF65-F5344CB8AC3E}">
        <p14:creationId xmlns:p14="http://schemas.microsoft.com/office/powerpoint/2010/main" val="108117349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06400" y="228600"/>
            <a:ext cx="8204200" cy="1143000"/>
          </a:xfrm>
        </p:spPr>
        <p:txBody>
          <a:bodyPr/>
          <a:lstStyle/>
          <a:p>
            <a:r>
              <a:rPr lang="en-US"/>
              <a:t>Click to edit Master title style</a:t>
            </a:r>
            <a:endParaRPr lang="en-MY"/>
          </a:p>
        </p:txBody>
      </p:sp>
      <p:sp>
        <p:nvSpPr>
          <p:cNvPr id="3" name="Text Placeholder 2"/>
          <p:cNvSpPr>
            <a:spLocks noGrp="1"/>
          </p:cNvSpPr>
          <p:nvPr>
            <p:ph type="body" sz="half" idx="1"/>
          </p:nvPr>
        </p:nvSpPr>
        <p:spPr>
          <a:xfrm>
            <a:off x="457200" y="1885950"/>
            <a:ext cx="4013200" cy="41719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Content Placeholder 3"/>
          <p:cNvSpPr>
            <a:spLocks noGrp="1"/>
          </p:cNvSpPr>
          <p:nvPr>
            <p:ph sz="quarter" idx="2"/>
          </p:nvPr>
        </p:nvSpPr>
        <p:spPr>
          <a:xfrm>
            <a:off x="4622800" y="1885950"/>
            <a:ext cx="4013200" cy="2009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Content Placeholder 4"/>
          <p:cNvSpPr>
            <a:spLocks noGrp="1"/>
          </p:cNvSpPr>
          <p:nvPr>
            <p:ph sz="quarter" idx="3"/>
          </p:nvPr>
        </p:nvSpPr>
        <p:spPr>
          <a:xfrm>
            <a:off x="4622800" y="4048125"/>
            <a:ext cx="4013200" cy="20097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Rectangle 4">
            <a:extLst>
              <a:ext uri="{FF2B5EF4-FFF2-40B4-BE49-F238E27FC236}">
                <a16:creationId xmlns:a16="http://schemas.microsoft.com/office/drawing/2014/main" id="{A84720F2-8721-C169-6935-429B809E16A6}"/>
              </a:ext>
            </a:extLst>
          </p:cNvPr>
          <p:cNvSpPr>
            <a:spLocks noGrp="1" noChangeArrowheads="1"/>
          </p:cNvSpPr>
          <p:nvPr>
            <p:ph type="dt" sz="half" idx="10"/>
          </p:nvPr>
        </p:nvSpPr>
        <p:spPr>
          <a:ln/>
        </p:spPr>
        <p:txBody>
          <a:bodyPr/>
          <a:lstStyle>
            <a:lvl1pPr>
              <a:defRPr/>
            </a:lvl1pPr>
          </a:lstStyle>
          <a:p>
            <a:pPr>
              <a:defRPr/>
            </a:pPr>
            <a:endParaRPr lang="en-US"/>
          </a:p>
        </p:txBody>
      </p:sp>
      <p:sp>
        <p:nvSpPr>
          <p:cNvPr id="7" name="Rectangle 5">
            <a:extLst>
              <a:ext uri="{FF2B5EF4-FFF2-40B4-BE49-F238E27FC236}">
                <a16:creationId xmlns:a16="http://schemas.microsoft.com/office/drawing/2014/main" id="{3DA136F0-4065-E351-B41E-01FC0717488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8" name="Rectangle 6">
            <a:extLst>
              <a:ext uri="{FF2B5EF4-FFF2-40B4-BE49-F238E27FC236}">
                <a16:creationId xmlns:a16="http://schemas.microsoft.com/office/drawing/2014/main" id="{6972136B-6F9C-510C-C697-A0DC6D12F5D2}"/>
              </a:ext>
            </a:extLst>
          </p:cNvPr>
          <p:cNvSpPr>
            <a:spLocks noGrp="1" noChangeArrowheads="1"/>
          </p:cNvSpPr>
          <p:nvPr>
            <p:ph type="sldNum" sz="quarter" idx="12"/>
          </p:nvPr>
        </p:nvSpPr>
        <p:spPr>
          <a:ln/>
        </p:spPr>
        <p:txBody>
          <a:bodyPr/>
          <a:lstStyle>
            <a:lvl1pPr>
              <a:defRPr/>
            </a:lvl1pPr>
          </a:lstStyle>
          <a:p>
            <a:pPr>
              <a:defRPr/>
            </a:pPr>
            <a:fld id="{CED289CC-678F-4DC9-BA1C-96D802BEE467}" type="slidenum">
              <a:rPr lang="en-US" altLang="en-US"/>
              <a:pPr>
                <a:defRPr/>
              </a:pPr>
              <a:t>‹#›</a:t>
            </a:fld>
            <a:endParaRPr lang="en-US" altLang="en-US"/>
          </a:p>
        </p:txBody>
      </p:sp>
    </p:spTree>
    <p:extLst>
      <p:ext uri="{BB962C8B-B14F-4D97-AF65-F5344CB8AC3E}">
        <p14:creationId xmlns:p14="http://schemas.microsoft.com/office/powerpoint/2010/main" val="21781859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theme" Target="../theme/theme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3D010DD3-BDDC-0168-8F7D-DF9EAB5DCEC5}"/>
              </a:ext>
            </a:extLst>
          </p:cNvPr>
          <p:cNvSpPr>
            <a:spLocks noGrp="1" noChangeArrowheads="1"/>
          </p:cNvSpPr>
          <p:nvPr>
            <p:ph type="title"/>
          </p:nvPr>
        </p:nvSpPr>
        <p:spPr bwMode="auto">
          <a:xfrm>
            <a:off x="406400" y="228600"/>
            <a:ext cx="8204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3075" name="Rectangle 3">
            <a:extLst>
              <a:ext uri="{FF2B5EF4-FFF2-40B4-BE49-F238E27FC236}">
                <a16:creationId xmlns:a16="http://schemas.microsoft.com/office/drawing/2014/main" id="{9B1AB6F8-F843-583C-51DA-1B36DE701D08}"/>
              </a:ext>
            </a:extLst>
          </p:cNvPr>
          <p:cNvSpPr>
            <a:spLocks noGrp="1" noChangeArrowheads="1"/>
          </p:cNvSpPr>
          <p:nvPr>
            <p:ph type="body" idx="1"/>
          </p:nvPr>
        </p:nvSpPr>
        <p:spPr bwMode="auto">
          <a:xfrm>
            <a:off x="457200" y="1885950"/>
            <a:ext cx="81788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9156" name="Rectangle 4">
            <a:extLst>
              <a:ext uri="{FF2B5EF4-FFF2-40B4-BE49-F238E27FC236}">
                <a16:creationId xmlns:a16="http://schemas.microsoft.com/office/drawing/2014/main" id="{E6758B7E-A12A-82A2-7FF1-0741E264DA2D}"/>
              </a:ext>
            </a:extLst>
          </p:cNvPr>
          <p:cNvSpPr>
            <a:spLocks noGrp="1" noChangeArrowheads="1"/>
          </p:cNvSpPr>
          <p:nvPr>
            <p:ph type="dt" sz="half" idx="2"/>
          </p:nvPr>
        </p:nvSpPr>
        <p:spPr bwMode="auto">
          <a:xfrm>
            <a:off x="431800" y="6229350"/>
            <a:ext cx="19050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spcBef>
                <a:spcPct val="50000"/>
              </a:spcBef>
              <a:buClrTx/>
              <a:buFontTx/>
              <a:buNone/>
              <a:defRPr kumimoji="0" sz="1400">
                <a:solidFill>
                  <a:schemeClr val="bg2"/>
                </a:solidFill>
                <a:latin typeface="Arial" pitchFamily="34" charset="0"/>
              </a:defRPr>
            </a:lvl1pPr>
          </a:lstStyle>
          <a:p>
            <a:pPr>
              <a:defRPr/>
            </a:pPr>
            <a:endParaRPr lang="en-US"/>
          </a:p>
        </p:txBody>
      </p:sp>
      <p:sp>
        <p:nvSpPr>
          <p:cNvPr id="49157" name="Rectangle 5">
            <a:extLst>
              <a:ext uri="{FF2B5EF4-FFF2-40B4-BE49-F238E27FC236}">
                <a16:creationId xmlns:a16="http://schemas.microsoft.com/office/drawing/2014/main" id="{73E15F71-D4A2-0599-A54F-07A4DC37383C}"/>
              </a:ext>
            </a:extLst>
          </p:cNvPr>
          <p:cNvSpPr>
            <a:spLocks noGrp="1" noChangeArrowheads="1"/>
          </p:cNvSpPr>
          <p:nvPr>
            <p:ph type="ftr" sz="quarter" idx="3"/>
          </p:nvPr>
        </p:nvSpPr>
        <p:spPr bwMode="auto">
          <a:xfrm>
            <a:off x="3124200" y="6229350"/>
            <a:ext cx="28956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ctr">
              <a:spcBef>
                <a:spcPct val="50000"/>
              </a:spcBef>
              <a:buClrTx/>
              <a:buFontTx/>
              <a:buNone/>
              <a:defRPr kumimoji="0" sz="1400">
                <a:solidFill>
                  <a:schemeClr val="bg2"/>
                </a:solidFill>
                <a:latin typeface="Arial" pitchFamily="34" charset="0"/>
              </a:defRPr>
            </a:lvl1pPr>
          </a:lstStyle>
          <a:p>
            <a:pPr>
              <a:defRPr/>
            </a:pPr>
            <a:endParaRPr lang="en-US"/>
          </a:p>
        </p:txBody>
      </p:sp>
      <p:sp>
        <p:nvSpPr>
          <p:cNvPr id="49158" name="Rectangle 6">
            <a:extLst>
              <a:ext uri="{FF2B5EF4-FFF2-40B4-BE49-F238E27FC236}">
                <a16:creationId xmlns:a16="http://schemas.microsoft.com/office/drawing/2014/main" id="{373F24EA-221E-527A-F395-F0385093293D}"/>
              </a:ext>
            </a:extLst>
          </p:cNvPr>
          <p:cNvSpPr>
            <a:spLocks noGrp="1" noChangeArrowheads="1"/>
          </p:cNvSpPr>
          <p:nvPr>
            <p:ph type="sldNum" sz="quarter" idx="4"/>
          </p:nvPr>
        </p:nvSpPr>
        <p:spPr bwMode="auto">
          <a:xfrm>
            <a:off x="6731000" y="6229350"/>
            <a:ext cx="19050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spcBef>
                <a:spcPct val="50000"/>
              </a:spcBef>
              <a:defRPr kumimoji="0" sz="1400">
                <a:solidFill>
                  <a:schemeClr val="bg2"/>
                </a:solidFill>
                <a:latin typeface="Arial" panose="020B0604020202020204" pitchFamily="34" charset="0"/>
              </a:defRPr>
            </a:lvl1pPr>
          </a:lstStyle>
          <a:p>
            <a:pPr>
              <a:defRPr/>
            </a:pPr>
            <a:fld id="{546CC224-479E-442C-A9D8-9E3F5C447F76}" type="slidenum">
              <a:rPr lang="en-US" altLang="en-US"/>
              <a:pPr>
                <a:defRPr/>
              </a:pPr>
              <a:t>‹#›</a:t>
            </a:fld>
            <a:endParaRPr lang="en-US" altLang="en-US"/>
          </a:p>
        </p:txBody>
      </p:sp>
      <p:sp>
        <p:nvSpPr>
          <p:cNvPr id="3079" name="Line 7">
            <a:extLst>
              <a:ext uri="{FF2B5EF4-FFF2-40B4-BE49-F238E27FC236}">
                <a16:creationId xmlns:a16="http://schemas.microsoft.com/office/drawing/2014/main" id="{44068261-A4A5-E66E-B07F-EA69EA6033CE}"/>
              </a:ext>
            </a:extLst>
          </p:cNvPr>
          <p:cNvSpPr>
            <a:spLocks noChangeShapeType="1"/>
          </p:cNvSpPr>
          <p:nvPr/>
        </p:nvSpPr>
        <p:spPr bwMode="auto">
          <a:xfrm>
            <a:off x="457200" y="1600200"/>
            <a:ext cx="81534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lIns="90000" tIns="46800" rIns="90000" bIns="46800" anchor="ctr"/>
          <a:lstStyle/>
          <a:p>
            <a:endParaRPr lang="en-MY"/>
          </a:p>
        </p:txBody>
      </p:sp>
    </p:spTree>
  </p:cSld>
  <p:clrMap bg1="lt1" tx1="dk1" bg2="lt2" tx2="dk2" accent1="accent1" accent2="accent2" accent3="accent3" accent4="accent4" accent5="accent5" accent6="accent6" hlink="hlink" folHlink="folHlink"/>
  <p:sldLayoutIdLst>
    <p:sldLayoutId id="2147484189" r:id="rId1"/>
    <p:sldLayoutId id="2147484166" r:id="rId2"/>
    <p:sldLayoutId id="2147484167" r:id="rId3"/>
    <p:sldLayoutId id="2147484168" r:id="rId4"/>
    <p:sldLayoutId id="2147484169" r:id="rId5"/>
    <p:sldLayoutId id="2147484170" r:id="rId6"/>
    <p:sldLayoutId id="2147484171" r:id="rId7"/>
    <p:sldLayoutId id="2147484172" r:id="rId8"/>
    <p:sldLayoutId id="2147484173" r:id="rId9"/>
    <p:sldLayoutId id="2147484174" r:id="rId10"/>
    <p:sldLayoutId id="2147484175" r:id="rId11"/>
    <p:sldLayoutId id="2147484176" r:id="rId12"/>
  </p:sldLayoutIdLst>
  <p:txStyles>
    <p:title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Arial Black" pitchFamily="34" charset="0"/>
        </a:defRPr>
      </a:lvl2pPr>
      <a:lvl3pPr algn="l" rtl="0" eaLnBrk="0" fontAlgn="base" hangingPunct="0">
        <a:spcBef>
          <a:spcPct val="0"/>
        </a:spcBef>
        <a:spcAft>
          <a:spcPct val="0"/>
        </a:spcAft>
        <a:defRPr kumimoji="1" sz="3600">
          <a:solidFill>
            <a:schemeClr val="tx2"/>
          </a:solidFill>
          <a:latin typeface="Arial Black" pitchFamily="34" charset="0"/>
        </a:defRPr>
      </a:lvl3pPr>
      <a:lvl4pPr algn="l" rtl="0" eaLnBrk="0" fontAlgn="base" hangingPunct="0">
        <a:spcBef>
          <a:spcPct val="0"/>
        </a:spcBef>
        <a:spcAft>
          <a:spcPct val="0"/>
        </a:spcAft>
        <a:defRPr kumimoji="1" sz="3600">
          <a:solidFill>
            <a:schemeClr val="tx2"/>
          </a:solidFill>
          <a:latin typeface="Arial Black" pitchFamily="34" charset="0"/>
        </a:defRPr>
      </a:lvl4pPr>
      <a:lvl5pPr algn="l" rtl="0" eaLnBrk="0" fontAlgn="base" hangingPunct="0">
        <a:spcBef>
          <a:spcPct val="0"/>
        </a:spcBef>
        <a:spcAft>
          <a:spcPct val="0"/>
        </a:spcAft>
        <a:defRPr kumimoji="1" sz="3600">
          <a:solidFill>
            <a:schemeClr val="tx2"/>
          </a:solidFill>
          <a:latin typeface="Arial Black" pitchFamily="34" charset="0"/>
        </a:defRPr>
      </a:lvl5pPr>
      <a:lvl6pPr marL="457200" algn="l" rtl="0" eaLnBrk="0" fontAlgn="base" hangingPunct="0">
        <a:spcBef>
          <a:spcPct val="0"/>
        </a:spcBef>
        <a:spcAft>
          <a:spcPct val="0"/>
        </a:spcAft>
        <a:defRPr kumimoji="1" sz="3600">
          <a:solidFill>
            <a:schemeClr val="tx2"/>
          </a:solidFill>
          <a:latin typeface="Arial Black" pitchFamily="34" charset="0"/>
        </a:defRPr>
      </a:lvl6pPr>
      <a:lvl7pPr marL="914400" algn="l" rtl="0" eaLnBrk="0" fontAlgn="base" hangingPunct="0">
        <a:spcBef>
          <a:spcPct val="0"/>
        </a:spcBef>
        <a:spcAft>
          <a:spcPct val="0"/>
        </a:spcAft>
        <a:defRPr kumimoji="1" sz="3600">
          <a:solidFill>
            <a:schemeClr val="tx2"/>
          </a:solidFill>
          <a:latin typeface="Arial Black" pitchFamily="34" charset="0"/>
        </a:defRPr>
      </a:lvl7pPr>
      <a:lvl8pPr marL="1371600" algn="l" rtl="0" eaLnBrk="0" fontAlgn="base" hangingPunct="0">
        <a:spcBef>
          <a:spcPct val="0"/>
        </a:spcBef>
        <a:spcAft>
          <a:spcPct val="0"/>
        </a:spcAft>
        <a:defRPr kumimoji="1" sz="3600">
          <a:solidFill>
            <a:schemeClr val="tx2"/>
          </a:solidFill>
          <a:latin typeface="Arial Black" pitchFamily="34" charset="0"/>
        </a:defRPr>
      </a:lvl8pPr>
      <a:lvl9pPr marL="1828800" algn="l" rtl="0" eaLnBrk="0" fontAlgn="base" hangingPunct="0">
        <a:spcBef>
          <a:spcPct val="0"/>
        </a:spcBef>
        <a:spcAft>
          <a:spcPct val="0"/>
        </a:spcAft>
        <a:defRPr kumimoji="1" sz="3600">
          <a:solidFill>
            <a:schemeClr val="tx2"/>
          </a:solidFill>
          <a:latin typeface="Arial Black" pitchFamily="34" charset="0"/>
        </a:defRPr>
      </a:lvl9pPr>
    </p:titleStyle>
    <p:bodyStyle>
      <a:lvl1pPr marL="342900" indent="-342900" algn="l" rtl="0" eaLnBrk="0" fontAlgn="base" hangingPunct="0">
        <a:spcBef>
          <a:spcPct val="20000"/>
        </a:spcBef>
        <a:spcAft>
          <a:spcPct val="0"/>
        </a:spcAft>
        <a:buClr>
          <a:srgbClr val="FF0000"/>
        </a:buClr>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Char char="o"/>
        <a:defRPr kumimoji="1" sz="2400">
          <a:solidFill>
            <a:schemeClr val="tx1"/>
          </a:solidFill>
          <a:latin typeface="+mn-lt"/>
        </a:defRPr>
      </a:lvl2pPr>
      <a:lvl3pPr marL="1143000" indent="-228600" algn="l" rtl="0" eaLnBrk="0" fontAlgn="base" hangingPunct="0">
        <a:spcBef>
          <a:spcPct val="20000"/>
        </a:spcBef>
        <a:spcAft>
          <a:spcPct val="0"/>
        </a:spcAft>
        <a:buClr>
          <a:srgbClr val="FF0000"/>
        </a:buClr>
        <a:buFont typeface="Times New Roman" panose="02020603050405020304" pitchFamily="18" charset="0"/>
        <a:buChar char="–"/>
        <a:defRPr kumimoji="1" sz="2000">
          <a:solidFill>
            <a:schemeClr val="tx1"/>
          </a:solidFill>
          <a:latin typeface="+mn-lt"/>
        </a:defRPr>
      </a:lvl3pPr>
      <a:lvl4pPr marL="1600200" indent="-228600" algn="l" rtl="0" eaLnBrk="0" fontAlgn="base" hangingPunct="0">
        <a:spcBef>
          <a:spcPct val="20000"/>
        </a:spcBef>
        <a:spcAft>
          <a:spcPct val="0"/>
        </a:spcAft>
        <a:buClr>
          <a:srgbClr val="FF0000"/>
        </a:buClr>
        <a:buChar char="•"/>
        <a:defRPr kumimoji="1">
          <a:solidFill>
            <a:schemeClr val="tx1"/>
          </a:solidFill>
          <a:latin typeface="+mn-lt"/>
        </a:defRPr>
      </a:lvl4pPr>
      <a:lvl5pPr marL="2057400" indent="-228600" algn="l" rtl="0" eaLnBrk="0" fontAlgn="base" hangingPunct="0">
        <a:spcBef>
          <a:spcPct val="20000"/>
        </a:spcBef>
        <a:spcAft>
          <a:spcPct val="0"/>
        </a:spcAft>
        <a:buClr>
          <a:srgbClr val="FF0000"/>
        </a:buClr>
        <a:buChar char="–"/>
        <a:defRPr kumimoji="1">
          <a:solidFill>
            <a:schemeClr val="tx1"/>
          </a:solidFill>
          <a:latin typeface="+mn-lt"/>
        </a:defRPr>
      </a:lvl5pPr>
      <a:lvl6pPr marL="2514600" indent="-228600" algn="l" rtl="0" eaLnBrk="0" fontAlgn="base" hangingPunct="0">
        <a:spcBef>
          <a:spcPct val="20000"/>
        </a:spcBef>
        <a:spcAft>
          <a:spcPct val="0"/>
        </a:spcAft>
        <a:buClr>
          <a:srgbClr val="FF0000"/>
        </a:buClr>
        <a:buChar char="–"/>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
        <a:defRPr kumimoji="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46832-A01E-5BC2-721B-46E5CE427FF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91A752DC-E516-D034-B8D7-1B4BC6C8448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8EF06F81-D669-ED6F-C1F2-E98C7E7EC78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306C7261-72ED-DECF-7A2C-C12E3282D2E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458C59C2-DB6F-B3A3-D2D8-1483CFE7E80A}"/>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6204E2C0-AEB2-4E17-BA55-022A4E3C4B5E}" type="slidenum">
              <a:rPr lang="en-US" altLang="en-US" smtClean="0"/>
              <a:pPr>
                <a:defRPr/>
              </a:pPr>
              <a:t>‹#›</a:t>
            </a:fld>
            <a:endParaRPr lang="en-US" altLang="en-US"/>
          </a:p>
        </p:txBody>
      </p:sp>
    </p:spTree>
    <p:extLst>
      <p:ext uri="{BB962C8B-B14F-4D97-AF65-F5344CB8AC3E}">
        <p14:creationId xmlns:p14="http://schemas.microsoft.com/office/powerpoint/2010/main" val="2110089213"/>
      </p:ext>
    </p:extLst>
  </p:cSld>
  <p:clrMap bg1="lt1" tx1="dk1" bg2="lt2" tx2="dk2" accent1="accent1" accent2="accent2" accent3="accent3" accent4="accent4" accent5="accent5" accent6="accent6" hlink="hlink" folHlink="folHlink"/>
  <p:sldLayoutIdLst>
    <p:sldLayoutId id="2147484204" r:id="rId1"/>
    <p:sldLayoutId id="2147484205" r:id="rId2"/>
    <p:sldLayoutId id="2147484206" r:id="rId3"/>
    <p:sldLayoutId id="2147484207" r:id="rId4"/>
    <p:sldLayoutId id="2147484208" r:id="rId5"/>
    <p:sldLayoutId id="2147484209" r:id="rId6"/>
    <p:sldLayoutId id="2147484210" r:id="rId7"/>
    <p:sldLayoutId id="2147484211" r:id="rId8"/>
    <p:sldLayoutId id="2147484212" r:id="rId9"/>
    <p:sldLayoutId id="2147484213" r:id="rId10"/>
    <p:sldLayoutId id="2147484214" r:id="rId11"/>
    <p:sldLayoutId id="2147484215"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46832-A01E-5BC2-721B-46E5CE427FF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91A752DC-E516-D034-B8D7-1B4BC6C8448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8EF06F81-D669-ED6F-C1F2-E98C7E7EC78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7305F132-773D-4E68-BA80-D5462D994C1A}" type="datetime1">
              <a:rPr lang="en-GB" smtClean="0"/>
              <a:pPr>
                <a:defRPr/>
              </a:pPr>
              <a:t>04/10/2025</a:t>
            </a:fld>
            <a:endParaRPr lang="en-GB"/>
          </a:p>
        </p:txBody>
      </p:sp>
      <p:sp>
        <p:nvSpPr>
          <p:cNvPr id="5" name="Footer Placeholder 4">
            <a:extLst>
              <a:ext uri="{FF2B5EF4-FFF2-40B4-BE49-F238E27FC236}">
                <a16:creationId xmlns:a16="http://schemas.microsoft.com/office/drawing/2014/main" id="{306C7261-72ED-DECF-7A2C-C12E3282D2E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GB"/>
          </a:p>
        </p:txBody>
      </p:sp>
      <p:sp>
        <p:nvSpPr>
          <p:cNvPr id="6" name="Slide Number Placeholder 5">
            <a:extLst>
              <a:ext uri="{FF2B5EF4-FFF2-40B4-BE49-F238E27FC236}">
                <a16:creationId xmlns:a16="http://schemas.microsoft.com/office/drawing/2014/main" id="{458C59C2-DB6F-B3A3-D2D8-1483CFE7E80A}"/>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ACAD3A15-AC5F-4AE0-879A-1B40FE016548}" type="slidenum">
              <a:rPr lang="en-GB" altLang="en-US" smtClean="0"/>
              <a:pPr>
                <a:defRPr/>
              </a:pPr>
              <a:t>‹#›</a:t>
            </a:fld>
            <a:endParaRPr lang="en-GB" altLang="en-US"/>
          </a:p>
        </p:txBody>
      </p:sp>
    </p:spTree>
    <p:extLst>
      <p:ext uri="{BB962C8B-B14F-4D97-AF65-F5344CB8AC3E}">
        <p14:creationId xmlns:p14="http://schemas.microsoft.com/office/powerpoint/2010/main" val="1372423078"/>
      </p:ext>
    </p:extLst>
  </p:cSld>
  <p:clrMap bg1="lt1" tx1="dk1" bg2="lt2" tx2="dk2" accent1="accent1" accent2="accent2" accent3="accent3" accent4="accent4" accent5="accent5" accent6="accent6" hlink="hlink" folHlink="folHlink"/>
  <p:sldLayoutIdLst>
    <p:sldLayoutId id="2147484217" r:id="rId1"/>
    <p:sldLayoutId id="2147484218" r:id="rId2"/>
    <p:sldLayoutId id="2147484219" r:id="rId3"/>
    <p:sldLayoutId id="2147484220" r:id="rId4"/>
    <p:sldLayoutId id="2147484221" r:id="rId5"/>
    <p:sldLayoutId id="2147484222" r:id="rId6"/>
    <p:sldLayoutId id="2147484223" r:id="rId7"/>
    <p:sldLayoutId id="2147484224" r:id="rId8"/>
    <p:sldLayoutId id="2147484225" r:id="rId9"/>
    <p:sldLayoutId id="2147484226" r:id="rId10"/>
    <p:sldLayoutId id="2147484227" r:id="rId11"/>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F46832-A01E-5BC2-721B-46E5CE427FF7}"/>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MY"/>
          </a:p>
        </p:txBody>
      </p:sp>
      <p:sp>
        <p:nvSpPr>
          <p:cNvPr id="3" name="Text Placeholder 2">
            <a:extLst>
              <a:ext uri="{FF2B5EF4-FFF2-40B4-BE49-F238E27FC236}">
                <a16:creationId xmlns:a16="http://schemas.microsoft.com/office/drawing/2014/main" id="{91A752DC-E516-D034-B8D7-1B4BC6C84482}"/>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4" name="Date Placeholder 3">
            <a:extLst>
              <a:ext uri="{FF2B5EF4-FFF2-40B4-BE49-F238E27FC236}">
                <a16:creationId xmlns:a16="http://schemas.microsoft.com/office/drawing/2014/main" id="{8EF06F81-D669-ED6F-C1F2-E98C7E7EC78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306C7261-72ED-DECF-7A2C-C12E3282D2E6}"/>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458C59C2-DB6F-B3A3-D2D8-1483CFE7E80A}"/>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6204E2C0-AEB2-4E17-BA55-022A4E3C4B5E}" type="slidenum">
              <a:rPr lang="en-US" altLang="en-US" smtClean="0"/>
              <a:pPr>
                <a:defRPr/>
              </a:pPr>
              <a:t>‹#›</a:t>
            </a:fld>
            <a:endParaRPr lang="en-US" altLang="en-US"/>
          </a:p>
        </p:txBody>
      </p:sp>
    </p:spTree>
    <p:extLst>
      <p:ext uri="{BB962C8B-B14F-4D97-AF65-F5344CB8AC3E}">
        <p14:creationId xmlns:p14="http://schemas.microsoft.com/office/powerpoint/2010/main" val="1658458876"/>
      </p:ext>
    </p:extLst>
  </p:cSld>
  <p:clrMap bg1="lt1" tx1="dk1" bg2="lt2" tx2="dk2" accent1="accent1" accent2="accent2" accent3="accent3" accent4="accent4" accent5="accent5" accent6="accent6" hlink="hlink" folHlink="folHlink"/>
  <p:sldLayoutIdLst>
    <p:sldLayoutId id="2147484229" r:id="rId1"/>
    <p:sldLayoutId id="2147484230" r:id="rId2"/>
    <p:sldLayoutId id="2147484231" r:id="rId3"/>
    <p:sldLayoutId id="2147484232" r:id="rId4"/>
    <p:sldLayoutId id="2147484233" r:id="rId5"/>
    <p:sldLayoutId id="2147484234" r:id="rId6"/>
    <p:sldLayoutId id="2147484235" r:id="rId7"/>
    <p:sldLayoutId id="2147484236" r:id="rId8"/>
    <p:sldLayoutId id="2147484237" r:id="rId9"/>
    <p:sldLayoutId id="2147484238" r:id="rId10"/>
    <p:sldLayoutId id="2147484239" r:id="rId11"/>
    <p:sldLayoutId id="2147484240"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8418195" y="0"/>
            <a:ext cx="73152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946404" y="365760"/>
            <a:ext cx="726948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946404" y="1828801"/>
            <a:ext cx="644652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7831456" y="1044178"/>
            <a:ext cx="1904999" cy="273844"/>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pPr>
              <a:defRPr/>
            </a:pPr>
            <a:endParaRPr lang="en-US"/>
          </a:p>
        </p:txBody>
      </p:sp>
      <p:sp>
        <p:nvSpPr>
          <p:cNvPr id="5" name="Footer Placeholder 4"/>
          <p:cNvSpPr>
            <a:spLocks noGrp="1"/>
          </p:cNvSpPr>
          <p:nvPr>
            <p:ph type="ftr" sz="quarter" idx="3"/>
          </p:nvPr>
        </p:nvSpPr>
        <p:spPr>
          <a:xfrm rot="16200000">
            <a:off x="6993255" y="4092178"/>
            <a:ext cx="3581400" cy="273844"/>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pPr>
              <a:defRPr/>
            </a:pPr>
            <a:endParaRPr lang="en-US"/>
          </a:p>
        </p:txBody>
      </p:sp>
      <p:sp>
        <p:nvSpPr>
          <p:cNvPr id="6" name="Slide Number Placeholder 5"/>
          <p:cNvSpPr>
            <a:spLocks noGrp="1"/>
          </p:cNvSpPr>
          <p:nvPr>
            <p:ph type="sldNum" sz="quarter" idx="4"/>
          </p:nvPr>
        </p:nvSpPr>
        <p:spPr>
          <a:xfrm>
            <a:off x="8441055" y="6172201"/>
            <a:ext cx="685800" cy="593725"/>
          </a:xfrm>
          <a:prstGeom prst="rect">
            <a:avLst/>
          </a:prstGeom>
        </p:spPr>
        <p:txBody>
          <a:bodyPr vert="horz" lIns="27432" tIns="45720" rIns="27432" bIns="45720" rtlCol="0" anchor="ctr">
            <a:normAutofit/>
          </a:bodyPr>
          <a:lstStyle>
            <a:lvl1pPr algn="ctr">
              <a:defRPr sz="3200">
                <a:solidFill>
                  <a:schemeClr val="tx2">
                    <a:lumMod val="60000"/>
                    <a:lumOff val="40000"/>
                  </a:schemeClr>
                </a:solidFill>
              </a:defRPr>
            </a:lvl1pPr>
          </a:lstStyle>
          <a:p>
            <a:pPr>
              <a:defRPr/>
            </a:pPr>
            <a:fld id="{546CC224-479E-442C-A9D8-9E3F5C447F76}" type="slidenum">
              <a:rPr lang="en-US" altLang="en-US" smtClean="0"/>
              <a:pPr>
                <a:defRPr/>
              </a:pPr>
              <a:t>‹#›</a:t>
            </a:fld>
            <a:endParaRPr lang="en-US" altLang="en-US"/>
          </a:p>
        </p:txBody>
      </p:sp>
    </p:spTree>
    <p:extLst>
      <p:ext uri="{BB962C8B-B14F-4D97-AF65-F5344CB8AC3E}">
        <p14:creationId xmlns:p14="http://schemas.microsoft.com/office/powerpoint/2010/main" val="464524285"/>
      </p:ext>
    </p:extLst>
  </p:cSld>
  <p:clrMap bg1="lt1" tx1="dk1" bg2="lt2" tx2="dk2" accent1="accent1" accent2="accent2" accent3="accent3" accent4="accent4" accent5="accent5" accent6="accent6" hlink="hlink" folHlink="folHlink"/>
  <p:sldLayoutIdLst>
    <p:sldLayoutId id="2147484242" r:id="rId1"/>
    <p:sldLayoutId id="2147484243" r:id="rId2"/>
    <p:sldLayoutId id="2147484244" r:id="rId3"/>
    <p:sldLayoutId id="2147484245" r:id="rId4"/>
    <p:sldLayoutId id="2147484246" r:id="rId5"/>
    <p:sldLayoutId id="2147484247" r:id="rId6"/>
    <p:sldLayoutId id="2147484248" r:id="rId7"/>
    <p:sldLayoutId id="2147484249" r:id="rId8"/>
    <p:sldLayoutId id="2147484250" r:id="rId9"/>
    <p:sldLayoutId id="2147484251" r:id="rId10"/>
    <p:sldLayoutId id="2147484252" r:id="rId11"/>
    <p:sldLayoutId id="2147484253" r:id="rId12"/>
  </p:sldLayoutIdLst>
  <p:txStyles>
    <p:titleStyle>
      <a:lvl1pPr algn="l" defTabSz="914400" rtl="0" eaLnBrk="1" latinLnBrk="0" hangingPunct="1">
        <a:lnSpc>
          <a:spcPct val="90000"/>
        </a:lnSpc>
        <a:spcBef>
          <a:spcPct val="0"/>
        </a:spcBef>
        <a:buNone/>
        <a:defRPr sz="40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4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4.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4.xml"/><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54.xml"/><Relationship Id="rId4" Type="http://schemas.openxmlformats.org/officeDocument/2006/relationships/image" Target="../media/image11.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54.xml"/></Relationships>
</file>

<file path=ppt/slides/_rels/slide16.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sv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49.xml"/><Relationship Id="rId6" Type="http://schemas.openxmlformats.org/officeDocument/2006/relationships/diagramColors" Target="../diagrams/colors2.xml"/><Relationship Id="rId11" Type="http://schemas.openxmlformats.org/officeDocument/2006/relationships/image" Target="../media/image16.svg"/><Relationship Id="rId5" Type="http://schemas.openxmlformats.org/officeDocument/2006/relationships/diagramQuickStyle" Target="../diagrams/quickStyle2.xml"/><Relationship Id="rId10" Type="http://schemas.openxmlformats.org/officeDocument/2006/relationships/image" Target="../media/image15.png"/><Relationship Id="rId4" Type="http://schemas.openxmlformats.org/officeDocument/2006/relationships/diagramLayout" Target="../diagrams/layout2.xml"/><Relationship Id="rId9" Type="http://schemas.openxmlformats.org/officeDocument/2006/relationships/image" Target="../media/image14.svg"/></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5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4.xml"/></Relationships>
</file>

<file path=ppt/slides/_rels/slide1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49.xml"/><Relationship Id="rId1" Type="http://schemas.openxmlformats.org/officeDocument/2006/relationships/video" Target="https://www.youtube.com/embed/nlwmj4moK1c?feature=oembed"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2.xml"/><Relationship Id="rId1" Type="http://schemas.openxmlformats.org/officeDocument/2006/relationships/slideLayout" Target="../slideLayouts/slideLayout54.xml"/><Relationship Id="rId4" Type="http://schemas.openxmlformats.org/officeDocument/2006/relationships/image" Target="../media/image22.jpeg"/></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49.xml"/><Relationship Id="rId1" Type="http://schemas.openxmlformats.org/officeDocument/2006/relationships/video" Target="https://www.youtube.com/embed/YnnGbcM-H8c?feature=oembed"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54.xml"/></Relationships>
</file>

<file path=ppt/slides/_rels/slide2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3.xml"/><Relationship Id="rId1" Type="http://schemas.openxmlformats.org/officeDocument/2006/relationships/slideLayout" Target="../slideLayouts/slideLayout5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4.xml"/></Relationships>
</file>

<file path=ppt/slides/_rels/slide28.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54.xml"/><Relationship Id="rId4" Type="http://schemas.openxmlformats.org/officeDocument/2006/relationships/hyperlink" Target="https://www.youtube.com/watch?v=IoqA6fCyIpk" TargetMode="External"/></Relationships>
</file>

<file path=ppt/slides/_rels/slide29.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emf"/><Relationship Id="rId1" Type="http://schemas.openxmlformats.org/officeDocument/2006/relationships/slideLayout" Target="../slideLayouts/slideLayout53.xml"/></Relationships>
</file>

<file path=ppt/slides/_rels/slide3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49.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5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5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4.xml"/></Relationships>
</file>

<file path=ppt/slides/_rels/slide38.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54.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0.xml"/><Relationship Id="rId1" Type="http://schemas.openxmlformats.org/officeDocument/2006/relationships/slideLayout" Target="../slideLayouts/slideLayout54.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4.xml"/><Relationship Id="rId1" Type="http://schemas.openxmlformats.org/officeDocument/2006/relationships/video" Target="https://www.youtube.com/embed/ZKbRbAHGmmk?feature=oembed" TargetMode="External"/><Relationship Id="rId4" Type="http://schemas.openxmlformats.org/officeDocument/2006/relationships/image" Target="../media/image35.jpeg"/></Relationships>
</file>

<file path=ppt/slides/_rels/slide4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54.xml"/></Relationships>
</file>

<file path=ppt/slides/_rels/slide4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3.xml"/><Relationship Id="rId1" Type="http://schemas.openxmlformats.org/officeDocument/2006/relationships/slideLayout" Target="../slideLayouts/slideLayout5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4.xml"/></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54.xml"/></Relationships>
</file>

<file path=ppt/slides/_rels/slide45.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slideLayout" Target="../slideLayouts/slideLayout49.xml"/><Relationship Id="rId1" Type="http://schemas.openxmlformats.org/officeDocument/2006/relationships/video" Target="https://www.youtube.com/embed/DPioENtAHuY?feature=oembed" TargetMode="External"/></Relationships>
</file>

<file path=ppt/slides/_rels/slide4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26.xml"/><Relationship Id="rId1" Type="http://schemas.openxmlformats.org/officeDocument/2006/relationships/slideLayout" Target="../slideLayouts/slideLayout49.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9.xml"/></Relationships>
</file>

<file path=ppt/slides/_rels/slide4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8.xml"/><Relationship Id="rId1" Type="http://schemas.openxmlformats.org/officeDocument/2006/relationships/slideLayout" Target="../slideLayouts/slideLayout49.xml"/><Relationship Id="rId4" Type="http://schemas.openxmlformats.org/officeDocument/2006/relationships/image" Target="../media/image42.jpeg"/></Relationships>
</file>

<file path=ppt/slides/_rels/slide4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9.xml"/><Relationship Id="rId1" Type="http://schemas.openxmlformats.org/officeDocument/2006/relationships/slideLayout" Target="../slideLayouts/slideLayout54.xml"/><Relationship Id="rId4" Type="http://schemas.openxmlformats.org/officeDocument/2006/relationships/image" Target="../media/image44.jpe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5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31.xml"/></Relationships>
</file>

<file path=ppt/slides/_rels/slide5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24.jpeg"/><Relationship Id="rId1" Type="http://schemas.openxmlformats.org/officeDocument/2006/relationships/slideLayout" Target="../slideLayouts/slideLayout31.xml"/><Relationship Id="rId4" Type="http://schemas.openxmlformats.org/officeDocument/2006/relationships/image" Target="../media/image46.jpeg"/></Relationships>
</file>

<file path=ppt/slides/_rels/slide54.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3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1.xml"/><Relationship Id="rId1" Type="http://schemas.openxmlformats.org/officeDocument/2006/relationships/slideLayout" Target="../slideLayouts/slideLayout54.xml"/><Relationship Id="rId4" Type="http://schemas.openxmlformats.org/officeDocument/2006/relationships/image" Target="../media/image48.jpeg"/></Relationships>
</file>

<file path=ppt/slides/_rels/slide5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32.xml"/><Relationship Id="rId1" Type="http://schemas.openxmlformats.org/officeDocument/2006/relationships/slideLayout" Target="../slideLayouts/slideLayout49.xml"/></Relationships>
</file>

<file path=ppt/slides/_rels/slide5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33.xml"/><Relationship Id="rId1" Type="http://schemas.openxmlformats.org/officeDocument/2006/relationships/slideLayout" Target="../slideLayouts/slideLayout49.xml"/><Relationship Id="rId4" Type="http://schemas.openxmlformats.org/officeDocument/2006/relationships/image" Target="../media/image51.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62.xml.rels><?xml version="1.0" encoding="UTF-8" standalone="yes"?>
<Relationships xmlns="http://schemas.openxmlformats.org/package/2006/relationships"><Relationship Id="rId3" Type="http://schemas.openxmlformats.org/officeDocument/2006/relationships/image" Target="../media/image52.emf"/><Relationship Id="rId2" Type="http://schemas.openxmlformats.org/officeDocument/2006/relationships/notesSlide" Target="../notesSlides/notesSlide34.xml"/><Relationship Id="rId1" Type="http://schemas.openxmlformats.org/officeDocument/2006/relationships/slideLayout" Target="../slideLayouts/slideLayout53.xml"/></Relationships>
</file>

<file path=ppt/slides/_rels/slide63.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notesSlide" Target="../notesSlides/notesSlide35.xml"/><Relationship Id="rId1" Type="http://schemas.openxmlformats.org/officeDocument/2006/relationships/slideLayout" Target="../slideLayouts/slideLayout53.xml"/></Relationships>
</file>

<file path=ppt/slides/_rels/slide64.xml.rels><?xml version="1.0" encoding="UTF-8" standalone="yes"?>
<Relationships xmlns="http://schemas.openxmlformats.org/package/2006/relationships"><Relationship Id="rId3" Type="http://schemas.openxmlformats.org/officeDocument/2006/relationships/image" Target="../media/image54.emf"/><Relationship Id="rId2" Type="http://schemas.openxmlformats.org/officeDocument/2006/relationships/notesSlide" Target="../notesSlides/notesSlide36.xml"/><Relationship Id="rId1" Type="http://schemas.openxmlformats.org/officeDocument/2006/relationships/slideLayout" Target="../slideLayouts/slideLayout53.xml"/></Relationships>
</file>

<file path=ppt/slides/_rels/slide65.xml.rels><?xml version="1.0" encoding="UTF-8" standalone="yes"?>
<Relationships xmlns="http://schemas.openxmlformats.org/package/2006/relationships"><Relationship Id="rId3" Type="http://schemas.openxmlformats.org/officeDocument/2006/relationships/image" Target="../media/image55.emf"/><Relationship Id="rId2" Type="http://schemas.openxmlformats.org/officeDocument/2006/relationships/notesSlide" Target="../notesSlides/notesSlide37.xml"/><Relationship Id="rId1" Type="http://schemas.openxmlformats.org/officeDocument/2006/relationships/slideLayout" Target="../slideLayouts/slideLayout5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67.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5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72.xml.rels><?xml version="1.0" encoding="UTF-8" standalone="yes"?>
<Relationships xmlns="http://schemas.openxmlformats.org/package/2006/relationships"><Relationship Id="rId3" Type="http://schemas.openxmlformats.org/officeDocument/2006/relationships/image" Target="../media/image58.svg"/><Relationship Id="rId2" Type="http://schemas.openxmlformats.org/officeDocument/2006/relationships/image" Target="../media/image57.png"/><Relationship Id="rId1" Type="http://schemas.openxmlformats.org/officeDocument/2006/relationships/slideLayout" Target="../slideLayouts/slideLayout4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7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40.xml"/><Relationship Id="rId1" Type="http://schemas.openxmlformats.org/officeDocument/2006/relationships/slideLayout" Target="../slideLayouts/slideLayout49.xml"/></Relationships>
</file>

<file path=ppt/slides/_rels/slide7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41.xml"/><Relationship Id="rId1" Type="http://schemas.openxmlformats.org/officeDocument/2006/relationships/slideLayout" Target="../slideLayouts/slideLayout49.xml"/></Relationships>
</file>

<file path=ppt/slides/_rels/slide7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49.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81.xml.rels><?xml version="1.0" encoding="UTF-8" standalone="yes"?>
<Relationships xmlns="http://schemas.openxmlformats.org/package/2006/relationships"><Relationship Id="rId2" Type="http://schemas.openxmlformats.org/officeDocument/2006/relationships/image" Target="../media/image61.emf"/><Relationship Id="rId1" Type="http://schemas.openxmlformats.org/officeDocument/2006/relationships/slideLayout" Target="../slideLayouts/slideLayout53.xml"/></Relationships>
</file>

<file path=ppt/slides/_rels/slide8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5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9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2.xml"/><Relationship Id="rId1" Type="http://schemas.openxmlformats.org/officeDocument/2006/relationships/slideLayout" Target="../slideLayouts/slideLayout49.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9.xml"/></Relationships>
</file>

<file path=ppt/slides/_rels/slide92.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9.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4.xml"/><Relationship Id="rId1" Type="http://schemas.openxmlformats.org/officeDocument/2006/relationships/slideLayout" Target="../slideLayouts/slideLayout49.xml"/></Relationships>
</file>

<file path=ppt/slides/_rels/slide9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45.xml"/><Relationship Id="rId1" Type="http://schemas.openxmlformats.org/officeDocument/2006/relationships/slideLayout" Target="../slideLayouts/slideLayout5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9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54.xml"/></Relationships>
</file>

<file path=ppt/slides/_rels/slide9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59.xml"/></Relationships>
</file>

<file path=ppt/slides/_rels/slide9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4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02.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46.xml"/><Relationship Id="rId1" Type="http://schemas.openxmlformats.org/officeDocument/2006/relationships/slideLayout" Target="../slideLayouts/slideLayout49.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03.xml.rels><?xml version="1.0" encoding="UTF-8" standalone="yes"?>
<Relationships xmlns="http://schemas.openxmlformats.org/package/2006/relationships"><Relationship Id="rId3" Type="http://schemas.openxmlformats.org/officeDocument/2006/relationships/hyperlink" Target="https://www.spec.org/benchmarks.html" TargetMode="External"/><Relationship Id="rId2" Type="http://schemas.openxmlformats.org/officeDocument/2006/relationships/notesSlide" Target="../notesSlides/notesSlide47.xml"/><Relationship Id="rId1" Type="http://schemas.openxmlformats.org/officeDocument/2006/relationships/slideLayout" Target="../slideLayouts/slideLayout4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0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49.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9.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9.xml"/></Relationships>
</file>

<file path=ppt/slides/_rels/slide108.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49.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54.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9.xml"/></Relationships>
</file>

<file path=ppt/slides/_rels/slide111.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5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ED39B5B-C977-6677-AF4C-E43461EC513F}"/>
              </a:ext>
            </a:extLst>
          </p:cNvPr>
          <p:cNvSpPr>
            <a:spLocks noGrp="1" noChangeArrowheads="1"/>
          </p:cNvSpPr>
          <p:nvPr>
            <p:ph type="ctrTitle"/>
          </p:nvPr>
        </p:nvSpPr>
        <p:spPr>
          <a:xfrm>
            <a:off x="467544" y="240645"/>
            <a:ext cx="8496944" cy="2108235"/>
          </a:xfrm>
        </p:spPr>
        <p:txBody>
          <a:bodyPr/>
          <a:lstStyle/>
          <a:p>
            <a:pPr algn="ctr"/>
            <a:r>
              <a:rPr lang="en-GB" altLang="en-US" dirty="0"/>
              <a:t>Computer Organisation</a:t>
            </a:r>
          </a:p>
        </p:txBody>
      </p:sp>
      <p:sp>
        <p:nvSpPr>
          <p:cNvPr id="21507" name="Rectangle 3">
            <a:extLst>
              <a:ext uri="{FF2B5EF4-FFF2-40B4-BE49-F238E27FC236}">
                <a16:creationId xmlns:a16="http://schemas.microsoft.com/office/drawing/2014/main" id="{69982844-0075-D8EA-1D83-E373817E8E91}"/>
              </a:ext>
            </a:extLst>
          </p:cNvPr>
          <p:cNvSpPr>
            <a:spLocks noGrp="1" noChangeArrowheads="1"/>
          </p:cNvSpPr>
          <p:nvPr>
            <p:ph type="subTitle" idx="1"/>
          </p:nvPr>
        </p:nvSpPr>
        <p:spPr>
          <a:xfrm>
            <a:off x="611560" y="3028950"/>
            <a:ext cx="8352928" cy="1771650"/>
          </a:xfrm>
        </p:spPr>
        <p:txBody>
          <a:bodyPr>
            <a:normAutofit fontScale="92500" lnSpcReduction="20000"/>
          </a:bodyPr>
          <a:lstStyle/>
          <a:p>
            <a:pPr algn="ctr"/>
            <a:r>
              <a:rPr lang="en-GB" altLang="en-US" sz="3600" dirty="0"/>
              <a:t>Topic 1</a:t>
            </a:r>
          </a:p>
          <a:p>
            <a:pPr algn="ctr"/>
            <a:r>
              <a:rPr lang="en-GB" altLang="en-US" sz="3600" dirty="0"/>
              <a:t>Introduction </a:t>
            </a:r>
          </a:p>
          <a:p>
            <a:pPr algn="ctr"/>
            <a:r>
              <a:rPr lang="en-GB" altLang="en-US" sz="3600" dirty="0"/>
              <a:t>(Part 2)</a:t>
            </a:r>
          </a:p>
        </p:txBody>
      </p:sp>
      <p:sp>
        <p:nvSpPr>
          <p:cNvPr id="21508" name="Text Box 4">
            <a:extLst>
              <a:ext uri="{FF2B5EF4-FFF2-40B4-BE49-F238E27FC236}">
                <a16:creationId xmlns:a16="http://schemas.microsoft.com/office/drawing/2014/main" id="{36E54ABB-9C53-43BC-479A-611773B517EA}"/>
              </a:ext>
            </a:extLst>
          </p:cNvPr>
          <p:cNvSpPr txBox="1">
            <a:spLocks noChangeArrowheads="1"/>
          </p:cNvSpPr>
          <p:nvPr/>
        </p:nvSpPr>
        <p:spPr bwMode="auto">
          <a:xfrm>
            <a:off x="322089" y="6449080"/>
            <a:ext cx="73437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eaLnBrk="1" hangingPunct="1">
              <a:spcBef>
                <a:spcPct val="100000"/>
              </a:spcBef>
              <a:buClrTx/>
              <a:buFontTx/>
              <a:buNone/>
            </a:pPr>
            <a:r>
              <a:rPr kumimoji="0" lang="en-US" altLang="en-US" sz="1600" dirty="0"/>
              <a:t>Stallings, Computer Organization &amp; Architecture (9th Ed.), Chap.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708BDED-F569-51AF-DCDB-39ECCDF91226}"/>
              </a:ext>
            </a:extLst>
          </p:cNvPr>
          <p:cNvSpPr>
            <a:spLocks noGrp="1" noChangeArrowheads="1"/>
          </p:cNvSpPr>
          <p:nvPr>
            <p:ph type="title"/>
          </p:nvPr>
        </p:nvSpPr>
        <p:spPr/>
        <p:txBody>
          <a:bodyPr/>
          <a:lstStyle/>
          <a:p>
            <a:r>
              <a:rPr lang="en-US" altLang="en-US" dirty="0"/>
              <a:t>Outline</a:t>
            </a:r>
          </a:p>
        </p:txBody>
      </p:sp>
      <p:sp>
        <p:nvSpPr>
          <p:cNvPr id="6" name="Freeform: Shape 5">
            <a:extLst>
              <a:ext uri="{FF2B5EF4-FFF2-40B4-BE49-F238E27FC236}">
                <a16:creationId xmlns:a16="http://schemas.microsoft.com/office/drawing/2014/main" id="{0B209CC5-AD04-D67D-2187-94409B4525EA}"/>
              </a:ext>
            </a:extLst>
          </p:cNvPr>
          <p:cNvSpPr/>
          <p:nvPr/>
        </p:nvSpPr>
        <p:spPr>
          <a:xfrm>
            <a:off x="388629" y="2437566"/>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err="1"/>
              <a:t>Organisation</a:t>
            </a:r>
            <a:r>
              <a:rPr lang="en-US" sz="2900" kern="1200" dirty="0"/>
              <a:t> and architecture</a:t>
            </a:r>
            <a:endParaRPr lang="en-MY" sz="2900" kern="1200" dirty="0"/>
          </a:p>
        </p:txBody>
      </p:sp>
      <p:sp>
        <p:nvSpPr>
          <p:cNvPr id="7" name="Freeform: Shape 6">
            <a:extLst>
              <a:ext uri="{FF2B5EF4-FFF2-40B4-BE49-F238E27FC236}">
                <a16:creationId xmlns:a16="http://schemas.microsoft.com/office/drawing/2014/main" id="{9977E4AE-40C1-B102-A235-C518545F4AB8}"/>
              </a:ext>
            </a:extLst>
          </p:cNvPr>
          <p:cNvSpPr/>
          <p:nvPr/>
        </p:nvSpPr>
        <p:spPr>
          <a:xfrm>
            <a:off x="3191306" y="2437566"/>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1689636"/>
              <a:satOff val="-4355"/>
              <a:lumOff val="-2941"/>
              <a:alphaOff val="0"/>
            </a:schemeClr>
          </a:fillRef>
          <a:effectRef idx="0">
            <a:schemeClr val="accent5">
              <a:hueOff val="-1689636"/>
              <a:satOff val="-4355"/>
              <a:lumOff val="-2941"/>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Structure and function</a:t>
            </a:r>
            <a:endParaRPr lang="en-MY" sz="2900" kern="1200"/>
          </a:p>
        </p:txBody>
      </p:sp>
      <p:sp>
        <p:nvSpPr>
          <p:cNvPr id="8" name="Freeform: Shape 7">
            <a:extLst>
              <a:ext uri="{FF2B5EF4-FFF2-40B4-BE49-F238E27FC236}">
                <a16:creationId xmlns:a16="http://schemas.microsoft.com/office/drawing/2014/main" id="{FEFDD1BC-A78F-129E-C6F3-C4E91EE1C9AA}"/>
              </a:ext>
            </a:extLst>
          </p:cNvPr>
          <p:cNvSpPr/>
          <p:nvPr/>
        </p:nvSpPr>
        <p:spPr>
          <a:xfrm>
            <a:off x="5993982" y="2437566"/>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Computer evolution and performance</a:t>
            </a:r>
            <a:endParaRPr lang="en-MY" sz="2900" kern="1200"/>
          </a:p>
        </p:txBody>
      </p:sp>
      <p:sp>
        <p:nvSpPr>
          <p:cNvPr id="9" name="Freeform: Shape 8">
            <a:extLst>
              <a:ext uri="{FF2B5EF4-FFF2-40B4-BE49-F238E27FC236}">
                <a16:creationId xmlns:a16="http://schemas.microsoft.com/office/drawing/2014/main" id="{B1BCAC25-C085-9552-93E3-9CBA40B5DCED}"/>
              </a:ext>
            </a:extLst>
          </p:cNvPr>
          <p:cNvSpPr/>
          <p:nvPr/>
        </p:nvSpPr>
        <p:spPr>
          <a:xfrm>
            <a:off x="1789967" y="4221088"/>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5068907"/>
              <a:satOff val="-13064"/>
              <a:lumOff val="-8824"/>
              <a:alphaOff val="0"/>
            </a:schemeClr>
          </a:fillRef>
          <a:effectRef idx="0">
            <a:schemeClr val="accent5">
              <a:hueOff val="-5068907"/>
              <a:satOff val="-13064"/>
              <a:lumOff val="-8824"/>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Cloud Computing</a:t>
            </a:r>
            <a:endParaRPr lang="en-MY" sz="2900" kern="1200"/>
          </a:p>
        </p:txBody>
      </p:sp>
      <p:sp>
        <p:nvSpPr>
          <p:cNvPr id="10" name="Freeform: Shape 9">
            <a:extLst>
              <a:ext uri="{FF2B5EF4-FFF2-40B4-BE49-F238E27FC236}">
                <a16:creationId xmlns:a16="http://schemas.microsoft.com/office/drawing/2014/main" id="{65989F70-D366-0175-FB01-04CD9A90457D}"/>
              </a:ext>
            </a:extLst>
          </p:cNvPr>
          <p:cNvSpPr/>
          <p:nvPr/>
        </p:nvSpPr>
        <p:spPr>
          <a:xfrm>
            <a:off x="4592644" y="4221088"/>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Performance Issues</a:t>
            </a:r>
            <a:endParaRPr lang="en-MY" sz="2900" kern="1200"/>
          </a:p>
        </p:txBody>
      </p:sp>
      <p:sp>
        <p:nvSpPr>
          <p:cNvPr id="4" name="TextBox 3">
            <a:extLst>
              <a:ext uri="{FF2B5EF4-FFF2-40B4-BE49-F238E27FC236}">
                <a16:creationId xmlns:a16="http://schemas.microsoft.com/office/drawing/2014/main" id="{1055F6A5-41D8-8D08-3FAF-F4BAE80924B3}"/>
              </a:ext>
            </a:extLst>
          </p:cNvPr>
          <p:cNvSpPr txBox="1"/>
          <p:nvPr/>
        </p:nvSpPr>
        <p:spPr>
          <a:xfrm>
            <a:off x="5500293" y="1571507"/>
            <a:ext cx="3059832" cy="738664"/>
          </a:xfrm>
          <a:prstGeom prst="rect">
            <a:avLst/>
          </a:prstGeom>
          <a:noFill/>
        </p:spPr>
        <p:txBody>
          <a:bodyPr wrap="square">
            <a:spAutoFit/>
          </a:bodyPr>
          <a:lstStyle/>
          <a:p>
            <a:pPr marL="742950" lvl="1" indent="-285750">
              <a:buFont typeface="Arial" panose="020B0604020202020204" pitchFamily="34" charset="0"/>
              <a:buChar char="•"/>
            </a:pPr>
            <a:r>
              <a:rPr lang="en-US" altLang="en-US" sz="1400" dirty="0"/>
              <a:t>History of computers</a:t>
            </a:r>
          </a:p>
          <a:p>
            <a:pPr marL="742950" lvl="1" indent="-285750">
              <a:buFont typeface="Arial" panose="020B0604020202020204" pitchFamily="34" charset="0"/>
              <a:buChar char="•"/>
            </a:pPr>
            <a:r>
              <a:rPr lang="en-US" altLang="en-US" sz="1400" dirty="0"/>
              <a:t>X86, PowerPC and ARM evolution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xit" presetSubtype="4" fill="hold" grpId="0" nodeType="with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ppt_x"/>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7"/>
                                        </p:tgtEl>
                                        <p:attrNameLst>
                                          <p:attrName>ppt_x</p:attrName>
                                        </p:attrNameLst>
                                      </p:cBhvr>
                                      <p:tavLst>
                                        <p:tav tm="0">
                                          <p:val>
                                            <p:strVal val="ppt_x"/>
                                          </p:val>
                                        </p:tav>
                                        <p:tav tm="100000">
                                          <p:val>
                                            <p:strVal val="ppt_x"/>
                                          </p:val>
                                        </p:tav>
                                      </p:tavLst>
                                    </p:anim>
                                    <p:anim calcmode="lin" valueType="num">
                                      <p:cBhvr additive="base">
                                        <p:cTn id="11" dur="500"/>
                                        <p:tgtEl>
                                          <p:spTgt spid="7"/>
                                        </p:tgtEl>
                                        <p:attrNameLst>
                                          <p:attrName>ppt_y</p:attrName>
                                        </p:attrNameLst>
                                      </p:cBhvr>
                                      <p:tavLst>
                                        <p:tav tm="0">
                                          <p:val>
                                            <p:strVal val="ppt_y"/>
                                          </p:val>
                                        </p:tav>
                                        <p:tav tm="100000">
                                          <p:val>
                                            <p:strVal val="1+ppt_h/2"/>
                                          </p:val>
                                        </p:tav>
                                      </p:tavLst>
                                    </p:anim>
                                    <p:set>
                                      <p:cBhvr>
                                        <p:cTn id="12" dur="1" fill="hold">
                                          <p:stCondLst>
                                            <p:cond delay="499"/>
                                          </p:stCondLst>
                                        </p:cTn>
                                        <p:tgtEl>
                                          <p:spTgt spid="7"/>
                                        </p:tgtEl>
                                        <p:attrNameLst>
                                          <p:attrName>style.visibility</p:attrName>
                                        </p:attrNameLst>
                                      </p:cBhvr>
                                      <p:to>
                                        <p:strVal val="hidden"/>
                                      </p:to>
                                    </p:set>
                                  </p:childTnLst>
                                </p:cTn>
                              </p:par>
                              <p:par>
                                <p:cTn id="13" presetID="2" presetClass="exit" presetSubtype="4" fill="hold" grpId="0" nodeType="withEffect">
                                  <p:stCondLst>
                                    <p:cond delay="0"/>
                                  </p:stCondLst>
                                  <p:childTnLst>
                                    <p:anim calcmode="lin" valueType="num">
                                      <p:cBhvr additive="base">
                                        <p:cTn id="14" dur="500"/>
                                        <p:tgtEl>
                                          <p:spTgt spid="9"/>
                                        </p:tgtEl>
                                        <p:attrNameLst>
                                          <p:attrName>ppt_x</p:attrName>
                                        </p:attrNameLst>
                                      </p:cBhvr>
                                      <p:tavLst>
                                        <p:tav tm="0">
                                          <p:val>
                                            <p:strVal val="ppt_x"/>
                                          </p:val>
                                        </p:tav>
                                        <p:tav tm="100000">
                                          <p:val>
                                            <p:strVal val="ppt_x"/>
                                          </p:val>
                                        </p:tav>
                                      </p:tavLst>
                                    </p:anim>
                                    <p:anim calcmode="lin" valueType="num">
                                      <p:cBhvr additive="base">
                                        <p:cTn id="15" dur="500"/>
                                        <p:tgtEl>
                                          <p:spTgt spid="9"/>
                                        </p:tgtEl>
                                        <p:attrNameLst>
                                          <p:attrName>ppt_y</p:attrName>
                                        </p:attrNameLst>
                                      </p:cBhvr>
                                      <p:tavLst>
                                        <p:tav tm="0">
                                          <p:val>
                                            <p:strVal val="ppt_y"/>
                                          </p:val>
                                        </p:tav>
                                        <p:tav tm="100000">
                                          <p:val>
                                            <p:strVal val="1+ppt_h/2"/>
                                          </p:val>
                                        </p:tav>
                                      </p:tavLst>
                                    </p:anim>
                                    <p:set>
                                      <p:cBhvr>
                                        <p:cTn id="16" dur="1" fill="hold">
                                          <p:stCondLst>
                                            <p:cond delay="499"/>
                                          </p:stCondLst>
                                        </p:cTn>
                                        <p:tgtEl>
                                          <p:spTgt spid="9"/>
                                        </p:tgtEl>
                                        <p:attrNameLst>
                                          <p:attrName>style.visibility</p:attrName>
                                        </p:attrNameLst>
                                      </p:cBhvr>
                                      <p:to>
                                        <p:strVal val="hidden"/>
                                      </p:to>
                                    </p:set>
                                  </p:childTnLst>
                                </p:cTn>
                              </p:par>
                              <p:par>
                                <p:cTn id="17" presetID="2" presetClass="exit" presetSubtype="4" fill="hold" grpId="0" nodeType="withEffect">
                                  <p:stCondLst>
                                    <p:cond delay="0"/>
                                  </p:stCondLst>
                                  <p:childTnLst>
                                    <p:anim calcmode="lin" valueType="num">
                                      <p:cBhvr additive="base">
                                        <p:cTn id="18" dur="500"/>
                                        <p:tgtEl>
                                          <p:spTgt spid="10"/>
                                        </p:tgtEl>
                                        <p:attrNameLst>
                                          <p:attrName>ppt_x</p:attrName>
                                        </p:attrNameLst>
                                      </p:cBhvr>
                                      <p:tavLst>
                                        <p:tav tm="0">
                                          <p:val>
                                            <p:strVal val="ppt_x"/>
                                          </p:val>
                                        </p:tav>
                                        <p:tav tm="100000">
                                          <p:val>
                                            <p:strVal val="ppt_x"/>
                                          </p:val>
                                        </p:tav>
                                      </p:tavLst>
                                    </p:anim>
                                    <p:anim calcmode="lin" valueType="num">
                                      <p:cBhvr additive="base">
                                        <p:cTn id="19" dur="500"/>
                                        <p:tgtEl>
                                          <p:spTgt spid="10"/>
                                        </p:tgtEl>
                                        <p:attrNameLst>
                                          <p:attrName>ppt_y</p:attrName>
                                        </p:attrNameLst>
                                      </p:cBhvr>
                                      <p:tavLst>
                                        <p:tav tm="0">
                                          <p:val>
                                            <p:strVal val="ppt_y"/>
                                          </p:val>
                                        </p:tav>
                                        <p:tav tm="100000">
                                          <p:val>
                                            <p:strVal val="1+ppt_h/2"/>
                                          </p:val>
                                        </p:tav>
                                      </p:tavLst>
                                    </p:anim>
                                    <p:set>
                                      <p:cBhvr>
                                        <p:cTn id="20"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9413E4BC-5101-1D24-0DAF-BED804B26B10}"/>
              </a:ext>
            </a:extLst>
          </p:cNvPr>
          <p:cNvSpPr>
            <a:spLocks noGrp="1" noChangeArrowheads="1"/>
          </p:cNvSpPr>
          <p:nvPr>
            <p:ph type="title"/>
          </p:nvPr>
        </p:nvSpPr>
        <p:spPr/>
        <p:txBody>
          <a:bodyPr/>
          <a:lstStyle/>
          <a:p>
            <a:r>
              <a:rPr lang="en-US" altLang="en-US" dirty="0">
                <a:solidFill>
                  <a:srgbClr val="000000"/>
                </a:solidFill>
              </a:rPr>
              <a:t>What mobile phone are you using?</a:t>
            </a:r>
            <a:endParaRPr lang="en-MY" altLang="en-US" dirty="0">
              <a:solidFill>
                <a:srgbClr val="000000"/>
              </a:solidFill>
            </a:endParaRPr>
          </a:p>
        </p:txBody>
      </p:sp>
      <p:pic>
        <p:nvPicPr>
          <p:cNvPr id="24579" name="Picture 2" descr="A bunch of different cell phones&#10;&#10;Description automatically generated">
            <a:extLst>
              <a:ext uri="{FF2B5EF4-FFF2-40B4-BE49-F238E27FC236}">
                <a16:creationId xmlns:a16="http://schemas.microsoft.com/office/drawing/2014/main" id="{6E34EE52-369F-CAF0-8BA0-E6B5EA07F2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712913"/>
            <a:ext cx="8118475" cy="488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Text Box 4">
            <a:extLst>
              <a:ext uri="{FF2B5EF4-FFF2-40B4-BE49-F238E27FC236}">
                <a16:creationId xmlns:a16="http://schemas.microsoft.com/office/drawing/2014/main" id="{42D74141-D2A5-1B33-8AF6-7E864BE5DCDF}"/>
              </a:ext>
            </a:extLst>
          </p:cNvPr>
          <p:cNvSpPr txBox="1">
            <a:spLocks noChangeArrowheads="1"/>
          </p:cNvSpPr>
          <p:nvPr/>
        </p:nvSpPr>
        <p:spPr bwMode="auto">
          <a:xfrm>
            <a:off x="-36513" y="6477000"/>
            <a:ext cx="72723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eaLnBrk="1" hangingPunct="1">
              <a:spcBef>
                <a:spcPct val="100000"/>
              </a:spcBef>
              <a:buClrTx/>
              <a:buFontTx/>
              <a:buNone/>
            </a:pPr>
            <a:r>
              <a:rPr kumimoji="0" lang="en-US" altLang="en-US" sz="1400">
                <a:solidFill>
                  <a:srgbClr val="000000"/>
                </a:solidFill>
              </a:rPr>
              <a:t>Image source: https://commons.wikimedia.org/wiki/File:Mobile_phone_timeline.png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CF182174-69BE-332E-CE60-9873764914D0}"/>
              </a:ext>
            </a:extLst>
          </p:cNvPr>
          <p:cNvSpPr>
            <a:spLocks noGrp="1" noChangeArrowheads="1"/>
          </p:cNvSpPr>
          <p:nvPr>
            <p:ph type="title"/>
          </p:nvPr>
        </p:nvSpPr>
        <p:spPr/>
        <p:txBody>
          <a:bodyPr/>
          <a:lstStyle/>
          <a:p>
            <a:r>
              <a:rPr lang="en-US" altLang="en-US">
                <a:solidFill>
                  <a:srgbClr val="000000"/>
                </a:solidFill>
              </a:rPr>
              <a:t>What mobile phone are you using?</a:t>
            </a:r>
            <a:endParaRPr lang="en-MY" altLang="en-US">
              <a:solidFill>
                <a:srgbClr val="000000"/>
              </a:solidFill>
            </a:endParaRPr>
          </a:p>
        </p:txBody>
      </p:sp>
      <p:sp>
        <p:nvSpPr>
          <p:cNvPr id="25603" name="Text Box 4">
            <a:extLst>
              <a:ext uri="{FF2B5EF4-FFF2-40B4-BE49-F238E27FC236}">
                <a16:creationId xmlns:a16="http://schemas.microsoft.com/office/drawing/2014/main" id="{0EA76BB1-C902-5BEB-B243-CD097EF90BDF}"/>
              </a:ext>
            </a:extLst>
          </p:cNvPr>
          <p:cNvSpPr txBox="1">
            <a:spLocks noChangeArrowheads="1"/>
          </p:cNvSpPr>
          <p:nvPr/>
        </p:nvSpPr>
        <p:spPr bwMode="auto">
          <a:xfrm>
            <a:off x="-36513" y="6477000"/>
            <a:ext cx="7848601"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eaLnBrk="1" hangingPunct="1">
              <a:spcBef>
                <a:spcPct val="100000"/>
              </a:spcBef>
              <a:buClrTx/>
              <a:buFontTx/>
              <a:buNone/>
            </a:pPr>
            <a:r>
              <a:rPr kumimoji="0" lang="en-US" altLang="en-US" sz="1400">
                <a:solidFill>
                  <a:srgbClr val="000000"/>
                </a:solidFill>
              </a:rPr>
              <a:t>Image source: https://pixabay.com/photos/cellphones-smartphones-mobile-phones-5507342/</a:t>
            </a:r>
          </a:p>
        </p:txBody>
      </p:sp>
      <p:pic>
        <p:nvPicPr>
          <p:cNvPr id="25604" name="Picture 4" descr="A picture containing table, sitting, bed, food&#10;&#10;Description automatically generated">
            <a:extLst>
              <a:ext uri="{FF2B5EF4-FFF2-40B4-BE49-F238E27FC236}">
                <a16:creationId xmlns:a16="http://schemas.microsoft.com/office/drawing/2014/main" id="{AF01C925-F9E3-D118-ED01-F95FEF6263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4113" y="1773238"/>
            <a:ext cx="6873875" cy="458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Title 1">
            <a:extLst>
              <a:ext uri="{FF2B5EF4-FFF2-40B4-BE49-F238E27FC236}">
                <a16:creationId xmlns:a16="http://schemas.microsoft.com/office/drawing/2014/main" id="{A7CB9182-BD51-EB3E-4C52-C908CDBA6215}"/>
              </a:ext>
            </a:extLst>
          </p:cNvPr>
          <p:cNvSpPr>
            <a:spLocks noGrp="1" noChangeArrowheads="1"/>
          </p:cNvSpPr>
          <p:nvPr>
            <p:ph type="title"/>
          </p:nvPr>
        </p:nvSpPr>
        <p:spPr/>
        <p:txBody>
          <a:bodyPr/>
          <a:lstStyle/>
          <a:p>
            <a:r>
              <a:rPr lang="en-US" altLang="en-US">
                <a:solidFill>
                  <a:srgbClr val="000000"/>
                </a:solidFill>
              </a:rPr>
              <a:t>What </a:t>
            </a:r>
            <a:r>
              <a:rPr lang="en-US" altLang="en-US" sz="4400" b="1">
                <a:solidFill>
                  <a:srgbClr val="00B050"/>
                </a:solidFill>
              </a:rPr>
              <a:t>processor</a:t>
            </a:r>
            <a:r>
              <a:rPr lang="en-US" altLang="en-US">
                <a:solidFill>
                  <a:srgbClr val="000000"/>
                </a:solidFill>
              </a:rPr>
              <a:t> does it use?</a:t>
            </a:r>
            <a:endParaRPr lang="en-MY" altLang="en-US">
              <a:solidFill>
                <a:srgbClr val="000000"/>
              </a:solidFill>
            </a:endParaRPr>
          </a:p>
        </p:txBody>
      </p:sp>
      <p:sp>
        <p:nvSpPr>
          <p:cNvPr id="26627" name="Text Box 4">
            <a:extLst>
              <a:ext uri="{FF2B5EF4-FFF2-40B4-BE49-F238E27FC236}">
                <a16:creationId xmlns:a16="http://schemas.microsoft.com/office/drawing/2014/main" id="{CA91AEAC-0757-C199-FB0D-798B76B85273}"/>
              </a:ext>
            </a:extLst>
          </p:cNvPr>
          <p:cNvSpPr txBox="1">
            <a:spLocks noChangeArrowheads="1"/>
          </p:cNvSpPr>
          <p:nvPr/>
        </p:nvSpPr>
        <p:spPr bwMode="auto">
          <a:xfrm>
            <a:off x="-36513" y="6477000"/>
            <a:ext cx="7848601"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eaLnBrk="1" hangingPunct="1">
              <a:spcBef>
                <a:spcPct val="100000"/>
              </a:spcBef>
              <a:buClrTx/>
              <a:buFontTx/>
              <a:buNone/>
            </a:pPr>
            <a:r>
              <a:rPr kumimoji="0" lang="en-US" altLang="en-US" sz="1400">
                <a:solidFill>
                  <a:srgbClr val="000000"/>
                </a:solidFill>
              </a:rPr>
              <a:t>Image source: https://pixabay.com/photos/cellphones-smartphones-mobile-phones-5507342/</a:t>
            </a:r>
          </a:p>
        </p:txBody>
      </p:sp>
      <p:pic>
        <p:nvPicPr>
          <p:cNvPr id="26628" name="Picture 4" descr="A picture containing table, sitting, bed, food&#10;&#10;Description automatically generated">
            <a:extLst>
              <a:ext uri="{FF2B5EF4-FFF2-40B4-BE49-F238E27FC236}">
                <a16:creationId xmlns:a16="http://schemas.microsoft.com/office/drawing/2014/main" id="{21A46B2E-0C1E-1FB5-9427-F4EE0D6B4E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54113" y="1773238"/>
            <a:ext cx="6873875" cy="458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864B45A-63E8-1886-4CD0-0665DEC73FF8}"/>
              </a:ext>
            </a:extLst>
          </p:cNvPr>
          <p:cNvSpPr>
            <a:spLocks noGrp="1"/>
          </p:cNvSpPr>
          <p:nvPr>
            <p:ph type="title"/>
          </p:nvPr>
        </p:nvSpPr>
        <p:spPr/>
        <p:txBody>
          <a:bodyPr/>
          <a:lstStyle/>
          <a:p>
            <a:r>
              <a:rPr lang="en-MY" dirty="0"/>
              <a:t>Computer Generations</a:t>
            </a:r>
          </a:p>
        </p:txBody>
      </p:sp>
      <p:graphicFrame>
        <p:nvGraphicFramePr>
          <p:cNvPr id="5" name="Content Placeholder 4">
            <a:extLst>
              <a:ext uri="{FF2B5EF4-FFF2-40B4-BE49-F238E27FC236}">
                <a16:creationId xmlns:a16="http://schemas.microsoft.com/office/drawing/2014/main" id="{15E6E8AA-0C31-EB78-BCE9-B0631CA7BB51}"/>
              </a:ext>
            </a:extLst>
          </p:cNvPr>
          <p:cNvGraphicFramePr>
            <a:graphicFrameLocks noGrp="1"/>
          </p:cNvGraphicFramePr>
          <p:nvPr>
            <p:ph idx="1"/>
            <p:extLst>
              <p:ext uri="{D42A27DB-BD31-4B8C-83A1-F6EECF244321}">
                <p14:modId xmlns:p14="http://schemas.microsoft.com/office/powerpoint/2010/main" val="3710837160"/>
              </p:ext>
            </p:extLst>
          </p:nvPr>
        </p:nvGraphicFramePr>
        <p:xfrm>
          <a:off x="457200" y="1885950"/>
          <a:ext cx="8178800" cy="4171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19583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31B12239-C290-9EBD-C392-00C1B6762FE4}"/>
              </a:ext>
            </a:extLst>
          </p:cNvPr>
          <p:cNvSpPr>
            <a:spLocks noGrp="1" noChangeArrowheads="1"/>
          </p:cNvSpPr>
          <p:nvPr>
            <p:ph type="title"/>
          </p:nvPr>
        </p:nvSpPr>
        <p:spPr>
          <a:xfrm>
            <a:off x="107504" y="365760"/>
            <a:ext cx="8108380" cy="1325562"/>
          </a:xfrm>
        </p:spPr>
        <p:txBody>
          <a:bodyPr/>
          <a:lstStyle/>
          <a:p>
            <a:r>
              <a:rPr lang="en-US" altLang="en-US" dirty="0">
                <a:solidFill>
                  <a:srgbClr val="FF6699"/>
                </a:solidFill>
              </a:rPr>
              <a:t>The First Generation:</a:t>
            </a:r>
            <a:br>
              <a:rPr lang="en-US" altLang="en-US" dirty="0"/>
            </a:br>
            <a:r>
              <a:rPr lang="en-US" altLang="en-US" dirty="0"/>
              <a:t>Vacuum Tubes</a:t>
            </a:r>
          </a:p>
        </p:txBody>
      </p:sp>
      <p:sp>
        <p:nvSpPr>
          <p:cNvPr id="27651" name="Text Box 4">
            <a:extLst>
              <a:ext uri="{FF2B5EF4-FFF2-40B4-BE49-F238E27FC236}">
                <a16:creationId xmlns:a16="http://schemas.microsoft.com/office/drawing/2014/main" id="{139A4362-CEBE-6B59-F1E2-D42F681E3451}"/>
              </a:ext>
            </a:extLst>
          </p:cNvPr>
          <p:cNvSpPr txBox="1">
            <a:spLocks noChangeArrowheads="1"/>
          </p:cNvSpPr>
          <p:nvPr/>
        </p:nvSpPr>
        <p:spPr bwMode="auto">
          <a:xfrm>
            <a:off x="323850" y="5734050"/>
            <a:ext cx="39608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000" dirty="0"/>
              <a:t>UNIVAC vacuum tube</a:t>
            </a:r>
          </a:p>
          <a:p>
            <a:pPr algn="ctr" eaLnBrk="1" hangingPunct="1">
              <a:spcBef>
                <a:spcPct val="0"/>
              </a:spcBef>
              <a:buClrTx/>
              <a:buFontTx/>
              <a:buNone/>
            </a:pPr>
            <a:r>
              <a:rPr kumimoji="0" lang="en-US" altLang="en-US" sz="1400" dirty="0"/>
              <a:t>http://www.computermuseum.li/Testpage/UNIVAC-VacuumTube.htm</a:t>
            </a:r>
          </a:p>
        </p:txBody>
      </p:sp>
      <p:pic>
        <p:nvPicPr>
          <p:cNvPr id="27652" name="Picture 5" descr="UNIVAC-Tube-872A-Rectifier">
            <a:extLst>
              <a:ext uri="{FF2B5EF4-FFF2-40B4-BE49-F238E27FC236}">
                <a16:creationId xmlns:a16="http://schemas.microsoft.com/office/drawing/2014/main" id="{8AC40A11-92A5-BCE1-A566-0DC9C9ACBE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6025" y="1860821"/>
            <a:ext cx="2176462" cy="387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Speech Bubble: Rectangle 1">
            <a:extLst>
              <a:ext uri="{FF2B5EF4-FFF2-40B4-BE49-F238E27FC236}">
                <a16:creationId xmlns:a16="http://schemas.microsoft.com/office/drawing/2014/main" id="{D0578EB3-294C-89B3-AA1E-DB799FA7EFBD}"/>
              </a:ext>
            </a:extLst>
          </p:cNvPr>
          <p:cNvSpPr/>
          <p:nvPr/>
        </p:nvSpPr>
        <p:spPr>
          <a:xfrm>
            <a:off x="3635896" y="1860822"/>
            <a:ext cx="4104456" cy="3772360"/>
          </a:xfrm>
          <a:prstGeom prst="wedgeRectCallout">
            <a:avLst>
              <a:gd name="adj1" fmla="val -54948"/>
              <a:gd name="adj2" fmla="val 2160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gn="ctr">
              <a:buFont typeface="Arial" panose="020B0604020202020204" pitchFamily="34" charset="0"/>
              <a:buChar char="•"/>
            </a:pPr>
            <a:r>
              <a:rPr lang="en-MY" dirty="0">
                <a:solidFill>
                  <a:schemeClr val="bg1"/>
                </a:solidFill>
              </a:rPr>
              <a:t>Invented in 1906 </a:t>
            </a:r>
          </a:p>
          <a:p>
            <a:pPr marL="342900" indent="-342900" algn="ctr">
              <a:buFont typeface="Arial" panose="020B0604020202020204" pitchFamily="34" charset="0"/>
              <a:buChar char="•"/>
            </a:pPr>
            <a:r>
              <a:rPr lang="en-MY" dirty="0">
                <a:solidFill>
                  <a:schemeClr val="bg1"/>
                </a:solidFill>
              </a:rPr>
              <a:t>Produced a large amount of heat &amp; costly to operate </a:t>
            </a:r>
          </a:p>
          <a:p>
            <a:pPr marL="342900" indent="-342900" algn="ctr">
              <a:buFont typeface="Arial" panose="020B0604020202020204" pitchFamily="34" charset="0"/>
              <a:buChar char="•"/>
            </a:pPr>
            <a:r>
              <a:rPr lang="en-MY" dirty="0">
                <a:solidFill>
                  <a:schemeClr val="bg1"/>
                </a:solidFill>
              </a:rPr>
              <a:t>Widely use in electronic devices such as TVs, radios and X-ray machines</a:t>
            </a:r>
          </a:p>
          <a:p>
            <a:pPr marL="342900" indent="-342900" algn="ctr">
              <a:buFont typeface="Arial" panose="020B0604020202020204" pitchFamily="34" charset="0"/>
              <a:buChar char="•"/>
            </a:pPr>
            <a:r>
              <a:rPr lang="en-MY" dirty="0">
                <a:solidFill>
                  <a:schemeClr val="bg1"/>
                </a:solidFill>
              </a:rPr>
              <a:t>Dependent on the machine language </a:t>
            </a:r>
          </a:p>
          <a:p>
            <a:pPr marL="342900" indent="-342900" algn="ctr">
              <a:buFont typeface="Arial" panose="020B0604020202020204" pitchFamily="34" charset="0"/>
              <a:buChar char="•"/>
            </a:pPr>
            <a:r>
              <a:rPr lang="en-MY" dirty="0">
                <a:solidFill>
                  <a:schemeClr val="bg1"/>
                </a:solidFill>
              </a:rPr>
              <a:t>Not able to perform multitasking </a:t>
            </a:r>
          </a:p>
        </p:txBody>
      </p:sp>
      <p:pic>
        <p:nvPicPr>
          <p:cNvPr id="27653" name="Picture 6" descr="tubes">
            <a:extLst>
              <a:ext uri="{FF2B5EF4-FFF2-40B4-BE49-F238E27FC236}">
                <a16:creationId xmlns:a16="http://schemas.microsoft.com/office/drawing/2014/main" id="{86A09C32-7595-4F93-209A-F429B701B3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888" y="1756506"/>
            <a:ext cx="4651996"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4" name="Text Box 7">
            <a:extLst>
              <a:ext uri="{FF2B5EF4-FFF2-40B4-BE49-F238E27FC236}">
                <a16:creationId xmlns:a16="http://schemas.microsoft.com/office/drawing/2014/main" id="{2696893B-E240-1864-0FEF-71A3066D6D8B}"/>
              </a:ext>
            </a:extLst>
          </p:cNvPr>
          <p:cNvSpPr txBox="1">
            <a:spLocks noChangeArrowheads="1"/>
          </p:cNvSpPr>
          <p:nvPr/>
        </p:nvSpPr>
        <p:spPr bwMode="auto">
          <a:xfrm>
            <a:off x="4616475" y="5742976"/>
            <a:ext cx="396081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000" dirty="0"/>
              <a:t>IBM 701 panel</a:t>
            </a:r>
          </a:p>
          <a:p>
            <a:pPr algn="ctr" eaLnBrk="1" hangingPunct="1">
              <a:spcBef>
                <a:spcPct val="0"/>
              </a:spcBef>
              <a:buClrTx/>
              <a:buFontTx/>
              <a:buNone/>
            </a:pPr>
            <a:r>
              <a:rPr kumimoji="0" lang="en-US" altLang="en-US" sz="1400" dirty="0"/>
              <a:t>http://www.columbia.edu/acis/history/701-tubes.html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gtEl>
                                        <p:attrNameLst>
                                          <p:attrName>style.visibility</p:attrName>
                                        </p:attrNameLst>
                                      </p:cBhvr>
                                      <p:to>
                                        <p:strVal val="visible"/>
                                      </p:to>
                                    </p:set>
                                    <p:anim calcmode="lin" valueType="num">
                                      <p:cBhvr additive="base">
                                        <p:cTn id="7" dur="500" fill="hold"/>
                                        <p:tgtEl>
                                          <p:spTgt spid="27651"/>
                                        </p:tgtEl>
                                        <p:attrNameLst>
                                          <p:attrName>ppt_x</p:attrName>
                                        </p:attrNameLst>
                                      </p:cBhvr>
                                      <p:tavLst>
                                        <p:tav tm="0">
                                          <p:val>
                                            <p:strVal val="#ppt_x"/>
                                          </p:val>
                                        </p:tav>
                                        <p:tav tm="100000">
                                          <p:val>
                                            <p:strVal val="#ppt_x"/>
                                          </p:val>
                                        </p:tav>
                                      </p:tavLst>
                                    </p:anim>
                                    <p:anim calcmode="lin" valueType="num">
                                      <p:cBhvr additive="base">
                                        <p:cTn id="8" dur="500" fill="hold"/>
                                        <p:tgtEl>
                                          <p:spTgt spid="2765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7652"/>
                                        </p:tgtEl>
                                        <p:attrNameLst>
                                          <p:attrName>style.visibility</p:attrName>
                                        </p:attrNameLst>
                                      </p:cBhvr>
                                      <p:to>
                                        <p:strVal val="visible"/>
                                      </p:to>
                                    </p:set>
                                    <p:anim calcmode="lin" valueType="num">
                                      <p:cBhvr additive="base">
                                        <p:cTn id="11" dur="500" fill="hold"/>
                                        <p:tgtEl>
                                          <p:spTgt spid="27652"/>
                                        </p:tgtEl>
                                        <p:attrNameLst>
                                          <p:attrName>ppt_x</p:attrName>
                                        </p:attrNameLst>
                                      </p:cBhvr>
                                      <p:tavLst>
                                        <p:tav tm="0">
                                          <p:val>
                                            <p:strVal val="#ppt_x"/>
                                          </p:val>
                                        </p:tav>
                                        <p:tav tm="100000">
                                          <p:val>
                                            <p:strVal val="#ppt_x"/>
                                          </p:val>
                                        </p:tav>
                                      </p:tavLst>
                                    </p:anim>
                                    <p:anim calcmode="lin" valueType="num">
                                      <p:cBhvr additive="base">
                                        <p:cTn id="12" dur="500" fill="hold"/>
                                        <p:tgtEl>
                                          <p:spTgt spid="27652"/>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
                                        </p:tgtEl>
                                        <p:attrNameLst>
                                          <p:attrName>style.visibility</p:attrName>
                                        </p:attrNameLst>
                                      </p:cBhvr>
                                      <p:to>
                                        <p:strVal val="visible"/>
                                      </p:to>
                                    </p:set>
                                    <p:anim calcmode="lin" valueType="num">
                                      <p:cBhvr additive="base">
                                        <p:cTn id="15" dur="500" fill="hold"/>
                                        <p:tgtEl>
                                          <p:spTgt spid="2"/>
                                        </p:tgtEl>
                                        <p:attrNameLst>
                                          <p:attrName>ppt_x</p:attrName>
                                        </p:attrNameLst>
                                      </p:cBhvr>
                                      <p:tavLst>
                                        <p:tav tm="0">
                                          <p:val>
                                            <p:strVal val="#ppt_x"/>
                                          </p:val>
                                        </p:tav>
                                        <p:tav tm="100000">
                                          <p:val>
                                            <p:strVal val="#ppt_x"/>
                                          </p:val>
                                        </p:tav>
                                      </p:tavLst>
                                    </p:anim>
                                    <p:anim calcmode="lin" valueType="num">
                                      <p:cBhvr additive="base">
                                        <p:cTn id="1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27653"/>
                                        </p:tgtEl>
                                        <p:attrNameLst>
                                          <p:attrName>style.visibility</p:attrName>
                                        </p:attrNameLst>
                                      </p:cBhvr>
                                      <p:to>
                                        <p:strVal val="visible"/>
                                      </p:to>
                                    </p:set>
                                    <p:anim calcmode="lin" valueType="num">
                                      <p:cBhvr additive="base">
                                        <p:cTn id="21" dur="500" fill="hold"/>
                                        <p:tgtEl>
                                          <p:spTgt spid="27653"/>
                                        </p:tgtEl>
                                        <p:attrNameLst>
                                          <p:attrName>ppt_x</p:attrName>
                                        </p:attrNameLst>
                                      </p:cBhvr>
                                      <p:tavLst>
                                        <p:tav tm="0">
                                          <p:val>
                                            <p:strVal val="#ppt_x"/>
                                          </p:val>
                                        </p:tav>
                                        <p:tav tm="100000">
                                          <p:val>
                                            <p:strVal val="#ppt_x"/>
                                          </p:val>
                                        </p:tav>
                                      </p:tavLst>
                                    </p:anim>
                                    <p:anim calcmode="lin" valueType="num">
                                      <p:cBhvr additive="base">
                                        <p:cTn id="22" dur="500" fill="hold"/>
                                        <p:tgtEl>
                                          <p:spTgt spid="2765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7654"/>
                                        </p:tgtEl>
                                        <p:attrNameLst>
                                          <p:attrName>style.visibility</p:attrName>
                                        </p:attrNameLst>
                                      </p:cBhvr>
                                      <p:to>
                                        <p:strVal val="visible"/>
                                      </p:to>
                                    </p:set>
                                    <p:anim calcmode="lin" valueType="num">
                                      <p:cBhvr additive="base">
                                        <p:cTn id="25" dur="500" fill="hold"/>
                                        <p:tgtEl>
                                          <p:spTgt spid="27654"/>
                                        </p:tgtEl>
                                        <p:attrNameLst>
                                          <p:attrName>ppt_x</p:attrName>
                                        </p:attrNameLst>
                                      </p:cBhvr>
                                      <p:tavLst>
                                        <p:tav tm="0">
                                          <p:val>
                                            <p:strVal val="#ppt_x"/>
                                          </p:val>
                                        </p:tav>
                                        <p:tav tm="100000">
                                          <p:val>
                                            <p:strVal val="#ppt_x"/>
                                          </p:val>
                                        </p:tav>
                                      </p:tavLst>
                                    </p:anim>
                                    <p:anim calcmode="lin" valueType="num">
                                      <p:cBhvr additive="base">
                                        <p:cTn id="26" dur="500" fill="hold"/>
                                        <p:tgtEl>
                                          <p:spTgt spid="2765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p:bldP spid="2" grpId="0" animBg="1"/>
      <p:bldP spid="2765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1954729-E120-B2F3-12D3-680F2D110AB7}"/>
              </a:ext>
            </a:extLst>
          </p:cNvPr>
          <p:cNvSpPr>
            <a:spLocks noGrp="1" noChangeArrowheads="1"/>
          </p:cNvSpPr>
          <p:nvPr>
            <p:ph type="title" idx="4294967295"/>
          </p:nvPr>
        </p:nvSpPr>
        <p:spPr>
          <a:xfrm>
            <a:off x="107504" y="332656"/>
            <a:ext cx="8204200" cy="1143000"/>
          </a:xfrm>
        </p:spPr>
        <p:txBody>
          <a:bodyPr>
            <a:normAutofit fontScale="90000"/>
          </a:bodyPr>
          <a:lstStyle/>
          <a:p>
            <a:r>
              <a:rPr lang="en-GB" altLang="en-US" dirty="0"/>
              <a:t>ENIAC</a:t>
            </a:r>
            <a:br>
              <a:rPr lang="en-GB" altLang="en-US" dirty="0"/>
            </a:br>
            <a:r>
              <a:rPr lang="en-GB" altLang="en-US" dirty="0"/>
              <a:t>Background</a:t>
            </a:r>
          </a:p>
        </p:txBody>
      </p:sp>
      <p:sp>
        <p:nvSpPr>
          <p:cNvPr id="28675" name="Rectangle 3">
            <a:extLst>
              <a:ext uri="{FF2B5EF4-FFF2-40B4-BE49-F238E27FC236}">
                <a16:creationId xmlns:a16="http://schemas.microsoft.com/office/drawing/2014/main" id="{14A39C83-E6FF-F001-4E19-C5A4B7F2647C}"/>
              </a:ext>
            </a:extLst>
          </p:cNvPr>
          <p:cNvSpPr>
            <a:spLocks noGrp="1" noChangeArrowheads="1"/>
          </p:cNvSpPr>
          <p:nvPr>
            <p:ph type="body" idx="4294967295"/>
          </p:nvPr>
        </p:nvSpPr>
        <p:spPr>
          <a:xfrm>
            <a:off x="323528" y="1885950"/>
            <a:ext cx="7855272" cy="4171950"/>
          </a:xfrm>
        </p:spPr>
        <p:txBody>
          <a:bodyPr>
            <a:normAutofit lnSpcReduction="10000"/>
          </a:bodyPr>
          <a:lstStyle/>
          <a:p>
            <a:r>
              <a:rPr lang="en-GB" altLang="en-US" dirty="0"/>
              <a:t>Electronic Numerical Integrator And Computer (ENIAC)</a:t>
            </a:r>
          </a:p>
          <a:p>
            <a:pPr lvl="1"/>
            <a:r>
              <a:rPr lang="en-GB" altLang="en-US" dirty="0"/>
              <a:t>First </a:t>
            </a:r>
            <a:r>
              <a:rPr lang="en-GB" altLang="en-US" sz="3200" b="1" dirty="0">
                <a:solidFill>
                  <a:srgbClr val="92D050"/>
                </a:solidFill>
              </a:rPr>
              <a:t>general-purpose</a:t>
            </a:r>
            <a:r>
              <a:rPr lang="en-GB" altLang="en-US" dirty="0"/>
              <a:t> digital computer</a:t>
            </a:r>
          </a:p>
          <a:p>
            <a:pPr lvl="1"/>
            <a:r>
              <a:rPr lang="en-GB" altLang="en-US" dirty="0"/>
              <a:t>Was built during WWII</a:t>
            </a:r>
          </a:p>
          <a:p>
            <a:r>
              <a:rPr lang="en-US" altLang="en-US" dirty="0"/>
              <a:t>Eckert and Mauchly</a:t>
            </a:r>
            <a:endParaRPr lang="en-GB" altLang="en-US" dirty="0"/>
          </a:p>
          <a:p>
            <a:pPr lvl="1"/>
            <a:r>
              <a:rPr lang="en-GB" altLang="en-US" dirty="0"/>
              <a:t>University of Pennsylvania</a:t>
            </a:r>
          </a:p>
          <a:p>
            <a:r>
              <a:rPr lang="en-US" altLang="en-US" dirty="0"/>
              <a:t>It was programmed to compute the values of</a:t>
            </a:r>
            <a:r>
              <a:rPr lang="en-US" altLang="en-US" sz="3600" b="1" dirty="0">
                <a:solidFill>
                  <a:srgbClr val="FF0000"/>
                </a:solidFill>
              </a:rPr>
              <a:t> artillery range tables</a:t>
            </a:r>
          </a:p>
          <a:p>
            <a:r>
              <a:rPr lang="en-US" altLang="en-US" dirty="0"/>
              <a:t>It was the most powerful calculating device built to date</a:t>
            </a:r>
          </a:p>
          <a:p>
            <a:r>
              <a:rPr lang="en-US" altLang="en-US" dirty="0"/>
              <a:t>It was the first programmable general-purpose electronic digital computer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5E78D2B2-68E3-6F6D-65A2-A5E40B01EA4F}"/>
              </a:ext>
            </a:extLst>
          </p:cNvPr>
          <p:cNvSpPr>
            <a:spLocks noGrp="1" noChangeArrowheads="1"/>
          </p:cNvSpPr>
          <p:nvPr>
            <p:ph type="title" idx="4294967295"/>
          </p:nvPr>
        </p:nvSpPr>
        <p:spPr>
          <a:xfrm>
            <a:off x="323528" y="228600"/>
            <a:ext cx="7880672" cy="1143000"/>
          </a:xfrm>
        </p:spPr>
        <p:txBody>
          <a:bodyPr>
            <a:normAutofit fontScale="90000"/>
          </a:bodyPr>
          <a:lstStyle/>
          <a:p>
            <a:r>
              <a:rPr lang="en-GB" altLang="en-US" dirty="0"/>
              <a:t>ENIAC</a:t>
            </a:r>
            <a:br>
              <a:rPr lang="en-GB" altLang="en-US" dirty="0"/>
            </a:br>
            <a:r>
              <a:rPr lang="en-GB" altLang="en-US" dirty="0"/>
              <a:t>Background</a:t>
            </a:r>
          </a:p>
        </p:txBody>
      </p:sp>
      <p:sp>
        <p:nvSpPr>
          <p:cNvPr id="30723" name="Rectangle 3">
            <a:extLst>
              <a:ext uri="{FF2B5EF4-FFF2-40B4-BE49-F238E27FC236}">
                <a16:creationId xmlns:a16="http://schemas.microsoft.com/office/drawing/2014/main" id="{831E4DC7-2474-95F9-AC57-EA45A7452ED2}"/>
              </a:ext>
            </a:extLst>
          </p:cNvPr>
          <p:cNvSpPr>
            <a:spLocks noGrp="1" noChangeArrowheads="1"/>
          </p:cNvSpPr>
          <p:nvPr>
            <p:ph type="body" idx="4294967295"/>
          </p:nvPr>
        </p:nvSpPr>
        <p:spPr>
          <a:xfrm>
            <a:off x="323528" y="1885950"/>
            <a:ext cx="7855272" cy="4171950"/>
          </a:xfrm>
        </p:spPr>
        <p:txBody>
          <a:bodyPr>
            <a:normAutofit/>
          </a:bodyPr>
          <a:lstStyle/>
          <a:p>
            <a:r>
              <a:rPr lang="en-GB" altLang="en-US" sz="2400" dirty="0"/>
              <a:t>Started 1943, finished 1946</a:t>
            </a:r>
          </a:p>
          <a:p>
            <a:pPr lvl="1"/>
            <a:r>
              <a:rPr lang="en-GB" altLang="en-US" sz="2000" dirty="0"/>
              <a:t>Too late for war effort</a:t>
            </a:r>
          </a:p>
          <a:p>
            <a:pPr lvl="1"/>
            <a:r>
              <a:rPr lang="en-GB" altLang="en-US" sz="2000" dirty="0"/>
              <a:t>Hence, used to study </a:t>
            </a:r>
            <a:r>
              <a:rPr lang="en-GB" altLang="en-US" sz="4000" b="1" dirty="0">
                <a:solidFill>
                  <a:srgbClr val="0099FF"/>
                </a:solidFill>
              </a:rPr>
              <a:t>hydrogen bomb </a:t>
            </a:r>
            <a:r>
              <a:rPr lang="en-GB" altLang="en-US" sz="2000" dirty="0"/>
              <a:t>– regarded as general-purpose.</a:t>
            </a:r>
          </a:p>
          <a:p>
            <a:pPr lvl="1"/>
            <a:r>
              <a:rPr lang="en-US" altLang="en-US" sz="2000" dirty="0"/>
              <a:t>Its first task was doing calculations for the construction of a hydrogen bomb</a:t>
            </a:r>
            <a:endParaRPr lang="en-GB" altLang="en-US" sz="2000" dirty="0"/>
          </a:p>
          <a:p>
            <a:r>
              <a:rPr lang="en-GB" altLang="en-US" sz="2400" dirty="0"/>
              <a:t>Used until 1955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EC5DCE1E-8F08-D434-6969-CD6DCC9F64DC}"/>
              </a:ext>
            </a:extLst>
          </p:cNvPr>
          <p:cNvSpPr>
            <a:spLocks noGrp="1" noChangeArrowheads="1"/>
          </p:cNvSpPr>
          <p:nvPr>
            <p:ph type="title" idx="4294967295"/>
          </p:nvPr>
        </p:nvSpPr>
        <p:spPr>
          <a:xfrm>
            <a:off x="251520" y="228600"/>
            <a:ext cx="8204200" cy="1143000"/>
          </a:xfrm>
        </p:spPr>
        <p:txBody>
          <a:bodyPr>
            <a:normAutofit fontScale="90000"/>
          </a:bodyPr>
          <a:lstStyle/>
          <a:p>
            <a:r>
              <a:rPr lang="en-GB" altLang="en-US" dirty="0"/>
              <a:t>ENIAC</a:t>
            </a:r>
            <a:br>
              <a:rPr lang="en-GB" altLang="en-US" dirty="0"/>
            </a:br>
            <a:r>
              <a:rPr lang="en-GB" altLang="en-US" dirty="0"/>
              <a:t>Details</a:t>
            </a:r>
            <a:endParaRPr lang="en-US" altLang="en-US" dirty="0"/>
          </a:p>
        </p:txBody>
      </p:sp>
      <p:sp>
        <p:nvSpPr>
          <p:cNvPr id="32771" name="Rectangle 3">
            <a:extLst>
              <a:ext uri="{FF2B5EF4-FFF2-40B4-BE49-F238E27FC236}">
                <a16:creationId xmlns:a16="http://schemas.microsoft.com/office/drawing/2014/main" id="{34388381-F074-854B-A30F-EA3FAF339976}"/>
              </a:ext>
            </a:extLst>
          </p:cNvPr>
          <p:cNvSpPr>
            <a:spLocks noGrp="1" noChangeArrowheads="1"/>
          </p:cNvSpPr>
          <p:nvPr>
            <p:ph type="body" idx="4294967295"/>
          </p:nvPr>
        </p:nvSpPr>
        <p:spPr>
          <a:xfrm>
            <a:off x="395536" y="1885950"/>
            <a:ext cx="7783264" cy="4171950"/>
          </a:xfrm>
        </p:spPr>
        <p:txBody>
          <a:bodyPr>
            <a:normAutofit fontScale="92500" lnSpcReduction="20000"/>
          </a:bodyPr>
          <a:lstStyle/>
          <a:p>
            <a:r>
              <a:rPr lang="en-GB" altLang="en-US" sz="2400" dirty="0"/>
              <a:t>Decimal (not binary)</a:t>
            </a:r>
          </a:p>
          <a:p>
            <a:r>
              <a:rPr lang="en-GB" altLang="en-US" sz="3200" b="1" dirty="0">
                <a:solidFill>
                  <a:srgbClr val="92D050"/>
                </a:solidFill>
              </a:rPr>
              <a:t>20 accumulators of 10 digits</a:t>
            </a:r>
          </a:p>
          <a:p>
            <a:r>
              <a:rPr lang="en-GB" altLang="en-US" sz="2400" dirty="0"/>
              <a:t>Programmed manually by switches</a:t>
            </a:r>
          </a:p>
          <a:p>
            <a:pPr lvl="1"/>
            <a:r>
              <a:rPr lang="en-GB" altLang="en-US" sz="2000" dirty="0"/>
              <a:t>“Programming” is tedious</a:t>
            </a:r>
            <a:endParaRPr lang="en-US" altLang="en-US" sz="2000" dirty="0"/>
          </a:p>
          <a:p>
            <a:r>
              <a:rPr lang="en-US" altLang="en-US" sz="3200" b="1" dirty="0">
                <a:solidFill>
                  <a:srgbClr val="00B0F0"/>
                </a:solidFill>
              </a:rPr>
              <a:t>18,000 </a:t>
            </a:r>
            <a:r>
              <a:rPr lang="en-US" altLang="en-US" sz="3200" b="1" u="sng" dirty="0">
                <a:solidFill>
                  <a:srgbClr val="00B0F0"/>
                </a:solidFill>
              </a:rPr>
              <a:t>vacuum tubes</a:t>
            </a:r>
          </a:p>
          <a:p>
            <a:r>
              <a:rPr lang="en-US" altLang="en-US" sz="2400" dirty="0"/>
              <a:t>30 tons</a:t>
            </a:r>
          </a:p>
          <a:p>
            <a:r>
              <a:rPr lang="en-US" altLang="en-US" sz="2400" dirty="0"/>
              <a:t>1500 square feet</a:t>
            </a:r>
          </a:p>
          <a:p>
            <a:r>
              <a:rPr lang="en-US" altLang="en-US" sz="2400" dirty="0"/>
              <a:t>140 kW power consumption</a:t>
            </a:r>
          </a:p>
          <a:p>
            <a:r>
              <a:rPr lang="en-US" altLang="en-US" sz="3200" b="1" dirty="0">
                <a:solidFill>
                  <a:srgbClr val="FFC000"/>
                </a:solidFill>
              </a:rPr>
              <a:t>5,000 additions per second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http://www.computersciencelab.com/ComputerHistory/HtmlHelp/Images2/eniac3.gif">
            <a:extLst>
              <a:ext uri="{FF2B5EF4-FFF2-40B4-BE49-F238E27FC236}">
                <a16:creationId xmlns:a16="http://schemas.microsoft.com/office/drawing/2014/main" id="{DF3ACC4F-0A31-F739-F781-3092BC6BE1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756"/>
          <a:stretch>
            <a:fillRect/>
          </a:stretch>
        </p:blipFill>
        <p:spPr bwMode="auto">
          <a:xfrm>
            <a:off x="251520" y="1465945"/>
            <a:ext cx="5040560" cy="39261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2">
            <a:extLst>
              <a:ext uri="{FF2B5EF4-FFF2-40B4-BE49-F238E27FC236}">
                <a16:creationId xmlns:a16="http://schemas.microsoft.com/office/drawing/2014/main" id="{3AD28A30-F541-093B-5B5A-3B40FB5D69DB}"/>
              </a:ext>
            </a:extLst>
          </p:cNvPr>
          <p:cNvSpPr txBox="1">
            <a:spLocks noChangeArrowheads="1"/>
          </p:cNvSpPr>
          <p:nvPr/>
        </p:nvSpPr>
        <p:spPr bwMode="auto">
          <a:xfrm>
            <a:off x="406400" y="228600"/>
            <a:ext cx="8204200" cy="1143000"/>
          </a:xfrm>
          <a:prstGeom prst="rect">
            <a:avLst/>
          </a:prstGeom>
          <a:noFill/>
          <a:ln w="9525">
            <a:noFill/>
            <a:miter lim="800000"/>
            <a:headEnd/>
            <a:tailEnd/>
          </a:ln>
        </p:spPr>
        <p:txBody>
          <a:bodyPr anchor="b"/>
          <a:lstStyle/>
          <a:p>
            <a:pPr>
              <a:defRPr/>
            </a:pPr>
            <a:r>
              <a:rPr lang="en-GB" sz="3600" kern="0" dirty="0">
                <a:solidFill>
                  <a:schemeClr val="tx2"/>
                </a:solidFill>
                <a:latin typeface="+mj-lt"/>
                <a:ea typeface="+mj-ea"/>
                <a:cs typeface="+mj-cs"/>
              </a:rPr>
              <a:t>ENIAC</a:t>
            </a:r>
            <a:br>
              <a:rPr lang="en-GB" sz="3600" kern="0" dirty="0">
                <a:solidFill>
                  <a:schemeClr val="tx2"/>
                </a:solidFill>
                <a:latin typeface="+mj-lt"/>
                <a:ea typeface="+mj-ea"/>
                <a:cs typeface="+mj-cs"/>
              </a:rPr>
            </a:br>
            <a:r>
              <a:rPr lang="en-GB" sz="3600" kern="0" dirty="0">
                <a:solidFill>
                  <a:schemeClr val="tx2"/>
                </a:solidFill>
                <a:latin typeface="+mj-lt"/>
                <a:ea typeface="+mj-ea"/>
                <a:cs typeface="+mj-cs"/>
              </a:rPr>
              <a:t>18,000 vacume tubes</a:t>
            </a:r>
          </a:p>
        </p:txBody>
      </p:sp>
      <p:pic>
        <p:nvPicPr>
          <p:cNvPr id="1026" name="Picture 2" descr="ENIAC - Wikipedia">
            <a:extLst>
              <a:ext uri="{FF2B5EF4-FFF2-40B4-BE49-F238E27FC236}">
                <a16:creationId xmlns:a16="http://schemas.microsoft.com/office/drawing/2014/main" id="{CABF5C24-8091-3ED0-C8E4-64CF06BD0A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904" y="249296"/>
            <a:ext cx="8471361" cy="63801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4818"/>
                                        </p:tgtEl>
                                        <p:attrNameLst>
                                          <p:attrName>style.visibility</p:attrName>
                                        </p:attrNameLst>
                                      </p:cBhvr>
                                      <p:to>
                                        <p:strVal val="visible"/>
                                      </p:to>
                                    </p:set>
                                    <p:anim calcmode="lin" valueType="num">
                                      <p:cBhvr additive="base">
                                        <p:cTn id="7" dur="500" fill="hold"/>
                                        <p:tgtEl>
                                          <p:spTgt spid="34818"/>
                                        </p:tgtEl>
                                        <p:attrNameLst>
                                          <p:attrName>ppt_x</p:attrName>
                                        </p:attrNameLst>
                                      </p:cBhvr>
                                      <p:tavLst>
                                        <p:tav tm="0">
                                          <p:val>
                                            <p:strVal val="#ppt_x"/>
                                          </p:val>
                                        </p:tav>
                                        <p:tav tm="100000">
                                          <p:val>
                                            <p:strVal val="#ppt_x"/>
                                          </p:val>
                                        </p:tav>
                                      </p:tavLst>
                                    </p:anim>
                                    <p:anim calcmode="lin" valueType="num">
                                      <p:cBhvr additive="base">
                                        <p:cTn id="8" dur="500" fill="hold"/>
                                        <p:tgtEl>
                                          <p:spTgt spid="3481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Effect transition="in" filter="fade">
                                      <p:cBhvr>
                                        <p:cTn id="13" dur="1000"/>
                                        <p:tgtEl>
                                          <p:spTgt spid="1026"/>
                                        </p:tgtEl>
                                      </p:cBhvr>
                                    </p:animEffect>
                                    <p:anim calcmode="lin" valueType="num">
                                      <p:cBhvr>
                                        <p:cTn id="14" dur="1000" fill="hold"/>
                                        <p:tgtEl>
                                          <p:spTgt spid="1026"/>
                                        </p:tgtEl>
                                        <p:attrNameLst>
                                          <p:attrName>ppt_x</p:attrName>
                                        </p:attrNameLst>
                                      </p:cBhvr>
                                      <p:tavLst>
                                        <p:tav tm="0">
                                          <p:val>
                                            <p:strVal val="#ppt_x"/>
                                          </p:val>
                                        </p:tav>
                                        <p:tav tm="100000">
                                          <p:val>
                                            <p:strVal val="#ppt_x"/>
                                          </p:val>
                                        </p:tav>
                                      </p:tavLst>
                                    </p:anim>
                                    <p:anim calcmode="lin" valueType="num">
                                      <p:cBhvr>
                                        <p:cTn id="15"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6" descr="http://www.carfiftyfour.com/tmp/240x274_VX8550_Wallpaper/eniac.jpg">
            <a:extLst>
              <a:ext uri="{FF2B5EF4-FFF2-40B4-BE49-F238E27FC236}">
                <a16:creationId xmlns:a16="http://schemas.microsoft.com/office/drawing/2014/main" id="{956CDAB5-3CDC-65CA-6D8E-E2B2755EB8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9663" y="1762125"/>
            <a:ext cx="4352925"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8" name="Picture 2" descr="http://t2.gstatic.com/images?q=tbn:ANd9GcSqd3UnSCjf3u3KIvRRhNLFhB_WEbtQj9lEP-Fq8YPtxMHUj_WZ">
            <a:extLst>
              <a:ext uri="{FF2B5EF4-FFF2-40B4-BE49-F238E27FC236}">
                <a16:creationId xmlns:a16="http://schemas.microsoft.com/office/drawing/2014/main" id="{01460097-A1A2-A3AB-C86D-5E6D4609EE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1755775"/>
            <a:ext cx="6281738" cy="4986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D606A1A1-C5FD-B3A3-895F-580695D6A1A8}"/>
              </a:ext>
            </a:extLst>
          </p:cNvPr>
          <p:cNvSpPr txBox="1">
            <a:spLocks noChangeArrowheads="1"/>
          </p:cNvSpPr>
          <p:nvPr/>
        </p:nvSpPr>
        <p:spPr bwMode="auto">
          <a:xfrm>
            <a:off x="406400" y="228600"/>
            <a:ext cx="8204200" cy="1143000"/>
          </a:xfrm>
          <a:prstGeom prst="rect">
            <a:avLst/>
          </a:prstGeom>
          <a:noFill/>
          <a:ln w="9525">
            <a:noFill/>
            <a:miter lim="800000"/>
            <a:headEnd/>
            <a:tailEnd/>
          </a:ln>
        </p:spPr>
        <p:txBody>
          <a:bodyPr anchor="b"/>
          <a:lstStyle/>
          <a:p>
            <a:pPr>
              <a:defRPr/>
            </a:pPr>
            <a:r>
              <a:rPr lang="en-GB" sz="3600" kern="0" dirty="0">
                <a:solidFill>
                  <a:schemeClr val="tx2"/>
                </a:solidFill>
                <a:latin typeface="+mj-lt"/>
                <a:ea typeface="+mj-ea"/>
                <a:cs typeface="+mj-cs"/>
              </a:rPr>
              <a:t>ENIAC</a:t>
            </a:r>
            <a:br>
              <a:rPr lang="en-GB" sz="3600" kern="0" dirty="0">
                <a:solidFill>
                  <a:schemeClr val="tx2"/>
                </a:solidFill>
                <a:latin typeface="+mj-lt"/>
                <a:ea typeface="+mj-ea"/>
                <a:cs typeface="+mj-cs"/>
              </a:rPr>
            </a:br>
            <a:r>
              <a:rPr lang="en-GB" sz="3600" kern="0" dirty="0">
                <a:solidFill>
                  <a:schemeClr val="tx2"/>
                </a:solidFill>
                <a:latin typeface="+mj-lt"/>
                <a:ea typeface="+mj-ea"/>
                <a:cs typeface="+mj-cs"/>
              </a:rPr>
              <a:t>15,000 square feet</a:t>
            </a:r>
          </a:p>
        </p:txBody>
      </p:sp>
      <p:pic>
        <p:nvPicPr>
          <p:cNvPr id="9219" name="Picture 4" descr="http://t3.gstatic.com/images?q=tbn:ANd9GcTZlwJs5DeylwwT8Ra1mShIf0TufrWmwLKG2w_0PQJNXY_-W4jK">
            <a:extLst>
              <a:ext uri="{FF2B5EF4-FFF2-40B4-BE49-F238E27FC236}">
                <a16:creationId xmlns:a16="http://schemas.microsoft.com/office/drawing/2014/main" id="{761F01D6-5334-BD29-11CA-06270A30F2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47664" y="1408782"/>
            <a:ext cx="6780212" cy="496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92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6A85B0F6-5897-D387-0517-784E0A475A60}"/>
              </a:ext>
            </a:extLst>
          </p:cNvPr>
          <p:cNvSpPr>
            <a:spLocks noGrp="1" noChangeArrowheads="1"/>
          </p:cNvSpPr>
          <p:nvPr>
            <p:ph type="title" idx="4294967295"/>
          </p:nvPr>
        </p:nvSpPr>
        <p:spPr>
          <a:xfrm>
            <a:off x="395536" y="228600"/>
            <a:ext cx="7808664" cy="1143000"/>
          </a:xfrm>
        </p:spPr>
        <p:txBody>
          <a:bodyPr/>
          <a:lstStyle/>
          <a:p>
            <a:r>
              <a:rPr lang="en-GB" altLang="en-US" dirty="0"/>
              <a:t>von Neumann/Turing</a:t>
            </a:r>
          </a:p>
        </p:txBody>
      </p:sp>
      <p:sp>
        <p:nvSpPr>
          <p:cNvPr id="36867" name="Rectangle 3">
            <a:extLst>
              <a:ext uri="{FF2B5EF4-FFF2-40B4-BE49-F238E27FC236}">
                <a16:creationId xmlns:a16="http://schemas.microsoft.com/office/drawing/2014/main" id="{8F7720EF-969B-449D-5DEC-98C057340399}"/>
              </a:ext>
            </a:extLst>
          </p:cNvPr>
          <p:cNvSpPr>
            <a:spLocks noGrp="1" noChangeArrowheads="1"/>
          </p:cNvSpPr>
          <p:nvPr>
            <p:ph type="body" idx="4294967295"/>
          </p:nvPr>
        </p:nvSpPr>
        <p:spPr>
          <a:xfrm>
            <a:off x="395536" y="1885950"/>
            <a:ext cx="7783264" cy="4171950"/>
          </a:xfrm>
        </p:spPr>
        <p:txBody>
          <a:bodyPr>
            <a:normAutofit/>
          </a:bodyPr>
          <a:lstStyle/>
          <a:p>
            <a:r>
              <a:rPr lang="en-GB" altLang="en-US" dirty="0"/>
              <a:t>“blueprint” to describe a machine </a:t>
            </a:r>
          </a:p>
          <a:p>
            <a:r>
              <a:rPr lang="en-GB" altLang="en-US" dirty="0"/>
              <a:t>A combination of von Neumann </a:t>
            </a:r>
            <a:r>
              <a:rPr lang="en-GB" altLang="en-US" dirty="0">
                <a:solidFill>
                  <a:srgbClr val="FF0000"/>
                </a:solidFill>
              </a:rPr>
              <a:t>architecture</a:t>
            </a:r>
            <a:r>
              <a:rPr lang="en-GB" altLang="en-US" dirty="0"/>
              <a:t> and Turing </a:t>
            </a:r>
            <a:r>
              <a:rPr lang="en-GB" altLang="en-US" dirty="0">
                <a:solidFill>
                  <a:srgbClr val="FF0000"/>
                </a:solidFill>
              </a:rPr>
              <a:t>machine</a:t>
            </a:r>
            <a:r>
              <a:rPr lang="en-GB" altLang="en-US" dirty="0"/>
              <a:t> </a:t>
            </a:r>
          </a:p>
        </p:txBody>
      </p:sp>
      <p:sp>
        <p:nvSpPr>
          <p:cNvPr id="2" name="Rectangle 1">
            <a:extLst>
              <a:ext uri="{FF2B5EF4-FFF2-40B4-BE49-F238E27FC236}">
                <a16:creationId xmlns:a16="http://schemas.microsoft.com/office/drawing/2014/main" id="{D21AD049-C666-F224-88B4-595A0B927D0A}"/>
              </a:ext>
            </a:extLst>
          </p:cNvPr>
          <p:cNvSpPr/>
          <p:nvPr/>
        </p:nvSpPr>
        <p:spPr>
          <a:xfrm>
            <a:off x="547984" y="3646044"/>
            <a:ext cx="3087912" cy="273528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MY" sz="1500" dirty="0"/>
              <a:t>CPU – executing instructions and performing calculations </a:t>
            </a:r>
          </a:p>
          <a:p>
            <a:pPr marL="342900" indent="-342900">
              <a:buFont typeface="Arial" panose="020B0604020202020204" pitchFamily="34" charset="0"/>
              <a:buChar char="•"/>
            </a:pPr>
            <a:r>
              <a:rPr lang="en-MY" sz="1500" dirty="0"/>
              <a:t>Memory – stores instructions and data </a:t>
            </a:r>
          </a:p>
          <a:p>
            <a:pPr marL="342900" indent="-342900">
              <a:buFont typeface="Arial" panose="020B0604020202020204" pitchFamily="34" charset="0"/>
              <a:buChar char="•"/>
            </a:pPr>
            <a:r>
              <a:rPr lang="en-MY" sz="1500" dirty="0"/>
              <a:t>CU – Interprets and executes instructions </a:t>
            </a:r>
          </a:p>
          <a:p>
            <a:pPr marL="342900" indent="-342900">
              <a:buFont typeface="Arial" panose="020B0604020202020204" pitchFamily="34" charset="0"/>
              <a:buChar char="•"/>
            </a:pPr>
            <a:r>
              <a:rPr lang="en-MY" sz="1500" dirty="0"/>
              <a:t>ALU – Performs arithmetic and logical operations</a:t>
            </a:r>
          </a:p>
        </p:txBody>
      </p:sp>
      <p:sp>
        <p:nvSpPr>
          <p:cNvPr id="3" name="Rectangle 2">
            <a:extLst>
              <a:ext uri="{FF2B5EF4-FFF2-40B4-BE49-F238E27FC236}">
                <a16:creationId xmlns:a16="http://schemas.microsoft.com/office/drawing/2014/main" id="{FC70FB64-0EC1-3B79-71F6-3B1D750FF18F}"/>
              </a:ext>
            </a:extLst>
          </p:cNvPr>
          <p:cNvSpPr/>
          <p:nvPr/>
        </p:nvSpPr>
        <p:spPr>
          <a:xfrm>
            <a:off x="4350192" y="3646044"/>
            <a:ext cx="3246144" cy="22322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MY" sz="1500" dirty="0"/>
              <a:t>Theoretical model of computation</a:t>
            </a:r>
          </a:p>
          <a:p>
            <a:pPr marL="342900" indent="-342900">
              <a:buFont typeface="Arial" panose="020B0604020202020204" pitchFamily="34" charset="0"/>
              <a:buChar char="•"/>
            </a:pPr>
            <a:r>
              <a:rPr lang="en-MY" sz="1500" dirty="0"/>
              <a:t>Simulate any algorithmic process and serves as a  theoretical foundation </a:t>
            </a:r>
          </a:p>
        </p:txBody>
      </p:sp>
      <p:sp>
        <p:nvSpPr>
          <p:cNvPr id="4" name="Rectangle 3">
            <a:extLst>
              <a:ext uri="{FF2B5EF4-FFF2-40B4-BE49-F238E27FC236}">
                <a16:creationId xmlns:a16="http://schemas.microsoft.com/office/drawing/2014/main" id="{DED0BCBA-4AEA-5ACF-A8B2-5B03B8A31456}"/>
              </a:ext>
            </a:extLst>
          </p:cNvPr>
          <p:cNvSpPr/>
          <p:nvPr/>
        </p:nvSpPr>
        <p:spPr>
          <a:xfrm>
            <a:off x="527000" y="3103531"/>
            <a:ext cx="3108896" cy="3629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Von Neumann</a:t>
            </a:r>
          </a:p>
        </p:txBody>
      </p:sp>
      <p:sp>
        <p:nvSpPr>
          <p:cNvPr id="5" name="Rectangle 4">
            <a:extLst>
              <a:ext uri="{FF2B5EF4-FFF2-40B4-BE49-F238E27FC236}">
                <a16:creationId xmlns:a16="http://schemas.microsoft.com/office/drawing/2014/main" id="{9A99D348-8787-7E67-EB86-86601B4946B4}"/>
              </a:ext>
            </a:extLst>
          </p:cNvPr>
          <p:cNvSpPr/>
          <p:nvPr/>
        </p:nvSpPr>
        <p:spPr>
          <a:xfrm>
            <a:off x="4355976" y="3150365"/>
            <a:ext cx="3246144" cy="36290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dirty="0"/>
              <a:t>Turing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FB3BA056-F695-A097-4C26-4F3382E6662A}"/>
              </a:ext>
            </a:extLst>
          </p:cNvPr>
          <p:cNvSpPr>
            <a:spLocks noGrp="1" noChangeArrowheads="1"/>
          </p:cNvSpPr>
          <p:nvPr>
            <p:ph type="title" idx="4294967295"/>
          </p:nvPr>
        </p:nvSpPr>
        <p:spPr>
          <a:xfrm>
            <a:off x="348928" y="228600"/>
            <a:ext cx="7855272" cy="1143000"/>
          </a:xfrm>
        </p:spPr>
        <p:txBody>
          <a:bodyPr/>
          <a:lstStyle/>
          <a:p>
            <a:r>
              <a:rPr lang="en-GB" altLang="en-US" dirty="0"/>
              <a:t>von Neumann/Turing</a:t>
            </a:r>
          </a:p>
        </p:txBody>
      </p:sp>
      <p:sp>
        <p:nvSpPr>
          <p:cNvPr id="38915" name="Rectangle 3">
            <a:extLst>
              <a:ext uri="{FF2B5EF4-FFF2-40B4-BE49-F238E27FC236}">
                <a16:creationId xmlns:a16="http://schemas.microsoft.com/office/drawing/2014/main" id="{C3071CEB-5C4B-C7F3-9D07-D3D3151C06E0}"/>
              </a:ext>
            </a:extLst>
          </p:cNvPr>
          <p:cNvSpPr>
            <a:spLocks noGrp="1" noChangeArrowheads="1"/>
          </p:cNvSpPr>
          <p:nvPr>
            <p:ph type="body" idx="4294967295"/>
          </p:nvPr>
        </p:nvSpPr>
        <p:spPr>
          <a:xfrm>
            <a:off x="323528" y="1885950"/>
            <a:ext cx="7855272" cy="4171950"/>
          </a:xfrm>
        </p:spPr>
        <p:txBody>
          <a:bodyPr>
            <a:normAutofit fontScale="92500" lnSpcReduction="10000"/>
          </a:bodyPr>
          <a:lstStyle/>
          <a:p>
            <a:pPr marL="0" indent="0">
              <a:buNone/>
            </a:pPr>
            <a:r>
              <a:rPr lang="en-GB" altLang="en-US" sz="3200" b="1" dirty="0"/>
              <a:t>IAS</a:t>
            </a:r>
            <a:endParaRPr lang="en-GB" altLang="en-US" sz="2400" b="1" dirty="0"/>
          </a:p>
          <a:p>
            <a:pPr lvl="1"/>
            <a:r>
              <a:rPr lang="en-US" altLang="en-US" sz="2000" dirty="0"/>
              <a:t>was designed and built at the Institute for Advanced Study in the early 1950s by a team of researchers that included John von Neumann, Herman </a:t>
            </a:r>
            <a:r>
              <a:rPr lang="en-US" altLang="en-US" sz="2000" dirty="0" err="1"/>
              <a:t>Goldstine</a:t>
            </a:r>
            <a:r>
              <a:rPr lang="en-US" altLang="en-US" sz="2000" dirty="0"/>
              <a:t>, and J. Robert Oppenheimer. </a:t>
            </a:r>
          </a:p>
          <a:p>
            <a:pPr lvl="1"/>
            <a:r>
              <a:rPr lang="en-GB" altLang="en-US" sz="2000" dirty="0"/>
              <a:t>First stored-program computer concept (</a:t>
            </a:r>
            <a:r>
              <a:rPr lang="en-US" altLang="en-US" sz="2000" dirty="0"/>
              <a:t>both instructions and data could be stored in the same memory</a:t>
            </a:r>
            <a:r>
              <a:rPr lang="en-GB" altLang="en-US" sz="2000" dirty="0"/>
              <a:t>)</a:t>
            </a:r>
          </a:p>
          <a:p>
            <a:pPr lvl="1"/>
            <a:r>
              <a:rPr lang="en-GB" altLang="en-US" sz="2000" dirty="0"/>
              <a:t>Designed at Princeton Institute for Advanced Studies </a:t>
            </a:r>
          </a:p>
          <a:p>
            <a:pPr lvl="1"/>
            <a:r>
              <a:rPr lang="en-GB" altLang="en-US" sz="2000" dirty="0"/>
              <a:t>The prototype of the </a:t>
            </a:r>
            <a:r>
              <a:rPr lang="en-GB" altLang="en-US" sz="4000" b="1" dirty="0">
                <a:solidFill>
                  <a:srgbClr val="92D050"/>
                </a:solidFill>
              </a:rPr>
              <a:t>present computers</a:t>
            </a:r>
            <a:endParaRPr lang="en-GB" altLang="en-US" sz="2000" b="1" dirty="0">
              <a:solidFill>
                <a:srgbClr val="92D050"/>
              </a:solidFill>
            </a:endParaRPr>
          </a:p>
          <a:p>
            <a:pPr lvl="1"/>
            <a:r>
              <a:rPr lang="en-GB" altLang="en-US" sz="2000" dirty="0"/>
              <a:t>Started in 1946, completed in 1952</a:t>
            </a:r>
          </a:p>
          <a:p>
            <a:pPr lvl="1"/>
            <a:r>
              <a:rPr lang="en-US" altLang="en-US" sz="2000" dirty="0"/>
              <a:t>IAS computer is known as the </a:t>
            </a:r>
            <a:r>
              <a:rPr lang="en-US" altLang="en-US" sz="3500" b="1" dirty="0">
                <a:solidFill>
                  <a:srgbClr val="FF0000"/>
                </a:solidFill>
              </a:rPr>
              <a:t>stored-program concept</a:t>
            </a:r>
            <a:endParaRPr lang="en-GB" altLang="en-US" sz="2000" b="1" dirty="0">
              <a:solidFill>
                <a:srgbClr val="FF0000"/>
              </a:solidFill>
            </a:endParaRPr>
          </a:p>
        </p:txBody>
      </p:sp>
      <p:sp>
        <p:nvSpPr>
          <p:cNvPr id="5" name="TextBox 4">
            <a:extLst>
              <a:ext uri="{FF2B5EF4-FFF2-40B4-BE49-F238E27FC236}">
                <a16:creationId xmlns:a16="http://schemas.microsoft.com/office/drawing/2014/main" id="{BD622D89-AE1E-7279-ECE6-70D2F3AF9F34}"/>
              </a:ext>
            </a:extLst>
          </p:cNvPr>
          <p:cNvSpPr txBox="1"/>
          <p:nvPr/>
        </p:nvSpPr>
        <p:spPr>
          <a:xfrm>
            <a:off x="107504" y="6498595"/>
            <a:ext cx="4576712" cy="261610"/>
          </a:xfrm>
          <a:prstGeom prst="rect">
            <a:avLst/>
          </a:prstGeom>
          <a:noFill/>
        </p:spPr>
        <p:txBody>
          <a:bodyPr wrap="square">
            <a:spAutoFit/>
          </a:bodyPr>
          <a:lstStyle/>
          <a:p>
            <a:r>
              <a:rPr lang="en-MY" sz="1050" dirty="0">
                <a:solidFill>
                  <a:srgbClr val="FF0000"/>
                </a:solidFill>
              </a:rPr>
              <a:t>*IAS = Institute for Advanced Study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a:extLst>
              <a:ext uri="{FF2B5EF4-FFF2-40B4-BE49-F238E27FC236}">
                <a16:creationId xmlns:a16="http://schemas.microsoft.com/office/drawing/2014/main" id="{CA026D54-61FA-609D-4D11-FC54E8403FB9}"/>
              </a:ext>
            </a:extLst>
          </p:cNvPr>
          <p:cNvSpPr>
            <a:spLocks noGrp="1" noChangeArrowheads="1"/>
          </p:cNvSpPr>
          <p:nvPr>
            <p:ph type="title" idx="4294967295"/>
          </p:nvPr>
        </p:nvSpPr>
        <p:spPr>
          <a:xfrm>
            <a:off x="207615" y="2857500"/>
            <a:ext cx="2236113" cy="1143000"/>
          </a:xfrm>
          <a:noFill/>
        </p:spPr>
        <p:txBody>
          <a:bodyPr>
            <a:normAutofit fontScale="90000"/>
          </a:bodyPr>
          <a:lstStyle/>
          <a:p>
            <a:r>
              <a:rPr lang="en-GB" altLang="en-US" dirty="0"/>
              <a:t>IAS structure</a:t>
            </a:r>
          </a:p>
        </p:txBody>
      </p:sp>
      <p:pic>
        <p:nvPicPr>
          <p:cNvPr id="3" name="Picture 2">
            <a:extLst>
              <a:ext uri="{FF2B5EF4-FFF2-40B4-BE49-F238E27FC236}">
                <a16:creationId xmlns:a16="http://schemas.microsoft.com/office/drawing/2014/main" id="{D91CF0AB-B75E-5F4F-8D17-560F79E3758D}"/>
              </a:ext>
            </a:extLst>
          </p:cNvPr>
          <p:cNvPicPr>
            <a:picLocks noChangeAspect="1"/>
          </p:cNvPicPr>
          <p:nvPr/>
        </p:nvPicPr>
        <p:blipFill>
          <a:blip r:embed="rId3"/>
          <a:stretch>
            <a:fillRect/>
          </a:stretch>
        </p:blipFill>
        <p:spPr>
          <a:xfrm>
            <a:off x="2411760" y="361950"/>
            <a:ext cx="6524625" cy="6134100"/>
          </a:xfrm>
          <a:prstGeom prst="rect">
            <a:avLst/>
          </a:prstGeom>
        </p:spPr>
      </p:pic>
      <p:sp>
        <p:nvSpPr>
          <p:cNvPr id="4" name="Rectangle 3">
            <a:extLst>
              <a:ext uri="{FF2B5EF4-FFF2-40B4-BE49-F238E27FC236}">
                <a16:creationId xmlns:a16="http://schemas.microsoft.com/office/drawing/2014/main" id="{BD53F9C5-A715-05D7-94A5-9366E89D16DC}"/>
              </a:ext>
            </a:extLst>
          </p:cNvPr>
          <p:cNvSpPr/>
          <p:nvPr/>
        </p:nvSpPr>
        <p:spPr>
          <a:xfrm>
            <a:off x="2699792" y="4797152"/>
            <a:ext cx="864096" cy="576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Rectangle 4">
            <a:extLst>
              <a:ext uri="{FF2B5EF4-FFF2-40B4-BE49-F238E27FC236}">
                <a16:creationId xmlns:a16="http://schemas.microsoft.com/office/drawing/2014/main" id="{56A415BF-D85E-6BE1-D2E5-8CDD8FF40DDC}"/>
              </a:ext>
            </a:extLst>
          </p:cNvPr>
          <p:cNvSpPr/>
          <p:nvPr/>
        </p:nvSpPr>
        <p:spPr>
          <a:xfrm>
            <a:off x="4355976" y="764704"/>
            <a:ext cx="1728192" cy="36004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6" name="Rectangle 5">
            <a:extLst>
              <a:ext uri="{FF2B5EF4-FFF2-40B4-BE49-F238E27FC236}">
                <a16:creationId xmlns:a16="http://schemas.microsoft.com/office/drawing/2014/main" id="{21B0F3BC-2291-CB2C-EEEE-D818F91C557E}"/>
              </a:ext>
            </a:extLst>
          </p:cNvPr>
          <p:cNvSpPr/>
          <p:nvPr/>
        </p:nvSpPr>
        <p:spPr>
          <a:xfrm>
            <a:off x="5148064" y="5733256"/>
            <a:ext cx="1152128" cy="57606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7" name="Rectangle 6">
            <a:extLst>
              <a:ext uri="{FF2B5EF4-FFF2-40B4-BE49-F238E27FC236}">
                <a16:creationId xmlns:a16="http://schemas.microsoft.com/office/drawing/2014/main" id="{A57DD3AF-272E-1582-B5E1-492414A1EA27}"/>
              </a:ext>
            </a:extLst>
          </p:cNvPr>
          <p:cNvSpPr/>
          <p:nvPr/>
        </p:nvSpPr>
        <p:spPr>
          <a:xfrm>
            <a:off x="6876256" y="1340768"/>
            <a:ext cx="1008112" cy="93610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4">
            <a:extLst>
              <a:ext uri="{FF2B5EF4-FFF2-40B4-BE49-F238E27FC236}">
                <a16:creationId xmlns:a16="http://schemas.microsoft.com/office/drawing/2014/main" id="{CA026D54-61FA-609D-4D11-FC54E8403FB9}"/>
              </a:ext>
            </a:extLst>
          </p:cNvPr>
          <p:cNvSpPr>
            <a:spLocks noGrp="1" noChangeArrowheads="1"/>
          </p:cNvSpPr>
          <p:nvPr>
            <p:ph type="title"/>
          </p:nvPr>
        </p:nvSpPr>
        <p:spPr>
          <a:noFill/>
        </p:spPr>
        <p:txBody>
          <a:bodyPr>
            <a:normAutofit/>
          </a:bodyPr>
          <a:lstStyle/>
          <a:p>
            <a:r>
              <a:rPr lang="en-GB" altLang="en-US" dirty="0"/>
              <a:t>IAS key concepts</a:t>
            </a:r>
          </a:p>
        </p:txBody>
      </p:sp>
      <p:graphicFrame>
        <p:nvGraphicFramePr>
          <p:cNvPr id="8" name="Content Placeholder 7">
            <a:extLst>
              <a:ext uri="{FF2B5EF4-FFF2-40B4-BE49-F238E27FC236}">
                <a16:creationId xmlns:a16="http://schemas.microsoft.com/office/drawing/2014/main" id="{72DFF3BE-81DB-A38C-5DCE-AE0E4D92FB73}"/>
              </a:ext>
            </a:extLst>
          </p:cNvPr>
          <p:cNvGraphicFramePr>
            <a:graphicFrameLocks noGrp="1"/>
          </p:cNvGraphicFramePr>
          <p:nvPr>
            <p:ph idx="1"/>
            <p:extLst>
              <p:ext uri="{D42A27DB-BD31-4B8C-83A1-F6EECF244321}">
                <p14:modId xmlns:p14="http://schemas.microsoft.com/office/powerpoint/2010/main" val="4231998399"/>
              </p:ext>
            </p:extLst>
          </p:nvPr>
        </p:nvGraphicFramePr>
        <p:xfrm>
          <a:off x="946404" y="1828801"/>
          <a:ext cx="7269480" cy="4351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Graphic 9" descr="Polaroid Pictures with solid fill">
            <a:extLst>
              <a:ext uri="{FF2B5EF4-FFF2-40B4-BE49-F238E27FC236}">
                <a16:creationId xmlns:a16="http://schemas.microsoft.com/office/drawing/2014/main" id="{28238E68-E5B0-4534-00F4-24698EBCE249}"/>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043608" y="2276872"/>
            <a:ext cx="914400" cy="914400"/>
          </a:xfrm>
          <a:prstGeom prst="rect">
            <a:avLst/>
          </a:prstGeom>
        </p:spPr>
      </p:pic>
      <p:pic>
        <p:nvPicPr>
          <p:cNvPr id="12" name="Graphic 11" descr="Marker with solid fill">
            <a:extLst>
              <a:ext uri="{FF2B5EF4-FFF2-40B4-BE49-F238E27FC236}">
                <a16:creationId xmlns:a16="http://schemas.microsoft.com/office/drawing/2014/main" id="{E21724B3-5A70-CE46-C9E8-875F05CD8A4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436006" y="3547269"/>
            <a:ext cx="914400" cy="914400"/>
          </a:xfrm>
          <a:prstGeom prst="rect">
            <a:avLst/>
          </a:prstGeom>
        </p:spPr>
      </p:pic>
      <p:pic>
        <p:nvPicPr>
          <p:cNvPr id="14" name="Graphic 13" descr="Classroom with solid fill">
            <a:extLst>
              <a:ext uri="{FF2B5EF4-FFF2-40B4-BE49-F238E27FC236}">
                <a16:creationId xmlns:a16="http://schemas.microsoft.com/office/drawing/2014/main" id="{7E2F8861-FACA-383F-5125-54381B53289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56441" y="4824736"/>
            <a:ext cx="914400" cy="914400"/>
          </a:xfrm>
          <a:prstGeom prst="rect">
            <a:avLst/>
          </a:prstGeom>
        </p:spPr>
      </p:pic>
    </p:spTree>
    <p:extLst>
      <p:ext uri="{BB962C8B-B14F-4D97-AF65-F5344CB8AC3E}">
        <p14:creationId xmlns:p14="http://schemas.microsoft.com/office/powerpoint/2010/main" val="13282639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00C8204E-4B64-BFB1-FFE8-3051C590F4F0}"/>
              </a:ext>
            </a:extLst>
          </p:cNvPr>
          <p:cNvSpPr>
            <a:spLocks noGrp="1" noChangeArrowheads="1"/>
          </p:cNvSpPr>
          <p:nvPr>
            <p:ph type="title" idx="4294967295"/>
          </p:nvPr>
        </p:nvSpPr>
        <p:spPr>
          <a:xfrm>
            <a:off x="395536" y="228600"/>
            <a:ext cx="7808664" cy="1143000"/>
          </a:xfrm>
        </p:spPr>
        <p:txBody>
          <a:bodyPr>
            <a:normAutofit/>
          </a:bodyPr>
          <a:lstStyle/>
          <a:p>
            <a:r>
              <a:rPr lang="en-GB" altLang="en-US" dirty="0"/>
              <a:t>IAS Details</a:t>
            </a:r>
          </a:p>
        </p:txBody>
      </p:sp>
      <p:sp>
        <p:nvSpPr>
          <p:cNvPr id="43011" name="Rectangle 3">
            <a:extLst>
              <a:ext uri="{FF2B5EF4-FFF2-40B4-BE49-F238E27FC236}">
                <a16:creationId xmlns:a16="http://schemas.microsoft.com/office/drawing/2014/main" id="{2F5F301D-0E06-BE6E-D45F-F337C03D5F0E}"/>
              </a:ext>
            </a:extLst>
          </p:cNvPr>
          <p:cNvSpPr>
            <a:spLocks noGrp="1" noChangeArrowheads="1"/>
          </p:cNvSpPr>
          <p:nvPr>
            <p:ph type="body" idx="4294967295"/>
          </p:nvPr>
        </p:nvSpPr>
        <p:spPr>
          <a:xfrm>
            <a:off x="467544" y="1943100"/>
            <a:ext cx="7711256" cy="4510236"/>
          </a:xfrm>
        </p:spPr>
        <p:txBody>
          <a:bodyPr>
            <a:normAutofit fontScale="70000" lnSpcReduction="20000"/>
          </a:bodyPr>
          <a:lstStyle/>
          <a:p>
            <a:pPr>
              <a:lnSpc>
                <a:spcPct val="90000"/>
              </a:lnSpc>
            </a:pPr>
            <a:r>
              <a:rPr lang="en-GB" altLang="en-US" sz="3600" dirty="0"/>
              <a:t>IAS memory consists of 4096 storage locations</a:t>
            </a:r>
          </a:p>
          <a:p>
            <a:pPr>
              <a:lnSpc>
                <a:spcPct val="90000"/>
              </a:lnSpc>
            </a:pPr>
            <a:r>
              <a:rPr lang="en-GB" altLang="en-US" sz="3600" b="1" dirty="0">
                <a:solidFill>
                  <a:srgbClr val="FF0000"/>
                </a:solidFill>
              </a:rPr>
              <a:t>1000 x 40 bit words</a:t>
            </a:r>
            <a:endParaRPr lang="en-GB" altLang="en-US" b="1" dirty="0">
              <a:solidFill>
                <a:srgbClr val="FF0000"/>
              </a:solidFill>
            </a:endParaRPr>
          </a:p>
          <a:p>
            <a:pPr lvl="1">
              <a:lnSpc>
                <a:spcPct val="90000"/>
              </a:lnSpc>
            </a:pPr>
            <a:r>
              <a:rPr lang="en-GB" altLang="en-US" sz="2300" dirty="0"/>
              <a:t>Binary number</a:t>
            </a:r>
          </a:p>
          <a:p>
            <a:pPr lvl="1">
              <a:lnSpc>
                <a:spcPct val="90000"/>
              </a:lnSpc>
            </a:pPr>
            <a:r>
              <a:rPr lang="en-GB" altLang="en-US" sz="2300" dirty="0"/>
              <a:t>2 x 20-bit instructions</a:t>
            </a:r>
          </a:p>
          <a:p>
            <a:pPr>
              <a:lnSpc>
                <a:spcPct val="90000"/>
              </a:lnSpc>
            </a:pPr>
            <a:r>
              <a:rPr lang="en-GB" altLang="en-US" sz="2300" dirty="0"/>
              <a:t>CU operates the IAS by fetching instructions from memory and executing them one at a time </a:t>
            </a:r>
          </a:p>
          <a:p>
            <a:pPr>
              <a:lnSpc>
                <a:spcPct val="90000"/>
              </a:lnSpc>
            </a:pPr>
            <a:r>
              <a:rPr lang="en-GB" altLang="en-US" sz="2300" dirty="0"/>
              <a:t>Set of </a:t>
            </a:r>
            <a:r>
              <a:rPr lang="en-GB" altLang="en-US" sz="2300" b="1" dirty="0">
                <a:solidFill>
                  <a:srgbClr val="00B0F0"/>
                </a:solidFill>
              </a:rPr>
              <a:t>registers</a:t>
            </a:r>
            <a:r>
              <a:rPr lang="en-GB" altLang="en-US" sz="2300" dirty="0"/>
              <a:t> (storage in CPU)</a:t>
            </a:r>
          </a:p>
          <a:p>
            <a:pPr lvl="1">
              <a:lnSpc>
                <a:spcPct val="90000"/>
              </a:lnSpc>
            </a:pPr>
            <a:r>
              <a:rPr lang="en-GB" altLang="en-US" sz="2300" dirty="0"/>
              <a:t>Memory Buffer Register (data) </a:t>
            </a:r>
          </a:p>
          <a:p>
            <a:pPr lvl="1">
              <a:lnSpc>
                <a:spcPct val="90000"/>
              </a:lnSpc>
            </a:pPr>
            <a:r>
              <a:rPr lang="en-GB" altLang="en-US" sz="2300" dirty="0"/>
              <a:t>Memory Address Register (address) </a:t>
            </a:r>
          </a:p>
          <a:p>
            <a:pPr lvl="1">
              <a:lnSpc>
                <a:spcPct val="90000"/>
              </a:lnSpc>
            </a:pPr>
            <a:r>
              <a:rPr lang="en-GB" altLang="en-US" sz="2300" dirty="0"/>
              <a:t>Instruction Register (instructions) </a:t>
            </a:r>
          </a:p>
          <a:p>
            <a:pPr lvl="1">
              <a:lnSpc>
                <a:spcPct val="90000"/>
              </a:lnSpc>
            </a:pPr>
            <a:r>
              <a:rPr lang="en-GB" altLang="en-US" sz="2300" dirty="0"/>
              <a:t>Instruction Buffer Register (temporary instructions) </a:t>
            </a:r>
          </a:p>
          <a:p>
            <a:pPr lvl="1">
              <a:lnSpc>
                <a:spcPct val="90000"/>
              </a:lnSpc>
            </a:pPr>
            <a:r>
              <a:rPr lang="en-GB" altLang="en-US" sz="2300" dirty="0"/>
              <a:t>Program Counter (address of next instruction) </a:t>
            </a:r>
          </a:p>
          <a:p>
            <a:pPr lvl="1">
              <a:lnSpc>
                <a:spcPct val="90000"/>
              </a:lnSpc>
            </a:pPr>
            <a:r>
              <a:rPr lang="en-GB" altLang="en-US" sz="2300" dirty="0"/>
              <a:t>Accumulator </a:t>
            </a:r>
          </a:p>
          <a:p>
            <a:pPr lvl="1">
              <a:lnSpc>
                <a:spcPct val="90000"/>
              </a:lnSpc>
            </a:pPr>
            <a:r>
              <a:rPr lang="en-GB" altLang="en-US" sz="2300" dirty="0"/>
              <a:t>Multiplier Quotient</a:t>
            </a:r>
          </a:p>
        </p:txBody>
      </p:sp>
      <p:sp>
        <p:nvSpPr>
          <p:cNvPr id="2" name="Right Brace 1">
            <a:extLst>
              <a:ext uri="{FF2B5EF4-FFF2-40B4-BE49-F238E27FC236}">
                <a16:creationId xmlns:a16="http://schemas.microsoft.com/office/drawing/2014/main" id="{BDB30EA1-374D-6365-88C4-31964FC200B0}"/>
              </a:ext>
            </a:extLst>
          </p:cNvPr>
          <p:cNvSpPr/>
          <p:nvPr/>
        </p:nvSpPr>
        <p:spPr>
          <a:xfrm>
            <a:off x="2915816" y="5373216"/>
            <a:ext cx="72008" cy="504056"/>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a:p>
        </p:txBody>
      </p:sp>
      <p:sp>
        <p:nvSpPr>
          <p:cNvPr id="3" name="TextBox 2">
            <a:extLst>
              <a:ext uri="{FF2B5EF4-FFF2-40B4-BE49-F238E27FC236}">
                <a16:creationId xmlns:a16="http://schemas.microsoft.com/office/drawing/2014/main" id="{303839F6-8056-7F9D-FC16-8E8C0EA2BF7B}"/>
              </a:ext>
            </a:extLst>
          </p:cNvPr>
          <p:cNvSpPr txBox="1"/>
          <p:nvPr/>
        </p:nvSpPr>
        <p:spPr>
          <a:xfrm>
            <a:off x="2990472" y="5471355"/>
            <a:ext cx="4903907" cy="307777"/>
          </a:xfrm>
          <a:prstGeom prst="rect">
            <a:avLst/>
          </a:prstGeom>
          <a:noFill/>
        </p:spPr>
        <p:txBody>
          <a:bodyPr wrap="none" rtlCol="0">
            <a:spAutoFit/>
          </a:bodyPr>
          <a:lstStyle/>
          <a:p>
            <a:r>
              <a:rPr lang="en-MY" sz="1400" dirty="0">
                <a:latin typeface="+mn-lt"/>
              </a:rPr>
              <a:t>Hold temporary operands and results of ALU operations </a:t>
            </a:r>
          </a:p>
        </p:txBody>
      </p:sp>
      <p:pic>
        <p:nvPicPr>
          <p:cNvPr id="4" name="Picture 3">
            <a:extLst>
              <a:ext uri="{FF2B5EF4-FFF2-40B4-BE49-F238E27FC236}">
                <a16:creationId xmlns:a16="http://schemas.microsoft.com/office/drawing/2014/main" id="{DA02B6F2-EED5-947C-E80D-E994E02B3DD6}"/>
              </a:ext>
            </a:extLst>
          </p:cNvPr>
          <p:cNvPicPr>
            <a:picLocks noChangeAspect="1"/>
          </p:cNvPicPr>
          <p:nvPr/>
        </p:nvPicPr>
        <p:blipFill>
          <a:blip r:embed="rId3"/>
          <a:srcRect l="20196" t="31234" r="35650" b="3083"/>
          <a:stretch/>
        </p:blipFill>
        <p:spPr>
          <a:xfrm>
            <a:off x="6156176" y="67562"/>
            <a:ext cx="2880320" cy="403244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26">
            <a:extLst>
              <a:ext uri="{FF2B5EF4-FFF2-40B4-BE49-F238E27FC236}">
                <a16:creationId xmlns:a16="http://schemas.microsoft.com/office/drawing/2014/main" id="{7A003917-9802-F627-4177-76496AA70034}"/>
              </a:ext>
            </a:extLst>
          </p:cNvPr>
          <p:cNvSpPr>
            <a:spLocks noGrp="1" noChangeArrowheads="1"/>
          </p:cNvSpPr>
          <p:nvPr>
            <p:ph type="title" idx="4294967295"/>
          </p:nvPr>
        </p:nvSpPr>
        <p:spPr>
          <a:xfrm>
            <a:off x="323528" y="228600"/>
            <a:ext cx="7880672" cy="1143000"/>
          </a:xfrm>
        </p:spPr>
        <p:txBody>
          <a:bodyPr/>
          <a:lstStyle/>
          <a:p>
            <a:r>
              <a:rPr lang="en-US" altLang="en-US" dirty="0"/>
              <a:t>Commercial Computers</a:t>
            </a:r>
          </a:p>
        </p:txBody>
      </p:sp>
      <p:sp>
        <p:nvSpPr>
          <p:cNvPr id="47107" name="Rectangle 1027">
            <a:extLst>
              <a:ext uri="{FF2B5EF4-FFF2-40B4-BE49-F238E27FC236}">
                <a16:creationId xmlns:a16="http://schemas.microsoft.com/office/drawing/2014/main" id="{43F54075-5D31-32B6-1129-009B3737DEAA}"/>
              </a:ext>
            </a:extLst>
          </p:cNvPr>
          <p:cNvSpPr>
            <a:spLocks noGrp="1" noChangeArrowheads="1"/>
          </p:cNvSpPr>
          <p:nvPr>
            <p:ph type="body" idx="4294967295"/>
          </p:nvPr>
        </p:nvSpPr>
        <p:spPr>
          <a:xfrm>
            <a:off x="395536" y="1844675"/>
            <a:ext cx="7783264" cy="4708525"/>
          </a:xfrm>
        </p:spPr>
        <p:txBody>
          <a:bodyPr/>
          <a:lstStyle/>
          <a:p>
            <a:r>
              <a:rPr lang="en-US" altLang="en-US" dirty="0"/>
              <a:t>1947 - Eckert-Mauchly Computer Corporation</a:t>
            </a:r>
          </a:p>
          <a:p>
            <a:r>
              <a:rPr lang="en-US" altLang="en-US" dirty="0"/>
              <a:t>UNIVAC I (Universal Automatic Computer)</a:t>
            </a:r>
          </a:p>
          <a:p>
            <a:pPr lvl="1"/>
            <a:r>
              <a:rPr lang="en-US" altLang="en-US" dirty="0"/>
              <a:t>First successful machine to be </a:t>
            </a:r>
            <a:r>
              <a:rPr lang="en-US" altLang="en-US" sz="3200" b="1" dirty="0">
                <a:solidFill>
                  <a:srgbClr val="92D050"/>
                </a:solidFill>
              </a:rPr>
              <a:t>commercialized</a:t>
            </a:r>
            <a:endParaRPr lang="en-US" altLang="en-US" b="1" dirty="0">
              <a:solidFill>
                <a:srgbClr val="92D050"/>
              </a:solidFill>
            </a:endParaRPr>
          </a:p>
          <a:p>
            <a:pPr lvl="1"/>
            <a:r>
              <a:rPr lang="en-US" altLang="en-US" dirty="0"/>
              <a:t>Commissioned by US Bureau of Census 1950 calculations</a:t>
            </a:r>
          </a:p>
          <a:p>
            <a:r>
              <a:rPr lang="en-US" altLang="en-US" dirty="0"/>
              <a:t>Became part of Sperry-Rand Corporation</a:t>
            </a:r>
          </a:p>
          <a:p>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a:extLst>
              <a:ext uri="{FF2B5EF4-FFF2-40B4-BE49-F238E27FC236}">
                <a16:creationId xmlns:a16="http://schemas.microsoft.com/office/drawing/2014/main" id="{1C2E447B-E7D7-F9FF-4B74-0FC78D79B7CB}"/>
              </a:ext>
            </a:extLst>
          </p:cNvPr>
          <p:cNvSpPr>
            <a:spLocks noGrp="1" noChangeArrowheads="1"/>
          </p:cNvSpPr>
          <p:nvPr>
            <p:ph type="title"/>
          </p:nvPr>
        </p:nvSpPr>
        <p:spPr>
          <a:xfrm>
            <a:off x="395536" y="188640"/>
            <a:ext cx="7269480" cy="1325562"/>
          </a:xfrm>
        </p:spPr>
        <p:txBody>
          <a:bodyPr/>
          <a:lstStyle/>
          <a:p>
            <a:r>
              <a:rPr lang="en-US" altLang="en-US" dirty="0"/>
              <a:t>UNIVAC I</a:t>
            </a:r>
          </a:p>
        </p:txBody>
      </p:sp>
      <p:pic>
        <p:nvPicPr>
          <p:cNvPr id="49155" name="Picture 2" descr="File:UNIVAC-I-BRL61-0977.jpg">
            <a:extLst>
              <a:ext uri="{FF2B5EF4-FFF2-40B4-BE49-F238E27FC236}">
                <a16:creationId xmlns:a16="http://schemas.microsoft.com/office/drawing/2014/main" id="{2E61DE90-B54A-104F-23F6-DF8D956BDA0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945" r="398" b="735"/>
          <a:stretch>
            <a:fillRect/>
          </a:stretch>
        </p:blipFill>
        <p:spPr bwMode="auto">
          <a:xfrm>
            <a:off x="407247" y="1741862"/>
            <a:ext cx="7661275" cy="416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6" name="TextBox 4">
            <a:extLst>
              <a:ext uri="{FF2B5EF4-FFF2-40B4-BE49-F238E27FC236}">
                <a16:creationId xmlns:a16="http://schemas.microsoft.com/office/drawing/2014/main" id="{C16E14FD-C363-0C1D-6C12-88873BBA8A6C}"/>
              </a:ext>
            </a:extLst>
          </p:cNvPr>
          <p:cNvSpPr txBox="1">
            <a:spLocks noChangeArrowheads="1"/>
          </p:cNvSpPr>
          <p:nvPr/>
        </p:nvSpPr>
        <p:spPr bwMode="auto">
          <a:xfrm>
            <a:off x="1814513" y="6197600"/>
            <a:ext cx="5484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buFontTx/>
              <a:buNone/>
            </a:pPr>
            <a:r>
              <a:rPr lang="en-US" altLang="en-US" sz="2000"/>
              <a:t>UNIVAC I at Franklin Life Insurance Company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BE355171-9312-DDA3-16E7-4E5A4089DFF4}"/>
              </a:ext>
            </a:extLst>
          </p:cNvPr>
          <p:cNvSpPr>
            <a:spLocks noGrp="1" noChangeArrowheads="1"/>
          </p:cNvSpPr>
          <p:nvPr>
            <p:ph type="title"/>
          </p:nvPr>
        </p:nvSpPr>
        <p:spPr>
          <a:xfrm>
            <a:off x="251520" y="260648"/>
            <a:ext cx="7269480" cy="1325562"/>
          </a:xfrm>
        </p:spPr>
        <p:txBody>
          <a:bodyPr/>
          <a:lstStyle/>
          <a:p>
            <a:r>
              <a:rPr lang="en-US" altLang="en-US" dirty="0"/>
              <a:t>UNIVAC II</a:t>
            </a:r>
          </a:p>
        </p:txBody>
      </p:sp>
      <p:sp>
        <p:nvSpPr>
          <p:cNvPr id="50179" name="Rectangle 3">
            <a:extLst>
              <a:ext uri="{FF2B5EF4-FFF2-40B4-BE49-F238E27FC236}">
                <a16:creationId xmlns:a16="http://schemas.microsoft.com/office/drawing/2014/main" id="{3C63625E-1839-2B78-63FD-91A8AF5C3E4C}"/>
              </a:ext>
            </a:extLst>
          </p:cNvPr>
          <p:cNvSpPr>
            <a:spLocks noGrp="1" noChangeArrowheads="1"/>
          </p:cNvSpPr>
          <p:nvPr>
            <p:ph idx="1"/>
          </p:nvPr>
        </p:nvSpPr>
        <p:spPr>
          <a:xfrm>
            <a:off x="395536" y="1700808"/>
            <a:ext cx="7776864" cy="4351337"/>
          </a:xfrm>
        </p:spPr>
        <p:txBody>
          <a:bodyPr/>
          <a:lstStyle/>
          <a:p>
            <a:r>
              <a:rPr lang="en-US" altLang="en-US" sz="2400" dirty="0"/>
              <a:t>Late 1950s</a:t>
            </a:r>
          </a:p>
          <a:p>
            <a:r>
              <a:rPr lang="en-US" altLang="en-US" sz="3200" b="1" dirty="0">
                <a:solidFill>
                  <a:srgbClr val="FF0000"/>
                </a:solidFill>
              </a:rPr>
              <a:t>Faster</a:t>
            </a:r>
            <a:r>
              <a:rPr lang="en-US" altLang="en-US" dirty="0"/>
              <a:t> &amp; more </a:t>
            </a:r>
            <a:r>
              <a:rPr lang="en-US" altLang="en-US" sz="3200" b="1" dirty="0">
                <a:solidFill>
                  <a:srgbClr val="00B0F0"/>
                </a:solidFill>
              </a:rPr>
              <a:t>memory</a:t>
            </a:r>
            <a:endParaRPr lang="en-US" altLang="en-US" b="1" dirty="0">
              <a:solidFill>
                <a:srgbClr val="00B0F0"/>
              </a:solidFill>
            </a:endParaRPr>
          </a:p>
          <a:p>
            <a:pPr lvl="1"/>
            <a:r>
              <a:rPr lang="en-US" altLang="en-US" dirty="0"/>
              <a:t>Upward </a:t>
            </a:r>
            <a:r>
              <a:rPr lang="en-US" altLang="en-US" sz="3200" b="1" dirty="0">
                <a:solidFill>
                  <a:srgbClr val="92D050"/>
                </a:solidFill>
              </a:rPr>
              <a:t>compatibility</a:t>
            </a:r>
            <a:r>
              <a:rPr lang="en-US" altLang="en-US" dirty="0"/>
              <a:t> (programs on old machine can run on the new machines)</a:t>
            </a:r>
          </a:p>
          <a:p>
            <a:r>
              <a:rPr lang="en-US" altLang="en-US" dirty="0"/>
              <a:t>UNIVAC 1100 series</a:t>
            </a:r>
          </a:p>
          <a:p>
            <a:pPr lvl="1"/>
            <a:r>
              <a:rPr lang="en-US" altLang="en-US" dirty="0"/>
              <a:t>Scientific applications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F1B57-04F8-B6A2-DE24-AF36F1F7F463}"/>
              </a:ext>
            </a:extLst>
          </p:cNvPr>
          <p:cNvSpPr>
            <a:spLocks noGrp="1"/>
          </p:cNvSpPr>
          <p:nvPr>
            <p:ph type="title"/>
          </p:nvPr>
        </p:nvSpPr>
        <p:spPr/>
        <p:txBody>
          <a:bodyPr/>
          <a:lstStyle/>
          <a:p>
            <a:r>
              <a:rPr lang="en-MY" dirty="0"/>
              <a:t>UNIVAC</a:t>
            </a:r>
          </a:p>
        </p:txBody>
      </p:sp>
      <p:pic>
        <p:nvPicPr>
          <p:cNvPr id="4" name="Online Media 3" title="Univac Computer On the USS Midway, Still Running!">
            <a:hlinkClick r:id="" action="ppaction://media"/>
            <a:extLst>
              <a:ext uri="{FF2B5EF4-FFF2-40B4-BE49-F238E27FC236}">
                <a16:creationId xmlns:a16="http://schemas.microsoft.com/office/drawing/2014/main" id="{E0B32E68-DBF8-49BB-FEC0-F7AE2F1E68EE}"/>
              </a:ext>
            </a:extLst>
          </p:cNvPr>
          <p:cNvPicPr>
            <a:picLocks noGrp="1" noRot="1" noChangeAspect="1"/>
          </p:cNvPicPr>
          <p:nvPr>
            <p:ph idx="1"/>
            <a:videoFile r:link="rId1"/>
          </p:nvPr>
        </p:nvPicPr>
        <p:blipFill>
          <a:blip r:embed="rId3"/>
          <a:stretch>
            <a:fillRect/>
          </a:stretch>
        </p:blipFill>
        <p:spPr>
          <a:xfrm>
            <a:off x="251520" y="1816507"/>
            <a:ext cx="8280920" cy="4675733"/>
          </a:xfrm>
          <a:prstGeom prst="rect">
            <a:avLst/>
          </a:prstGeom>
        </p:spPr>
      </p:pic>
    </p:spTree>
    <p:extLst>
      <p:ext uri="{BB962C8B-B14F-4D97-AF65-F5344CB8AC3E}">
        <p14:creationId xmlns:p14="http://schemas.microsoft.com/office/powerpoint/2010/main" val="2833715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A9579CA0-3B3D-D1A4-D684-E22FC55BAFAD}"/>
              </a:ext>
            </a:extLst>
          </p:cNvPr>
          <p:cNvSpPr>
            <a:spLocks noGrp="1" noChangeArrowheads="1"/>
          </p:cNvSpPr>
          <p:nvPr>
            <p:ph type="title" idx="4294967295"/>
          </p:nvPr>
        </p:nvSpPr>
        <p:spPr>
          <a:xfrm>
            <a:off x="323528" y="653425"/>
            <a:ext cx="3933825" cy="1143000"/>
          </a:xfrm>
        </p:spPr>
        <p:txBody>
          <a:bodyPr/>
          <a:lstStyle/>
          <a:p>
            <a:r>
              <a:rPr lang="en-US" altLang="en-US" dirty="0"/>
              <a:t>IBM</a:t>
            </a:r>
          </a:p>
        </p:txBody>
      </p:sp>
      <p:sp>
        <p:nvSpPr>
          <p:cNvPr id="51203" name="Rectangle 3">
            <a:extLst>
              <a:ext uri="{FF2B5EF4-FFF2-40B4-BE49-F238E27FC236}">
                <a16:creationId xmlns:a16="http://schemas.microsoft.com/office/drawing/2014/main" id="{0D392B94-77CD-8AE5-4423-8606BAC064D0}"/>
              </a:ext>
            </a:extLst>
          </p:cNvPr>
          <p:cNvSpPr>
            <a:spLocks noGrp="1" noChangeArrowheads="1"/>
          </p:cNvSpPr>
          <p:nvPr>
            <p:ph type="body" idx="4294967295"/>
          </p:nvPr>
        </p:nvSpPr>
        <p:spPr>
          <a:xfrm>
            <a:off x="323528" y="2136775"/>
            <a:ext cx="4680274" cy="4171950"/>
          </a:xfrm>
        </p:spPr>
        <p:txBody>
          <a:bodyPr/>
          <a:lstStyle/>
          <a:p>
            <a:r>
              <a:rPr lang="en-US" altLang="en-US" dirty="0"/>
              <a:t>Major manufacturer of the </a:t>
            </a:r>
            <a:r>
              <a:rPr lang="en-US" altLang="en-US" b="1" dirty="0">
                <a:solidFill>
                  <a:srgbClr val="00B0F0"/>
                </a:solidFill>
              </a:rPr>
              <a:t>punched-card</a:t>
            </a:r>
            <a:r>
              <a:rPr lang="en-US" altLang="en-US" dirty="0"/>
              <a:t> processing equipment</a:t>
            </a:r>
          </a:p>
          <a:p>
            <a:r>
              <a:rPr lang="en-US" altLang="en-US" dirty="0"/>
              <a:t>1953 - the 701</a:t>
            </a:r>
          </a:p>
          <a:p>
            <a:pPr lvl="1"/>
            <a:r>
              <a:rPr lang="en-US" altLang="en-US" dirty="0"/>
              <a:t>IBM’s first stored program                          computer</a:t>
            </a:r>
          </a:p>
          <a:p>
            <a:pPr lvl="1"/>
            <a:r>
              <a:rPr lang="en-US" altLang="en-US" dirty="0"/>
              <a:t>Scientific calculations</a:t>
            </a:r>
          </a:p>
          <a:p>
            <a:r>
              <a:rPr lang="en-US" altLang="en-US" dirty="0"/>
              <a:t>1955 - the 702</a:t>
            </a:r>
          </a:p>
          <a:p>
            <a:pPr lvl="1"/>
            <a:r>
              <a:rPr lang="en-US" altLang="en-US" dirty="0"/>
              <a:t>Business applications</a:t>
            </a:r>
          </a:p>
          <a:p>
            <a:r>
              <a:rPr lang="en-US" altLang="en-US" dirty="0"/>
              <a:t>Lead to 700/7000 series</a:t>
            </a:r>
          </a:p>
        </p:txBody>
      </p:sp>
      <p:pic>
        <p:nvPicPr>
          <p:cNvPr id="51204" name="Picture 6" descr="tubes">
            <a:extLst>
              <a:ext uri="{FF2B5EF4-FFF2-40B4-BE49-F238E27FC236}">
                <a16:creationId xmlns:a16="http://schemas.microsoft.com/office/drawing/2014/main" id="{49A4D1DE-5DB6-6D0F-83F5-D1E2E444B2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4006" y="2264569"/>
            <a:ext cx="3041650" cy="3876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5" name="Text Box 7">
            <a:extLst>
              <a:ext uri="{FF2B5EF4-FFF2-40B4-BE49-F238E27FC236}">
                <a16:creationId xmlns:a16="http://schemas.microsoft.com/office/drawing/2014/main" id="{49D646EC-13BB-F703-EC31-2C43FC3AB8CB}"/>
              </a:ext>
            </a:extLst>
          </p:cNvPr>
          <p:cNvSpPr txBox="1">
            <a:spLocks noChangeArrowheads="1"/>
          </p:cNvSpPr>
          <p:nvPr/>
        </p:nvSpPr>
        <p:spPr bwMode="auto">
          <a:xfrm>
            <a:off x="4599697" y="6141244"/>
            <a:ext cx="3723481"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1600" dirty="0"/>
              <a:t>IBM 701 panel</a:t>
            </a:r>
          </a:p>
          <a:p>
            <a:pPr algn="ctr" eaLnBrk="1" hangingPunct="1">
              <a:spcBef>
                <a:spcPct val="0"/>
              </a:spcBef>
              <a:buClrTx/>
              <a:buFontTx/>
              <a:buNone/>
            </a:pPr>
            <a:r>
              <a:rPr kumimoji="0" lang="en-US" altLang="en-US" sz="1100" dirty="0"/>
              <a:t>http://www.columbia.edu/acis/history/701-tubes.html</a:t>
            </a:r>
          </a:p>
        </p:txBody>
      </p:sp>
      <p:pic>
        <p:nvPicPr>
          <p:cNvPr id="51206" name="Picture 1">
            <a:extLst>
              <a:ext uri="{FF2B5EF4-FFF2-40B4-BE49-F238E27FC236}">
                <a16:creationId xmlns:a16="http://schemas.microsoft.com/office/drawing/2014/main" id="{4D458010-7A45-4B81-4E54-5FE476C23589}"/>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360389" y="142943"/>
            <a:ext cx="3933825" cy="183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7" name="TextBox 2">
            <a:extLst>
              <a:ext uri="{FF2B5EF4-FFF2-40B4-BE49-F238E27FC236}">
                <a16:creationId xmlns:a16="http://schemas.microsoft.com/office/drawing/2014/main" id="{651C5FD8-2480-1B17-B7F1-E43BCBE30082}"/>
              </a:ext>
            </a:extLst>
          </p:cNvPr>
          <p:cNvSpPr txBox="1">
            <a:spLocks noChangeArrowheads="1"/>
          </p:cNvSpPr>
          <p:nvPr/>
        </p:nvSpPr>
        <p:spPr bwMode="auto">
          <a:xfrm>
            <a:off x="107950" y="6308725"/>
            <a:ext cx="40322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US" altLang="en-US" sz="1200"/>
              <a:t>Source: https://commons.wikimedia.org/wiki/File:Punch-card-cobol.jpg</a:t>
            </a:r>
            <a:endParaRPr lang="en-MY" altLang="en-US" sz="1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153AFC-D2BA-2732-1FDF-4D1FE4E251E5}"/>
              </a:ext>
            </a:extLst>
          </p:cNvPr>
          <p:cNvSpPr>
            <a:spLocks noGrp="1"/>
          </p:cNvSpPr>
          <p:nvPr>
            <p:ph type="title"/>
          </p:nvPr>
        </p:nvSpPr>
        <p:spPr/>
        <p:txBody>
          <a:bodyPr/>
          <a:lstStyle/>
          <a:p>
            <a:r>
              <a:rPr lang="en-MY" dirty="0"/>
              <a:t>IBM punched-card processing equipment</a:t>
            </a:r>
          </a:p>
        </p:txBody>
      </p:sp>
      <p:pic>
        <p:nvPicPr>
          <p:cNvPr id="4" name="Online Media 3" title="1964 IBM 029 Keypunch Card Punching Demonstration">
            <a:hlinkClick r:id="" action="ppaction://media"/>
            <a:extLst>
              <a:ext uri="{FF2B5EF4-FFF2-40B4-BE49-F238E27FC236}">
                <a16:creationId xmlns:a16="http://schemas.microsoft.com/office/drawing/2014/main" id="{DD585795-387C-FD00-7D1E-09ADF2853B78}"/>
              </a:ext>
            </a:extLst>
          </p:cNvPr>
          <p:cNvPicPr>
            <a:picLocks noGrp="1" noRot="1" noChangeAspect="1"/>
          </p:cNvPicPr>
          <p:nvPr>
            <p:ph idx="1"/>
            <a:videoFile r:link="rId1"/>
          </p:nvPr>
        </p:nvPicPr>
        <p:blipFill>
          <a:blip r:embed="rId3"/>
          <a:stretch>
            <a:fillRect/>
          </a:stretch>
        </p:blipFill>
        <p:spPr>
          <a:xfrm>
            <a:off x="395536" y="1844824"/>
            <a:ext cx="8352928" cy="4716391"/>
          </a:xfrm>
          <a:prstGeom prst="rect">
            <a:avLst/>
          </a:prstGeom>
        </p:spPr>
      </p:pic>
    </p:spTree>
    <p:extLst>
      <p:ext uri="{BB962C8B-B14F-4D97-AF65-F5344CB8AC3E}">
        <p14:creationId xmlns:p14="http://schemas.microsoft.com/office/powerpoint/2010/main" val="301541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Date Placeholder 2">
            <a:extLst>
              <a:ext uri="{FF2B5EF4-FFF2-40B4-BE49-F238E27FC236}">
                <a16:creationId xmlns:a16="http://schemas.microsoft.com/office/drawing/2014/main" id="{262D2F0B-2064-3A72-435A-A2938CF48B3D}"/>
              </a:ext>
            </a:extLst>
          </p:cNvPr>
          <p:cNvSpPr>
            <a:spLocks noGrp="1"/>
          </p:cNvSpPr>
          <p:nvPr>
            <p:ph type="dt" sz="half" idx="10"/>
          </p:nvPr>
        </p:nvSpPr>
        <p:spPr>
          <a:xfrm>
            <a:off x="6731000" y="6229350"/>
            <a:ext cx="19050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r">
              <a:spcBef>
                <a:spcPct val="0"/>
              </a:spcBef>
              <a:buClrTx/>
              <a:buFontTx/>
              <a:buNone/>
            </a:pPr>
            <a:fld id="{0E807E0A-ECEB-4F51-B940-7E239D6DF296}" type="datetime1">
              <a:rPr kumimoji="0" lang="en-GB" altLang="en-US" sz="1200" smtClean="0">
                <a:solidFill>
                  <a:srgbClr val="898989"/>
                </a:solidFill>
              </a:rPr>
              <a:pPr algn="r">
                <a:spcBef>
                  <a:spcPct val="0"/>
                </a:spcBef>
                <a:buClrTx/>
                <a:buFontTx/>
                <a:buNone/>
              </a:pPr>
              <a:t>04/10/2025</a:t>
            </a:fld>
            <a:endParaRPr kumimoji="0" lang="en-GB" altLang="en-US" sz="1200">
              <a:solidFill>
                <a:srgbClr val="898989"/>
              </a:solidFill>
            </a:endParaRPr>
          </a:p>
        </p:txBody>
      </p:sp>
      <p:sp>
        <p:nvSpPr>
          <p:cNvPr id="53250" name="Slide Number Placeholder 1">
            <a:extLst>
              <a:ext uri="{FF2B5EF4-FFF2-40B4-BE49-F238E27FC236}">
                <a16:creationId xmlns:a16="http://schemas.microsoft.com/office/drawing/2014/main" id="{4BA6525C-AD4B-1040-91C4-3213E3554A72}"/>
              </a:ext>
            </a:extLst>
          </p:cNvPr>
          <p:cNvSpPr>
            <a:spLocks noGrp="1"/>
          </p:cNvSpPr>
          <p:nvPr>
            <p:ph type="sldNum" sz="quarter" idx="12"/>
          </p:nvPr>
        </p:nvSpPr>
        <p:spPr>
          <a:xfrm>
            <a:off x="3124200" y="6229350"/>
            <a:ext cx="2895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fld id="{11DAE019-B4B7-4A63-9712-837E410998B7}" type="slidenum">
              <a:rPr kumimoji="0" lang="en-GB" altLang="en-US" sz="1200" smtClean="0">
                <a:solidFill>
                  <a:srgbClr val="898989"/>
                </a:solidFill>
              </a:rPr>
              <a:pPr algn="ctr">
                <a:spcBef>
                  <a:spcPct val="0"/>
                </a:spcBef>
                <a:buClrTx/>
                <a:buFontTx/>
                <a:buNone/>
              </a:pPr>
              <a:t>24</a:t>
            </a:fld>
            <a:endParaRPr kumimoji="0" lang="en-GB" altLang="en-US" sz="1200">
              <a:solidFill>
                <a:srgbClr val="898989"/>
              </a:solidFill>
            </a:endParaRPr>
          </a:p>
        </p:txBody>
      </p:sp>
      <p:pic>
        <p:nvPicPr>
          <p:cNvPr id="53252" name="Picture 3">
            <a:extLst>
              <a:ext uri="{FF2B5EF4-FFF2-40B4-BE49-F238E27FC236}">
                <a16:creationId xmlns:a16="http://schemas.microsoft.com/office/drawing/2014/main" id="{4E563B3A-F25F-483F-C0A4-FDA959C30AD6}"/>
              </a:ext>
            </a:extLst>
          </p:cNvPr>
          <p:cNvPicPr>
            <a:picLocks noChangeAspect="1"/>
          </p:cNvPicPr>
          <p:nvPr/>
        </p:nvPicPr>
        <p:blipFill>
          <a:blip r:embed="rId2">
            <a:extLst>
              <a:ext uri="{28A0092B-C50C-407E-A947-70E740481C1C}">
                <a14:useLocalDpi xmlns:a14="http://schemas.microsoft.com/office/drawing/2010/main" val="0"/>
              </a:ext>
            </a:extLst>
          </a:blip>
          <a:srcRect l="14690"/>
          <a:stretch>
            <a:fillRect/>
          </a:stretch>
        </p:blipFill>
        <p:spPr bwMode="auto">
          <a:xfrm>
            <a:off x="-1421" y="0"/>
            <a:ext cx="846185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D22649C-5072-A06E-67B2-4F5D68FD7AB1}"/>
              </a:ext>
            </a:extLst>
          </p:cNvPr>
          <p:cNvSpPr txBox="1"/>
          <p:nvPr/>
        </p:nvSpPr>
        <p:spPr>
          <a:xfrm>
            <a:off x="95250" y="6429375"/>
            <a:ext cx="3900488" cy="276225"/>
          </a:xfrm>
          <a:prstGeom prst="rect">
            <a:avLst/>
          </a:prstGeom>
          <a:solidFill>
            <a:schemeClr val="tx1">
              <a:lumMod val="60000"/>
              <a:lumOff val="40000"/>
              <a:alpha val="70000"/>
            </a:schemeClr>
          </a:solidFill>
        </p:spPr>
        <p:txBody>
          <a:bodyPr>
            <a:spAutoFit/>
          </a:bodyPr>
          <a:lstStyle/>
          <a:p>
            <a:pPr eaLnBrk="1" fontAlgn="auto" hangingPunct="1">
              <a:spcBef>
                <a:spcPts val="0"/>
              </a:spcBef>
              <a:spcAft>
                <a:spcPts val="0"/>
              </a:spcAft>
              <a:defRPr/>
            </a:pPr>
            <a:r>
              <a:rPr kumimoji="0" lang="en-US" sz="1200" dirty="0">
                <a:solidFill>
                  <a:prstClr val="white"/>
                </a:solidFill>
                <a:latin typeface="Calibri"/>
              </a:rPr>
              <a:t>Source: https://www.flickr.com/photos/nubui/9550939064</a:t>
            </a:r>
          </a:p>
        </p:txBody>
      </p:sp>
      <p:sp>
        <p:nvSpPr>
          <p:cNvPr id="6" name="Content Placeholder 2">
            <a:extLst>
              <a:ext uri="{FF2B5EF4-FFF2-40B4-BE49-F238E27FC236}">
                <a16:creationId xmlns:a16="http://schemas.microsoft.com/office/drawing/2014/main" id="{ABE6CDF3-890F-7AF6-0A8D-CCA8D4D86C1B}"/>
              </a:ext>
            </a:extLst>
          </p:cNvPr>
          <p:cNvSpPr txBox="1">
            <a:spLocks/>
          </p:cNvSpPr>
          <p:nvPr/>
        </p:nvSpPr>
        <p:spPr bwMode="auto">
          <a:xfrm>
            <a:off x="95250" y="2194421"/>
            <a:ext cx="4332734" cy="1640483"/>
          </a:xfrm>
          <a:prstGeom prst="rect">
            <a:avLst/>
          </a:prstGeom>
          <a:noFill/>
          <a:ln>
            <a:noFill/>
          </a:ln>
        </p:spPr>
        <p:txBody>
          <a:bodyPr/>
          <a:lstStyle>
            <a:lvl1pPr marL="342900" indent="-342900">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marL="0" indent="0" eaLnBrk="1" hangingPunct="1">
              <a:buClrTx/>
              <a:buNone/>
            </a:pPr>
            <a:r>
              <a:rPr kumimoji="0" lang="en-US" altLang="en-US" sz="5400" b="1" dirty="0">
                <a:solidFill>
                  <a:srgbClr val="FFFFFF"/>
                </a:solidFill>
                <a:latin typeface="Calibri" panose="020F0502020204030204" pitchFamily="34" charset="0"/>
              </a:rPr>
              <a:t>What is a vacuum tube?</a:t>
            </a:r>
            <a:endParaRPr kumimoji="0" lang="en-US" altLang="en-US" sz="4800" b="1" dirty="0">
              <a:solidFill>
                <a:srgbClr val="FFFFFF"/>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CF33A1DB-CCE2-DA11-5D1F-503732A85BA3}"/>
              </a:ext>
            </a:extLst>
          </p:cNvPr>
          <p:cNvSpPr>
            <a:spLocks noGrp="1" noChangeArrowheads="1"/>
          </p:cNvSpPr>
          <p:nvPr>
            <p:ph type="title" idx="4294967295"/>
          </p:nvPr>
        </p:nvSpPr>
        <p:spPr>
          <a:xfrm>
            <a:off x="35496" y="158080"/>
            <a:ext cx="8204200" cy="1143000"/>
          </a:xfrm>
        </p:spPr>
        <p:txBody>
          <a:bodyPr>
            <a:normAutofit fontScale="90000"/>
          </a:bodyPr>
          <a:lstStyle/>
          <a:p>
            <a:r>
              <a:rPr lang="en-US" altLang="en-US" dirty="0">
                <a:solidFill>
                  <a:srgbClr val="FF6699"/>
                </a:solidFill>
              </a:rPr>
              <a:t>The Second Generation: </a:t>
            </a:r>
            <a:br>
              <a:rPr lang="en-US" altLang="en-US" dirty="0"/>
            </a:br>
            <a:r>
              <a:rPr lang="en-US" altLang="en-US" dirty="0"/>
              <a:t>Transistors</a:t>
            </a:r>
          </a:p>
        </p:txBody>
      </p:sp>
      <p:sp>
        <p:nvSpPr>
          <p:cNvPr id="54275" name="Rectangle 3">
            <a:extLst>
              <a:ext uri="{FF2B5EF4-FFF2-40B4-BE49-F238E27FC236}">
                <a16:creationId xmlns:a16="http://schemas.microsoft.com/office/drawing/2014/main" id="{D224BA70-C73D-5AB7-C31C-0162B01D42FE}"/>
              </a:ext>
            </a:extLst>
          </p:cNvPr>
          <p:cNvSpPr>
            <a:spLocks noGrp="1" noChangeArrowheads="1"/>
          </p:cNvSpPr>
          <p:nvPr>
            <p:ph type="body" idx="4294967295"/>
          </p:nvPr>
        </p:nvSpPr>
        <p:spPr>
          <a:xfrm>
            <a:off x="251520" y="1632369"/>
            <a:ext cx="5256585" cy="4783138"/>
          </a:xfrm>
        </p:spPr>
        <p:txBody>
          <a:bodyPr/>
          <a:lstStyle/>
          <a:p>
            <a:pPr>
              <a:lnSpc>
                <a:spcPct val="90000"/>
              </a:lnSpc>
            </a:pPr>
            <a:r>
              <a:rPr lang="en-US" altLang="en-US" dirty="0"/>
              <a:t>Replaced vacuum tubes</a:t>
            </a:r>
          </a:p>
          <a:p>
            <a:pPr lvl="1">
              <a:lnSpc>
                <a:spcPct val="90000"/>
              </a:lnSpc>
            </a:pPr>
            <a:r>
              <a:rPr lang="en-US" altLang="en-US" dirty="0"/>
              <a:t>First major change for the electronic computer</a:t>
            </a:r>
          </a:p>
          <a:p>
            <a:pPr>
              <a:lnSpc>
                <a:spcPct val="90000"/>
              </a:lnSpc>
            </a:pPr>
            <a:r>
              <a:rPr lang="en-US" altLang="en-US" dirty="0"/>
              <a:t>Transistors are:</a:t>
            </a:r>
          </a:p>
          <a:p>
            <a:pPr lvl="1">
              <a:lnSpc>
                <a:spcPct val="90000"/>
              </a:lnSpc>
            </a:pPr>
            <a:r>
              <a:rPr lang="en-US" altLang="en-US" dirty="0"/>
              <a:t>Smaller</a:t>
            </a:r>
          </a:p>
          <a:p>
            <a:pPr lvl="1">
              <a:lnSpc>
                <a:spcPct val="90000"/>
              </a:lnSpc>
            </a:pPr>
            <a:r>
              <a:rPr lang="en-US" altLang="en-US" dirty="0"/>
              <a:t>Cheaper</a:t>
            </a:r>
          </a:p>
          <a:p>
            <a:pPr lvl="1">
              <a:lnSpc>
                <a:spcPct val="90000"/>
              </a:lnSpc>
            </a:pPr>
            <a:r>
              <a:rPr lang="en-US" altLang="en-US" dirty="0"/>
              <a:t>Less heat dissipation</a:t>
            </a:r>
          </a:p>
          <a:p>
            <a:pPr lvl="1">
              <a:lnSpc>
                <a:spcPct val="90000"/>
              </a:lnSpc>
            </a:pPr>
            <a:r>
              <a:rPr lang="en-US" altLang="en-US" dirty="0"/>
              <a:t>Solid state device, made from silicon (sand)</a:t>
            </a:r>
          </a:p>
          <a:p>
            <a:pPr>
              <a:lnSpc>
                <a:spcPct val="90000"/>
              </a:lnSpc>
            </a:pPr>
            <a:r>
              <a:rPr lang="en-US" altLang="en-US" dirty="0"/>
              <a:t>Invented 1947 at Bell Labs, William Shockley et al.</a:t>
            </a:r>
          </a:p>
        </p:txBody>
      </p:sp>
      <p:pic>
        <p:nvPicPr>
          <p:cNvPr id="54276" name="Picture 4" descr="Transistor">
            <a:extLst>
              <a:ext uri="{FF2B5EF4-FFF2-40B4-BE49-F238E27FC236}">
                <a16:creationId xmlns:a16="http://schemas.microsoft.com/office/drawing/2014/main" id="{4140A83A-920A-84D2-C37D-424FDB6746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63183" y="1632369"/>
            <a:ext cx="2576513" cy="345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7" name="Text Box 5">
            <a:extLst>
              <a:ext uri="{FF2B5EF4-FFF2-40B4-BE49-F238E27FC236}">
                <a16:creationId xmlns:a16="http://schemas.microsoft.com/office/drawing/2014/main" id="{8CCD3B79-9E73-B29A-0722-69C6581B7A53}"/>
              </a:ext>
            </a:extLst>
          </p:cNvPr>
          <p:cNvSpPr txBox="1">
            <a:spLocks noChangeArrowheads="1"/>
          </p:cNvSpPr>
          <p:nvPr/>
        </p:nvSpPr>
        <p:spPr bwMode="auto">
          <a:xfrm>
            <a:off x="5756846" y="5343525"/>
            <a:ext cx="24828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000"/>
              <a:t>Transistors</a:t>
            </a:r>
          </a:p>
          <a:p>
            <a:pPr algn="ctr" eaLnBrk="1" hangingPunct="1">
              <a:spcBef>
                <a:spcPct val="0"/>
              </a:spcBef>
              <a:buClrTx/>
              <a:buFontTx/>
              <a:buNone/>
            </a:pPr>
            <a:r>
              <a:rPr kumimoji="0" lang="en-US" altLang="en-US" sz="1400"/>
              <a:t>http://en.wikipedia.org/wiki/Transistor</a:t>
            </a:r>
            <a:r>
              <a:rPr kumimoji="0" lang="en-US" altLang="en-US" sz="1400">
                <a:solidFill>
                  <a:srgbClr val="000000"/>
                </a:solidFill>
              </a:rPr>
              <a:t>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4928B17-B3FB-35B0-B8B0-62FF0FBEB0F6}"/>
              </a:ext>
            </a:extLst>
          </p:cNvPr>
          <p:cNvSpPr>
            <a:spLocks noGrp="1" noChangeArrowheads="1"/>
          </p:cNvSpPr>
          <p:nvPr>
            <p:ph type="title" idx="4294967295"/>
          </p:nvPr>
        </p:nvSpPr>
        <p:spPr>
          <a:xfrm>
            <a:off x="179512" y="260648"/>
            <a:ext cx="8204200" cy="1143000"/>
          </a:xfrm>
        </p:spPr>
        <p:txBody>
          <a:bodyPr/>
          <a:lstStyle/>
          <a:p>
            <a:r>
              <a:rPr lang="en-US" altLang="en-US" dirty="0"/>
              <a:t>Transistor Based Computers</a:t>
            </a:r>
          </a:p>
        </p:txBody>
      </p:sp>
      <p:sp>
        <p:nvSpPr>
          <p:cNvPr id="56323" name="Rectangle 3">
            <a:extLst>
              <a:ext uri="{FF2B5EF4-FFF2-40B4-BE49-F238E27FC236}">
                <a16:creationId xmlns:a16="http://schemas.microsoft.com/office/drawing/2014/main" id="{CA293F2F-F8B7-2C37-9865-267362711167}"/>
              </a:ext>
            </a:extLst>
          </p:cNvPr>
          <p:cNvSpPr>
            <a:spLocks noGrp="1" noChangeArrowheads="1"/>
          </p:cNvSpPr>
          <p:nvPr>
            <p:ph type="body" idx="4294967295"/>
          </p:nvPr>
        </p:nvSpPr>
        <p:spPr>
          <a:xfrm>
            <a:off x="389980" y="1556792"/>
            <a:ext cx="7783264" cy="4856163"/>
          </a:xfrm>
        </p:spPr>
        <p:txBody>
          <a:bodyPr/>
          <a:lstStyle/>
          <a:p>
            <a:pPr>
              <a:lnSpc>
                <a:spcPct val="90000"/>
              </a:lnSpc>
            </a:pPr>
            <a:r>
              <a:rPr lang="en-US" altLang="en-US" sz="2400" dirty="0"/>
              <a:t>Marked the </a:t>
            </a:r>
            <a:r>
              <a:rPr lang="en-US" altLang="en-US" sz="3200" b="1" dirty="0">
                <a:solidFill>
                  <a:srgbClr val="92D050"/>
                </a:solidFill>
              </a:rPr>
              <a:t>second-generation</a:t>
            </a:r>
            <a:r>
              <a:rPr lang="en-US" altLang="en-US" sz="2400" dirty="0"/>
              <a:t> machines</a:t>
            </a:r>
          </a:p>
          <a:p>
            <a:pPr lvl="1">
              <a:lnSpc>
                <a:spcPct val="90000"/>
              </a:lnSpc>
            </a:pPr>
            <a:r>
              <a:rPr lang="en-US" altLang="en-US" sz="2000" dirty="0"/>
              <a:t>NCR &amp; RCA produced small transistor machines</a:t>
            </a:r>
          </a:p>
          <a:p>
            <a:pPr lvl="1">
              <a:lnSpc>
                <a:spcPct val="90000"/>
              </a:lnSpc>
            </a:pPr>
            <a:r>
              <a:rPr lang="en-US" altLang="en-US" sz="2000" dirty="0"/>
              <a:t>IBM 7000</a:t>
            </a:r>
          </a:p>
          <a:p>
            <a:pPr lvl="1">
              <a:lnSpc>
                <a:spcPct val="90000"/>
              </a:lnSpc>
            </a:pPr>
            <a:r>
              <a:rPr lang="en-US" altLang="en-US" sz="2000" dirty="0"/>
              <a:t>DEC - 1957</a:t>
            </a:r>
          </a:p>
          <a:p>
            <a:pPr lvl="2">
              <a:lnSpc>
                <a:spcPct val="90000"/>
              </a:lnSpc>
            </a:pPr>
            <a:r>
              <a:rPr lang="en-US" altLang="en-US" sz="1800" dirty="0"/>
              <a:t>Produced PDP-1</a:t>
            </a:r>
          </a:p>
          <a:p>
            <a:pPr>
              <a:lnSpc>
                <a:spcPct val="90000"/>
              </a:lnSpc>
            </a:pPr>
            <a:r>
              <a:rPr lang="en-US" altLang="en-US" sz="2400" dirty="0"/>
              <a:t>Introduction of more </a:t>
            </a:r>
            <a:r>
              <a:rPr lang="en-US" altLang="en-US" sz="3200" b="1" dirty="0">
                <a:solidFill>
                  <a:srgbClr val="FF0000"/>
                </a:solidFill>
              </a:rPr>
              <a:t>complex</a:t>
            </a:r>
            <a:r>
              <a:rPr lang="en-US" altLang="en-US" sz="2400" dirty="0"/>
              <a:t> ALU and control units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34DBF7BF-87AB-637A-6125-D64BD523CBAB}"/>
              </a:ext>
            </a:extLst>
          </p:cNvPr>
          <p:cNvSpPr>
            <a:spLocks noGrp="1" noChangeArrowheads="1"/>
          </p:cNvSpPr>
          <p:nvPr>
            <p:ph type="title" idx="4294967295"/>
          </p:nvPr>
        </p:nvSpPr>
        <p:spPr>
          <a:xfrm>
            <a:off x="179512" y="228600"/>
            <a:ext cx="8024688" cy="1143000"/>
          </a:xfrm>
        </p:spPr>
        <p:txBody>
          <a:bodyPr/>
          <a:lstStyle/>
          <a:p>
            <a:r>
              <a:rPr lang="en-US" altLang="en-US" dirty="0"/>
              <a:t>Transistor Based Computers</a:t>
            </a:r>
          </a:p>
        </p:txBody>
      </p:sp>
      <p:sp>
        <p:nvSpPr>
          <p:cNvPr id="58371" name="Rectangle 3">
            <a:extLst>
              <a:ext uri="{FF2B5EF4-FFF2-40B4-BE49-F238E27FC236}">
                <a16:creationId xmlns:a16="http://schemas.microsoft.com/office/drawing/2014/main" id="{D3736D47-968D-0607-7BA3-7250B9D1C5E0}"/>
              </a:ext>
            </a:extLst>
          </p:cNvPr>
          <p:cNvSpPr>
            <a:spLocks noGrp="1" noChangeArrowheads="1"/>
          </p:cNvSpPr>
          <p:nvPr>
            <p:ph type="body" idx="4294967295"/>
          </p:nvPr>
        </p:nvSpPr>
        <p:spPr>
          <a:xfrm>
            <a:off x="323528" y="1885950"/>
            <a:ext cx="8024688" cy="4856163"/>
          </a:xfrm>
        </p:spPr>
        <p:txBody>
          <a:bodyPr/>
          <a:lstStyle/>
          <a:p>
            <a:pPr>
              <a:lnSpc>
                <a:spcPct val="90000"/>
              </a:lnSpc>
            </a:pPr>
            <a:r>
              <a:rPr lang="en-US" altLang="en-US" sz="2400" dirty="0"/>
              <a:t>Use </a:t>
            </a:r>
            <a:r>
              <a:rPr lang="en-US" altLang="en-US" sz="3200" b="1" dirty="0">
                <a:solidFill>
                  <a:srgbClr val="00B0F0"/>
                </a:solidFill>
              </a:rPr>
              <a:t>high-level</a:t>
            </a:r>
            <a:r>
              <a:rPr lang="en-US" altLang="en-US" sz="2400" dirty="0"/>
              <a:t> programming language</a:t>
            </a:r>
          </a:p>
          <a:p>
            <a:pPr>
              <a:lnSpc>
                <a:spcPct val="90000"/>
              </a:lnSpc>
            </a:pPr>
            <a:r>
              <a:rPr lang="en-US" altLang="en-US" sz="2400" dirty="0"/>
              <a:t>Provided with </a:t>
            </a:r>
            <a:r>
              <a:rPr lang="en-US" altLang="en-US" sz="3200" b="1" dirty="0">
                <a:solidFill>
                  <a:srgbClr val="FFC000"/>
                </a:solidFill>
              </a:rPr>
              <a:t>system software</a:t>
            </a:r>
            <a:endParaRPr lang="en-US" altLang="en-US" sz="2400" b="1" dirty="0">
              <a:solidFill>
                <a:srgbClr val="FFC000"/>
              </a:solidFill>
            </a:endParaRPr>
          </a:p>
          <a:p>
            <a:pPr>
              <a:lnSpc>
                <a:spcPct val="90000"/>
              </a:lnSpc>
            </a:pPr>
            <a:r>
              <a:rPr lang="en-US" altLang="en-US" sz="2400" dirty="0"/>
              <a:t>Better performance, larger memory, smaller size</a:t>
            </a:r>
          </a:p>
          <a:p>
            <a:pPr>
              <a:lnSpc>
                <a:spcPct val="90000"/>
              </a:lnSpc>
            </a:pPr>
            <a:r>
              <a:rPr lang="en-US" altLang="en-US" sz="2400" dirty="0"/>
              <a:t>But transistors (and other components) were discrete components (separate)</a:t>
            </a:r>
          </a:p>
          <a:p>
            <a:pPr lvl="1">
              <a:lnSpc>
                <a:spcPct val="90000"/>
              </a:lnSpc>
            </a:pPr>
            <a:r>
              <a:rPr lang="en-US" altLang="en-US" sz="2000" dirty="0"/>
              <a:t>Problem when there are tens and hundreds of these components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5" descr="http://t0.gstatic.com/images?q=tbn:ANd9GcQ5Y0NEZfT07zfCITuatE2_RF5nUYtWoVNRcmuVtTaGHSNS3KKM">
            <a:extLst>
              <a:ext uri="{FF2B5EF4-FFF2-40B4-BE49-F238E27FC236}">
                <a16:creationId xmlns:a16="http://schemas.microsoft.com/office/drawing/2014/main" id="{D88D7E99-1F5A-9C3F-72AD-102D739CA3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49" y="2205038"/>
            <a:ext cx="3734797" cy="2858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419" name="Picture 7" descr="http://t2.gstatic.com/images?q=tbn:ANd9GcQ1RZXQA9056q0yC5RNFfwS1edJvycKj2I16jsszj82hhm_uSWU">
            <a:extLst>
              <a:ext uri="{FF2B5EF4-FFF2-40B4-BE49-F238E27FC236}">
                <a16:creationId xmlns:a16="http://schemas.microsoft.com/office/drawing/2014/main" id="{CCEBFB19-EA09-FCD2-1B5B-DFB1C35080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9953" y="2205038"/>
            <a:ext cx="3816424" cy="2858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2">
            <a:extLst>
              <a:ext uri="{FF2B5EF4-FFF2-40B4-BE49-F238E27FC236}">
                <a16:creationId xmlns:a16="http://schemas.microsoft.com/office/drawing/2014/main" id="{2F6BC38C-B343-08F2-AEB2-6D27CA0358AD}"/>
              </a:ext>
            </a:extLst>
          </p:cNvPr>
          <p:cNvSpPr txBox="1">
            <a:spLocks noChangeArrowheads="1"/>
          </p:cNvSpPr>
          <p:nvPr/>
        </p:nvSpPr>
        <p:spPr bwMode="auto">
          <a:xfrm>
            <a:off x="356813" y="116632"/>
            <a:ext cx="8204200" cy="1143000"/>
          </a:xfrm>
          <a:prstGeom prst="rect">
            <a:avLst/>
          </a:prstGeom>
          <a:noFill/>
          <a:ln w="9525">
            <a:noFill/>
            <a:miter lim="800000"/>
            <a:headEnd/>
            <a:tailEnd/>
          </a:ln>
        </p:spPr>
        <p:txBody>
          <a:bodyPr anchor="b"/>
          <a:lstStyle/>
          <a:p>
            <a:pPr>
              <a:defRPr/>
            </a:pPr>
            <a:r>
              <a:rPr lang="en-US" sz="3600" kern="0" dirty="0">
                <a:solidFill>
                  <a:schemeClr val="tx2"/>
                </a:solidFill>
                <a:latin typeface="+mj-lt"/>
                <a:ea typeface="+mj-ea"/>
                <a:cs typeface="+mj-cs"/>
              </a:rPr>
              <a:t>Transistor Based Computers</a:t>
            </a:r>
          </a:p>
        </p:txBody>
      </p:sp>
      <p:sp>
        <p:nvSpPr>
          <p:cNvPr id="60421" name="Text Box 5">
            <a:extLst>
              <a:ext uri="{FF2B5EF4-FFF2-40B4-BE49-F238E27FC236}">
                <a16:creationId xmlns:a16="http://schemas.microsoft.com/office/drawing/2014/main" id="{D372CEC0-79AD-8B9E-EF49-E567FC36D3F1}"/>
              </a:ext>
            </a:extLst>
          </p:cNvPr>
          <p:cNvSpPr txBox="1">
            <a:spLocks noChangeArrowheads="1"/>
          </p:cNvSpPr>
          <p:nvPr/>
        </p:nvSpPr>
        <p:spPr bwMode="auto">
          <a:xfrm>
            <a:off x="4860032" y="5330584"/>
            <a:ext cx="2482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000" dirty="0"/>
              <a:t>PDP-1</a:t>
            </a:r>
            <a:endParaRPr kumimoji="0" lang="en-US" altLang="en-US" sz="1400" dirty="0">
              <a:solidFill>
                <a:srgbClr val="000000"/>
              </a:solidFill>
            </a:endParaRPr>
          </a:p>
        </p:txBody>
      </p:sp>
      <p:sp>
        <p:nvSpPr>
          <p:cNvPr id="60422" name="Text Box 5">
            <a:extLst>
              <a:ext uri="{FF2B5EF4-FFF2-40B4-BE49-F238E27FC236}">
                <a16:creationId xmlns:a16="http://schemas.microsoft.com/office/drawing/2014/main" id="{38220B75-4A0E-D258-51EB-324BE5397494}"/>
              </a:ext>
            </a:extLst>
          </p:cNvPr>
          <p:cNvSpPr txBox="1">
            <a:spLocks noChangeArrowheads="1"/>
          </p:cNvSpPr>
          <p:nvPr/>
        </p:nvSpPr>
        <p:spPr bwMode="auto">
          <a:xfrm>
            <a:off x="1043608" y="5330495"/>
            <a:ext cx="2482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000" dirty="0"/>
              <a:t>IBM 7000</a:t>
            </a:r>
            <a:endParaRPr kumimoji="0" lang="en-US" altLang="en-US" sz="1400" dirty="0">
              <a:solidFill>
                <a:srgbClr val="000000"/>
              </a:solidFill>
            </a:endParaRPr>
          </a:p>
        </p:txBody>
      </p:sp>
      <p:sp>
        <p:nvSpPr>
          <p:cNvPr id="60423" name="TextBox 1">
            <a:extLst>
              <a:ext uri="{FF2B5EF4-FFF2-40B4-BE49-F238E27FC236}">
                <a16:creationId xmlns:a16="http://schemas.microsoft.com/office/drawing/2014/main" id="{CF3CEB50-4A1E-DB7E-13BF-C82336BECAF6}"/>
              </a:ext>
            </a:extLst>
          </p:cNvPr>
          <p:cNvSpPr txBox="1">
            <a:spLocks noChangeArrowheads="1"/>
          </p:cNvSpPr>
          <p:nvPr/>
        </p:nvSpPr>
        <p:spPr bwMode="auto">
          <a:xfrm>
            <a:off x="5004048" y="5997800"/>
            <a:ext cx="25193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a:spcBef>
                <a:spcPct val="0"/>
              </a:spcBef>
              <a:buClrTx/>
              <a:buFontTx/>
              <a:buNone/>
            </a:pPr>
            <a:r>
              <a:rPr lang="en-US" altLang="en-US" sz="2000" dirty="0">
                <a:hlinkClick r:id="rId4"/>
              </a:rPr>
              <a:t>PDP-1 Demo Video</a:t>
            </a:r>
            <a:endParaRPr lang="en-MY" altLang="en-US" sz="2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Date Placeholder 2">
            <a:extLst>
              <a:ext uri="{FF2B5EF4-FFF2-40B4-BE49-F238E27FC236}">
                <a16:creationId xmlns:a16="http://schemas.microsoft.com/office/drawing/2014/main" id="{196456E2-CD0F-DC5D-11C0-9033F5DB4B21}"/>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5E9DB65-EF15-4C0F-88D5-2C67D606D877}" type="datetime1">
              <a:rPr lang="en-GB" altLang="en-US" sz="1200" smtClean="0">
                <a:solidFill>
                  <a:srgbClr val="898989"/>
                </a:solidFill>
                <a:latin typeface="Tahoma" panose="020B0604030504040204" pitchFamily="34" charset="0"/>
              </a:rPr>
              <a:pPr>
                <a:spcBef>
                  <a:spcPct val="0"/>
                </a:spcBef>
                <a:buFontTx/>
                <a:buNone/>
              </a:pPr>
              <a:t>04/10/2025</a:t>
            </a:fld>
            <a:endParaRPr lang="en-GB" altLang="en-US" sz="1200">
              <a:solidFill>
                <a:srgbClr val="898989"/>
              </a:solidFill>
              <a:latin typeface="Tahoma" panose="020B0604030504040204" pitchFamily="34" charset="0"/>
            </a:endParaRPr>
          </a:p>
        </p:txBody>
      </p:sp>
      <p:sp>
        <p:nvSpPr>
          <p:cNvPr id="62466" name="Slide Number Placeholder 1">
            <a:extLst>
              <a:ext uri="{FF2B5EF4-FFF2-40B4-BE49-F238E27FC236}">
                <a16:creationId xmlns:a16="http://schemas.microsoft.com/office/drawing/2014/main" id="{5A21B6C4-F0E0-94C2-828A-B1ECEEDC051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17FA7F6-6ADA-486C-A27C-12F4C460663B}" type="slidenum">
              <a:rPr lang="en-GB" altLang="en-US" sz="1200" smtClean="0">
                <a:solidFill>
                  <a:srgbClr val="898989"/>
                </a:solidFill>
                <a:latin typeface="Tahoma" panose="020B0604030504040204" pitchFamily="34" charset="0"/>
              </a:rPr>
              <a:pPr>
                <a:spcBef>
                  <a:spcPct val="0"/>
                </a:spcBef>
                <a:buFontTx/>
                <a:buNone/>
              </a:pPr>
              <a:t>29</a:t>
            </a:fld>
            <a:endParaRPr lang="en-GB" altLang="en-US" sz="1200">
              <a:solidFill>
                <a:srgbClr val="898989"/>
              </a:solidFill>
              <a:latin typeface="Tahoma" panose="020B0604030504040204" pitchFamily="34" charset="0"/>
            </a:endParaRPr>
          </a:p>
        </p:txBody>
      </p:sp>
      <p:pic>
        <p:nvPicPr>
          <p:cNvPr id="62468" name="Picture 3">
            <a:extLst>
              <a:ext uri="{FF2B5EF4-FFF2-40B4-BE49-F238E27FC236}">
                <a16:creationId xmlns:a16="http://schemas.microsoft.com/office/drawing/2014/main" id="{16904DEB-D287-B19E-3D78-B6908CC19205}"/>
              </a:ext>
            </a:extLst>
          </p:cNvPr>
          <p:cNvPicPr>
            <a:picLocks noChangeAspect="1"/>
          </p:cNvPicPr>
          <p:nvPr/>
        </p:nvPicPr>
        <p:blipFill>
          <a:blip r:embed="rId2">
            <a:extLst>
              <a:ext uri="{28A0092B-C50C-407E-A947-70E740481C1C}">
                <a14:useLocalDpi xmlns:a14="http://schemas.microsoft.com/office/drawing/2010/main" val="0"/>
              </a:ext>
            </a:extLst>
          </a:blip>
          <a:srcRect l="14690"/>
          <a:stretch>
            <a:fillRect/>
          </a:stretch>
        </p:blipFill>
        <p:spPr bwMode="auto">
          <a:xfrm>
            <a:off x="-36513" y="0"/>
            <a:ext cx="91995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2DF47F0A-C8B9-7046-F457-0E82570C46FC}"/>
              </a:ext>
            </a:extLst>
          </p:cNvPr>
          <p:cNvSpPr txBox="1"/>
          <p:nvPr/>
        </p:nvSpPr>
        <p:spPr>
          <a:xfrm>
            <a:off x="95250" y="6429375"/>
            <a:ext cx="3900488" cy="276225"/>
          </a:xfrm>
          <a:prstGeom prst="rect">
            <a:avLst/>
          </a:prstGeom>
          <a:solidFill>
            <a:schemeClr val="tx1">
              <a:lumMod val="60000"/>
              <a:lumOff val="40000"/>
              <a:alpha val="70000"/>
            </a:schemeClr>
          </a:solidFill>
        </p:spPr>
        <p:txBody>
          <a:bodyPr>
            <a:spAutoFit/>
          </a:bodyPr>
          <a:lstStyle/>
          <a:p>
            <a:pPr eaLnBrk="1" fontAlgn="auto" hangingPunct="1">
              <a:spcBef>
                <a:spcPts val="0"/>
              </a:spcBef>
              <a:spcAft>
                <a:spcPts val="0"/>
              </a:spcAft>
              <a:defRPr/>
            </a:pPr>
            <a:r>
              <a:rPr kumimoji="0" lang="en-US" sz="1200" dirty="0">
                <a:solidFill>
                  <a:prstClr val="white"/>
                </a:solidFill>
                <a:latin typeface="Calibri"/>
              </a:rPr>
              <a:t>Source: https://www.flickr.com/photos/nubui/9550939064</a:t>
            </a:r>
          </a:p>
        </p:txBody>
      </p:sp>
      <p:sp>
        <p:nvSpPr>
          <p:cNvPr id="6" name="Content Placeholder 2">
            <a:extLst>
              <a:ext uri="{FF2B5EF4-FFF2-40B4-BE49-F238E27FC236}">
                <a16:creationId xmlns:a16="http://schemas.microsoft.com/office/drawing/2014/main" id="{8A9EB984-0ABF-F91E-BB0C-DB7B2A6207BE}"/>
              </a:ext>
            </a:extLst>
          </p:cNvPr>
          <p:cNvSpPr txBox="1">
            <a:spLocks/>
          </p:cNvSpPr>
          <p:nvPr/>
        </p:nvSpPr>
        <p:spPr bwMode="auto">
          <a:xfrm>
            <a:off x="95250" y="1124744"/>
            <a:ext cx="4762500" cy="847725"/>
          </a:xfrm>
          <a:prstGeom prst="rect">
            <a:avLst/>
          </a:prstGeom>
          <a:noFill/>
          <a:ln>
            <a:noFill/>
          </a:ln>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indent="0" eaLnBrk="1" hangingPunct="1">
              <a:buNone/>
            </a:pPr>
            <a:r>
              <a:rPr kumimoji="0" lang="en-US" altLang="en-US" sz="4000" dirty="0">
                <a:solidFill>
                  <a:srgbClr val="FFFFFF"/>
                </a:solidFill>
              </a:rPr>
              <a:t>What is a transistor?</a:t>
            </a:r>
            <a:endParaRPr kumimoji="0" lang="en-US" altLang="en-US" sz="3600" dirty="0">
              <a:solidFill>
                <a:srgbClr val="FFFF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a:extLst>
              <a:ext uri="{FF2B5EF4-FFF2-40B4-BE49-F238E27FC236}">
                <a16:creationId xmlns:a16="http://schemas.microsoft.com/office/drawing/2014/main" id="{16518F76-C937-F716-8E10-EDE1D48D7910}"/>
              </a:ext>
            </a:extLst>
          </p:cNvPr>
          <p:cNvSpPr>
            <a:spLocks noGrp="1" noChangeArrowheads="1"/>
          </p:cNvSpPr>
          <p:nvPr>
            <p:ph type="title" idx="4294967295"/>
          </p:nvPr>
        </p:nvSpPr>
        <p:spPr>
          <a:xfrm>
            <a:off x="395536" y="476672"/>
            <a:ext cx="7916168" cy="1143000"/>
          </a:xfrm>
        </p:spPr>
        <p:txBody>
          <a:bodyPr>
            <a:normAutofit fontScale="90000"/>
          </a:bodyPr>
          <a:lstStyle/>
          <a:p>
            <a:r>
              <a:rPr lang="en-US" altLang="en-US" dirty="0">
                <a:solidFill>
                  <a:srgbClr val="FF6699"/>
                </a:solidFill>
              </a:rPr>
              <a:t>The Third Generation: </a:t>
            </a:r>
            <a:br>
              <a:rPr lang="en-US" altLang="en-US" dirty="0"/>
            </a:br>
            <a:r>
              <a:rPr lang="en-US" altLang="en-US" dirty="0"/>
              <a:t>Integrated Circuits</a:t>
            </a:r>
          </a:p>
        </p:txBody>
      </p:sp>
      <p:sp>
        <p:nvSpPr>
          <p:cNvPr id="63491" name="Rectangle 3">
            <a:extLst>
              <a:ext uri="{FF2B5EF4-FFF2-40B4-BE49-F238E27FC236}">
                <a16:creationId xmlns:a16="http://schemas.microsoft.com/office/drawing/2014/main" id="{4501AA19-72EA-6382-C1ED-968561CE46AC}"/>
              </a:ext>
            </a:extLst>
          </p:cNvPr>
          <p:cNvSpPr>
            <a:spLocks noGrp="1" noChangeArrowheads="1"/>
          </p:cNvSpPr>
          <p:nvPr>
            <p:ph type="body" idx="4294967295"/>
          </p:nvPr>
        </p:nvSpPr>
        <p:spPr>
          <a:xfrm>
            <a:off x="395536" y="1885950"/>
            <a:ext cx="7783264" cy="4171950"/>
          </a:xfrm>
        </p:spPr>
        <p:txBody>
          <a:bodyPr>
            <a:normAutofit/>
          </a:bodyPr>
          <a:lstStyle/>
          <a:p>
            <a:r>
              <a:rPr lang="en-US" altLang="en-US" sz="2400" dirty="0"/>
              <a:t>Microelectronic</a:t>
            </a:r>
          </a:p>
          <a:p>
            <a:pPr lvl="1"/>
            <a:r>
              <a:rPr lang="en-US" altLang="en-US" sz="2000" dirty="0"/>
              <a:t>Literally means “small electronics”</a:t>
            </a:r>
          </a:p>
          <a:p>
            <a:r>
              <a:rPr lang="en-US" altLang="en-US" sz="2400" dirty="0"/>
              <a:t>A computer is made up of:</a:t>
            </a:r>
          </a:p>
          <a:p>
            <a:pPr lvl="1"/>
            <a:r>
              <a:rPr lang="en-US" altLang="en-US" sz="4000" b="1" dirty="0">
                <a:solidFill>
                  <a:srgbClr val="92D050"/>
                </a:solidFill>
              </a:rPr>
              <a:t>Gates</a:t>
            </a:r>
            <a:endParaRPr lang="en-US" altLang="en-US" sz="2000" b="1" dirty="0">
              <a:solidFill>
                <a:srgbClr val="92D050"/>
              </a:solidFill>
            </a:endParaRPr>
          </a:p>
          <a:p>
            <a:pPr lvl="2"/>
            <a:r>
              <a:rPr lang="en-US" altLang="en-US" sz="1800" dirty="0"/>
              <a:t>Implement Boolean or logical function, control data flow</a:t>
            </a:r>
          </a:p>
          <a:p>
            <a:pPr lvl="1"/>
            <a:r>
              <a:rPr lang="en-US" altLang="en-US" sz="4000" b="1" dirty="0">
                <a:solidFill>
                  <a:srgbClr val="FF0000"/>
                </a:solidFill>
              </a:rPr>
              <a:t>Memory</a:t>
            </a:r>
            <a:r>
              <a:rPr lang="en-US" altLang="en-US" sz="2000" dirty="0"/>
              <a:t> cells</a:t>
            </a:r>
          </a:p>
          <a:p>
            <a:pPr lvl="2"/>
            <a:r>
              <a:rPr lang="en-US" altLang="en-US" sz="1800" dirty="0"/>
              <a:t>Stores 1 bit of data each</a:t>
            </a:r>
          </a:p>
          <a:p>
            <a:pPr lvl="1"/>
            <a:r>
              <a:rPr lang="en-US" altLang="en-US" sz="4000" b="1" dirty="0">
                <a:solidFill>
                  <a:srgbClr val="0099FF"/>
                </a:solidFill>
              </a:rPr>
              <a:t>Interconnections</a:t>
            </a:r>
            <a:endParaRPr lang="en-US" altLang="en-US" sz="2000" b="1" dirty="0">
              <a:solidFill>
                <a:srgbClr val="0099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C829267A-6E4F-73CF-7F16-A089609DF7E9}"/>
              </a:ext>
            </a:extLst>
          </p:cNvPr>
          <p:cNvSpPr>
            <a:spLocks noGrp="1" noChangeArrowheads="1"/>
          </p:cNvSpPr>
          <p:nvPr>
            <p:ph type="title"/>
          </p:nvPr>
        </p:nvSpPr>
        <p:spPr>
          <a:xfrm>
            <a:off x="0" y="365760"/>
            <a:ext cx="8460432" cy="1325562"/>
          </a:xfrm>
        </p:spPr>
        <p:txBody>
          <a:bodyPr>
            <a:normAutofit/>
          </a:bodyPr>
          <a:lstStyle/>
          <a:p>
            <a:r>
              <a:rPr lang="en-US" altLang="en-US" dirty="0"/>
              <a:t>Integrated Circuits</a:t>
            </a:r>
          </a:p>
        </p:txBody>
      </p:sp>
      <p:sp>
        <p:nvSpPr>
          <p:cNvPr id="65539" name="Rectangle 3">
            <a:extLst>
              <a:ext uri="{FF2B5EF4-FFF2-40B4-BE49-F238E27FC236}">
                <a16:creationId xmlns:a16="http://schemas.microsoft.com/office/drawing/2014/main" id="{ACC522AE-7E4E-06C4-BB1F-F61568A88942}"/>
              </a:ext>
            </a:extLst>
          </p:cNvPr>
          <p:cNvSpPr>
            <a:spLocks noGrp="1" noChangeArrowheads="1"/>
          </p:cNvSpPr>
          <p:nvPr>
            <p:ph idx="1"/>
          </p:nvPr>
        </p:nvSpPr>
        <p:spPr>
          <a:xfrm>
            <a:off x="395536" y="1844824"/>
            <a:ext cx="7776864" cy="4351337"/>
          </a:xfrm>
        </p:spPr>
        <p:txBody>
          <a:bodyPr/>
          <a:lstStyle/>
          <a:p>
            <a:r>
              <a:rPr lang="en-US" altLang="en-US" dirty="0"/>
              <a:t>Remember the 4 functions?</a:t>
            </a:r>
          </a:p>
          <a:p>
            <a:pPr lvl="1"/>
            <a:r>
              <a:rPr lang="en-US" altLang="en-US" dirty="0"/>
              <a:t>Data </a:t>
            </a:r>
            <a:r>
              <a:rPr lang="en-US" altLang="en-US" sz="3200" b="1" dirty="0">
                <a:solidFill>
                  <a:srgbClr val="FF0000"/>
                </a:solidFill>
              </a:rPr>
              <a:t>storage</a:t>
            </a:r>
            <a:r>
              <a:rPr lang="en-US" altLang="en-US" dirty="0"/>
              <a:t> (memory cells)</a:t>
            </a:r>
          </a:p>
          <a:p>
            <a:pPr lvl="1"/>
            <a:r>
              <a:rPr lang="en-US" altLang="en-US" dirty="0"/>
              <a:t>Data </a:t>
            </a:r>
            <a:r>
              <a:rPr lang="en-US" altLang="en-US" sz="3200" b="1" dirty="0">
                <a:solidFill>
                  <a:srgbClr val="92D050"/>
                </a:solidFill>
              </a:rPr>
              <a:t>processing</a:t>
            </a:r>
            <a:r>
              <a:rPr lang="en-US" altLang="en-US" dirty="0"/>
              <a:t> (gates)</a:t>
            </a:r>
          </a:p>
          <a:p>
            <a:pPr lvl="1"/>
            <a:r>
              <a:rPr lang="en-US" altLang="en-US" dirty="0"/>
              <a:t>Data </a:t>
            </a:r>
            <a:r>
              <a:rPr lang="en-US" altLang="en-US" sz="3200" b="1" dirty="0">
                <a:solidFill>
                  <a:srgbClr val="0099FF"/>
                </a:solidFill>
              </a:rPr>
              <a:t>movements</a:t>
            </a:r>
            <a:r>
              <a:rPr lang="en-US" altLang="en-US" dirty="0"/>
              <a:t> (paths between components, through gates),</a:t>
            </a:r>
          </a:p>
          <a:p>
            <a:pPr lvl="1"/>
            <a:r>
              <a:rPr lang="en-US" altLang="en-US" sz="3200" b="1" dirty="0">
                <a:solidFill>
                  <a:srgbClr val="FFC000"/>
                </a:solidFill>
              </a:rPr>
              <a:t>Control</a:t>
            </a:r>
            <a:r>
              <a:rPr lang="en-US" altLang="en-US" dirty="0"/>
              <a:t> (paths carry control signal, activity is carried out with control signal)</a:t>
            </a:r>
          </a:p>
          <a:p>
            <a:r>
              <a:rPr lang="en-US" altLang="en-US" dirty="0"/>
              <a:t>These can be manufactured on a semiconductor</a:t>
            </a:r>
          </a:p>
          <a:p>
            <a:pPr lvl="1"/>
            <a:r>
              <a:rPr lang="en-US" altLang="en-US" dirty="0"/>
              <a:t>E.g. silicon wafer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3" name="Title 1">
            <a:extLst>
              <a:ext uri="{FF2B5EF4-FFF2-40B4-BE49-F238E27FC236}">
                <a16:creationId xmlns:a16="http://schemas.microsoft.com/office/drawing/2014/main" id="{D6C492FF-018D-C3C5-23F5-E483204E9FC5}"/>
              </a:ext>
            </a:extLst>
          </p:cNvPr>
          <p:cNvSpPr>
            <a:spLocks noGrp="1" noChangeArrowheads="1"/>
          </p:cNvSpPr>
          <p:nvPr>
            <p:ph type="title"/>
          </p:nvPr>
        </p:nvSpPr>
        <p:spPr>
          <a:xfrm>
            <a:off x="323528" y="2766219"/>
            <a:ext cx="3672408" cy="1325562"/>
          </a:xfrm>
        </p:spPr>
        <p:txBody>
          <a:bodyPr/>
          <a:lstStyle/>
          <a:p>
            <a:r>
              <a:rPr lang="en-US" altLang="en-US" dirty="0"/>
              <a:t>Integrated Circuits</a:t>
            </a:r>
            <a:endParaRPr lang="en-MY" altLang="en-US" dirty="0"/>
          </a:p>
        </p:txBody>
      </p:sp>
      <p:pic>
        <p:nvPicPr>
          <p:cNvPr id="66564" name="Picture 3" descr="f11.pdf">
            <a:extLst>
              <a:ext uri="{FF2B5EF4-FFF2-40B4-BE49-F238E27FC236}">
                <a16:creationId xmlns:a16="http://schemas.microsoft.com/office/drawing/2014/main" id="{68EE2C4C-2817-27D4-600C-B013BE949E9C}"/>
              </a:ext>
            </a:extLst>
          </p:cNvPr>
          <p:cNvPicPr>
            <a:picLocks noChangeAspect="1"/>
          </p:cNvPicPr>
          <p:nvPr/>
        </p:nvPicPr>
        <p:blipFill>
          <a:blip r:embed="rId2">
            <a:extLst>
              <a:ext uri="{28A0092B-C50C-407E-A947-70E740481C1C}">
                <a14:useLocalDpi xmlns:a14="http://schemas.microsoft.com/office/drawing/2010/main" val="0"/>
              </a:ext>
            </a:extLst>
          </a:blip>
          <a:srcRect l="29236" t="32751" r="27283" b="23804"/>
          <a:stretch>
            <a:fillRect/>
          </a:stretch>
        </p:blipFill>
        <p:spPr bwMode="auto">
          <a:xfrm>
            <a:off x="4067944" y="1268760"/>
            <a:ext cx="3756025" cy="4859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 Box 4">
            <a:extLst>
              <a:ext uri="{FF2B5EF4-FFF2-40B4-BE49-F238E27FC236}">
                <a16:creationId xmlns:a16="http://schemas.microsoft.com/office/drawing/2014/main" id="{376D8670-075D-BC6D-F4B1-74303BDBD2FF}"/>
              </a:ext>
            </a:extLst>
          </p:cNvPr>
          <p:cNvSpPr txBox="1">
            <a:spLocks noChangeArrowheads="1"/>
          </p:cNvSpPr>
          <p:nvPr/>
        </p:nvSpPr>
        <p:spPr bwMode="auto">
          <a:xfrm>
            <a:off x="3965549" y="5267672"/>
            <a:ext cx="3960813" cy="822325"/>
          </a:xfrm>
          <a:prstGeom prst="rect">
            <a:avLst/>
          </a:prstGeom>
          <a:solidFill>
            <a:schemeClr val="bg1"/>
          </a:solidFill>
          <a:ln>
            <a:noFill/>
          </a:ln>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000" dirty="0"/>
              <a:t>AMD 45nm wafer</a:t>
            </a:r>
          </a:p>
          <a:p>
            <a:pPr algn="ctr" eaLnBrk="1" hangingPunct="1">
              <a:spcBef>
                <a:spcPct val="0"/>
              </a:spcBef>
              <a:buClrTx/>
              <a:buFontTx/>
              <a:buNone/>
            </a:pPr>
            <a:r>
              <a:rPr kumimoji="0" lang="en-US" altLang="en-US" sz="1400" dirty="0"/>
              <a:t>http://www.theinquirer.net/inquirer/news/1005483/amd-shows-45nm</a:t>
            </a:r>
          </a:p>
        </p:txBody>
      </p:sp>
      <p:pic>
        <p:nvPicPr>
          <p:cNvPr id="3" name="Picture 7" descr="amd_45nm_wafer">
            <a:extLst>
              <a:ext uri="{FF2B5EF4-FFF2-40B4-BE49-F238E27FC236}">
                <a16:creationId xmlns:a16="http://schemas.microsoft.com/office/drawing/2014/main" id="{EA672AA4-7A83-64D9-997D-E1C8660C6D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28269" y="1268760"/>
            <a:ext cx="3695700" cy="396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4">
            <a:extLst>
              <a:ext uri="{FF2B5EF4-FFF2-40B4-BE49-F238E27FC236}">
                <a16:creationId xmlns:a16="http://schemas.microsoft.com/office/drawing/2014/main" id="{A06520C7-A017-CA5D-A66E-F858815338E8}"/>
              </a:ext>
            </a:extLst>
          </p:cNvPr>
          <p:cNvSpPr txBox="1">
            <a:spLocks noChangeArrowheads="1"/>
          </p:cNvSpPr>
          <p:nvPr/>
        </p:nvSpPr>
        <p:spPr bwMode="auto">
          <a:xfrm>
            <a:off x="323850" y="5084763"/>
            <a:ext cx="39608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000" dirty="0"/>
              <a:t>AMD 45nm Quad Core wafer</a:t>
            </a:r>
          </a:p>
          <a:p>
            <a:pPr algn="ctr" eaLnBrk="1" hangingPunct="1">
              <a:spcBef>
                <a:spcPct val="0"/>
              </a:spcBef>
              <a:buClrTx/>
              <a:buFontTx/>
              <a:buNone/>
            </a:pPr>
            <a:r>
              <a:rPr kumimoji="0" lang="en-US" altLang="en-US" sz="1400" dirty="0"/>
              <a:t>http://www.amd.com/us-en/0,,3715_15503,00.html</a:t>
            </a:r>
          </a:p>
        </p:txBody>
      </p:sp>
      <p:sp>
        <p:nvSpPr>
          <p:cNvPr id="68611" name="Rectangle 5">
            <a:extLst>
              <a:ext uri="{FF2B5EF4-FFF2-40B4-BE49-F238E27FC236}">
                <a16:creationId xmlns:a16="http://schemas.microsoft.com/office/drawing/2014/main" id="{E9C56C70-8CD9-91DB-DF52-44C2AD68EC46}"/>
              </a:ext>
            </a:extLst>
          </p:cNvPr>
          <p:cNvSpPr>
            <a:spLocks noGrp="1" noChangeArrowheads="1"/>
          </p:cNvSpPr>
          <p:nvPr>
            <p:ph type="title"/>
          </p:nvPr>
        </p:nvSpPr>
        <p:spPr>
          <a:xfrm>
            <a:off x="107504" y="365760"/>
            <a:ext cx="8108380" cy="1325562"/>
          </a:xfrm>
          <a:noFill/>
        </p:spPr>
        <p:txBody>
          <a:bodyPr/>
          <a:lstStyle/>
          <a:p>
            <a:r>
              <a:rPr lang="en-US" altLang="en-US" dirty="0"/>
              <a:t>Integrated Circuits</a:t>
            </a:r>
          </a:p>
        </p:txBody>
      </p:sp>
      <p:sp>
        <p:nvSpPr>
          <p:cNvPr id="68612" name="Text Box 6">
            <a:extLst>
              <a:ext uri="{FF2B5EF4-FFF2-40B4-BE49-F238E27FC236}">
                <a16:creationId xmlns:a16="http://schemas.microsoft.com/office/drawing/2014/main" id="{550B73C7-4CDA-6A37-207A-711A580C0A21}"/>
              </a:ext>
            </a:extLst>
          </p:cNvPr>
          <p:cNvSpPr txBox="1">
            <a:spLocks noChangeArrowheads="1"/>
          </p:cNvSpPr>
          <p:nvPr/>
        </p:nvSpPr>
        <p:spPr bwMode="auto">
          <a:xfrm>
            <a:off x="4787900" y="5084763"/>
            <a:ext cx="3527995" cy="11387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000" dirty="0"/>
              <a:t>Single AMD 45nm Quad Core die</a:t>
            </a:r>
          </a:p>
          <a:p>
            <a:pPr algn="ctr" eaLnBrk="1" hangingPunct="1">
              <a:spcBef>
                <a:spcPct val="0"/>
              </a:spcBef>
              <a:buClrTx/>
              <a:buFontTx/>
              <a:buNone/>
            </a:pPr>
            <a:r>
              <a:rPr kumimoji="0" lang="en-US" altLang="en-US" sz="1400" dirty="0"/>
              <a:t>http://www.amd.com/us-en/0,,3715_15503,00.html</a:t>
            </a:r>
          </a:p>
        </p:txBody>
      </p:sp>
      <p:pic>
        <p:nvPicPr>
          <p:cNvPr id="68613" name="Picture 7" descr="44701A_Wafer_2_lowRes">
            <a:extLst>
              <a:ext uri="{FF2B5EF4-FFF2-40B4-BE49-F238E27FC236}">
                <a16:creationId xmlns:a16="http://schemas.microsoft.com/office/drawing/2014/main" id="{485799FD-25B8-ADEB-206F-09316A5F57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2136775"/>
            <a:ext cx="4241800" cy="287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8614" name="Picture 8" descr="44695A_Die_single_047207_lowRes">
            <a:extLst>
              <a:ext uri="{FF2B5EF4-FFF2-40B4-BE49-F238E27FC236}">
                <a16:creationId xmlns:a16="http://schemas.microsoft.com/office/drawing/2014/main" id="{86CD5DF0-7731-C952-1855-16BB215D28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4008" y="2155382"/>
            <a:ext cx="3671887" cy="286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55C21799-6736-4EB7-57C8-0314C8099DF6}"/>
              </a:ext>
            </a:extLst>
          </p:cNvPr>
          <p:cNvSpPr>
            <a:spLocks noGrp="1" noChangeArrowheads="1"/>
          </p:cNvSpPr>
          <p:nvPr>
            <p:ph type="title" idx="4294967295"/>
          </p:nvPr>
        </p:nvSpPr>
        <p:spPr>
          <a:xfrm>
            <a:off x="251520" y="228600"/>
            <a:ext cx="7952680" cy="1143000"/>
          </a:xfrm>
        </p:spPr>
        <p:txBody>
          <a:bodyPr/>
          <a:lstStyle/>
          <a:p>
            <a:r>
              <a:rPr lang="en-US" altLang="en-US" dirty="0"/>
              <a:t>Generations of Computer</a:t>
            </a:r>
          </a:p>
        </p:txBody>
      </p:sp>
      <p:graphicFrame>
        <p:nvGraphicFramePr>
          <p:cNvPr id="2" name="Diagram 1">
            <a:extLst>
              <a:ext uri="{FF2B5EF4-FFF2-40B4-BE49-F238E27FC236}">
                <a16:creationId xmlns:a16="http://schemas.microsoft.com/office/drawing/2014/main" id="{01B8C925-4C02-10C7-519C-6ADADA5A5B5F}"/>
              </a:ext>
            </a:extLst>
          </p:cNvPr>
          <p:cNvGraphicFramePr/>
          <p:nvPr>
            <p:extLst>
              <p:ext uri="{D42A27DB-BD31-4B8C-83A1-F6EECF244321}">
                <p14:modId xmlns:p14="http://schemas.microsoft.com/office/powerpoint/2010/main" val="1294163073"/>
              </p:ext>
            </p:extLst>
          </p:nvPr>
        </p:nvGraphicFramePr>
        <p:xfrm>
          <a:off x="251520" y="1844824"/>
          <a:ext cx="8568952" cy="4536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20162" name="Picture 2" descr="What Is Short Breaks">
            <a:extLst>
              <a:ext uri="{FF2B5EF4-FFF2-40B4-BE49-F238E27FC236}">
                <a16:creationId xmlns:a16="http://schemas.microsoft.com/office/drawing/2014/main" id="{B8059CF7-5FB7-FB61-6B15-5A59C725F1F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2600" y="1493347"/>
            <a:ext cx="5168392" cy="3871305"/>
          </a:xfrm>
          <a:prstGeom prst="rect">
            <a:avLst/>
          </a:prstGeom>
          <a:noFill/>
          <a:extLst>
            <a:ext uri="{909E8E84-426E-40DD-AFC4-6F175D3DCCD1}">
              <a14:hiddenFill xmlns:a14="http://schemas.microsoft.com/office/drawing/2010/main">
                <a:solidFill>
                  <a:srgbClr val="FFFFFF"/>
                </a:solidFill>
              </a14:hiddenFill>
            </a:ext>
          </a:extLst>
        </p:spPr>
      </p:pic>
      <p:sp>
        <p:nvSpPr>
          <p:cNvPr id="220167" name="Rectangle 220166">
            <a:extLst>
              <a:ext uri="{FF2B5EF4-FFF2-40B4-BE49-F238E27FC236}">
                <a16:creationId xmlns:a16="http://schemas.microsoft.com/office/drawing/2014/main" id="{9235782D-E7F7-4402-B05E-EE96B8CF5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6762" y="0"/>
            <a:ext cx="237286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574861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4">
            <a:extLst>
              <a:ext uri="{FF2B5EF4-FFF2-40B4-BE49-F238E27FC236}">
                <a16:creationId xmlns:a16="http://schemas.microsoft.com/office/drawing/2014/main" id="{AD0F2129-4BBB-25DE-AB87-35427437CEF8}"/>
              </a:ext>
            </a:extLst>
          </p:cNvPr>
          <p:cNvSpPr>
            <a:spLocks noGrp="1" noChangeArrowheads="1"/>
          </p:cNvSpPr>
          <p:nvPr>
            <p:ph type="title" idx="4294967295"/>
          </p:nvPr>
        </p:nvSpPr>
        <p:spPr>
          <a:xfrm>
            <a:off x="323528" y="228600"/>
            <a:ext cx="7880672" cy="1143000"/>
          </a:xfrm>
        </p:spPr>
        <p:txBody>
          <a:bodyPr/>
          <a:lstStyle/>
          <a:p>
            <a:r>
              <a:rPr lang="en-US" altLang="en-US" dirty="0"/>
              <a:t>Moore’s Law</a:t>
            </a:r>
          </a:p>
        </p:txBody>
      </p:sp>
      <p:sp>
        <p:nvSpPr>
          <p:cNvPr id="71683" name="Rectangle 5">
            <a:extLst>
              <a:ext uri="{FF2B5EF4-FFF2-40B4-BE49-F238E27FC236}">
                <a16:creationId xmlns:a16="http://schemas.microsoft.com/office/drawing/2014/main" id="{473B1095-7ACF-FB24-43E3-51C93151C6E9}"/>
              </a:ext>
            </a:extLst>
          </p:cNvPr>
          <p:cNvSpPr>
            <a:spLocks noGrp="1" noChangeArrowheads="1"/>
          </p:cNvSpPr>
          <p:nvPr>
            <p:ph type="body" idx="4294967295"/>
          </p:nvPr>
        </p:nvSpPr>
        <p:spPr>
          <a:xfrm>
            <a:off x="323528" y="1885950"/>
            <a:ext cx="7855272" cy="4171950"/>
          </a:xfrm>
        </p:spPr>
        <p:txBody>
          <a:bodyPr>
            <a:normAutofit lnSpcReduction="10000"/>
          </a:bodyPr>
          <a:lstStyle/>
          <a:p>
            <a:r>
              <a:rPr lang="en-US" altLang="en-US" sz="2400" dirty="0"/>
              <a:t>Increased density of components on chip</a:t>
            </a:r>
          </a:p>
          <a:p>
            <a:r>
              <a:rPr lang="en-US" altLang="en-US" sz="2400" dirty="0"/>
              <a:t>Gordon Moore – co-founder of Intel</a:t>
            </a:r>
          </a:p>
          <a:p>
            <a:r>
              <a:rPr lang="en-US" altLang="en-US" sz="3200" b="1" dirty="0">
                <a:solidFill>
                  <a:srgbClr val="92D050"/>
                </a:solidFill>
              </a:rPr>
              <a:t>Number of transistors </a:t>
            </a:r>
            <a:r>
              <a:rPr lang="en-US" altLang="en-US" sz="2400" dirty="0"/>
              <a:t>on a chip will </a:t>
            </a:r>
            <a:r>
              <a:rPr lang="en-US" altLang="en-US" sz="3200" b="1" dirty="0">
                <a:solidFill>
                  <a:srgbClr val="FF0000"/>
                </a:solidFill>
              </a:rPr>
              <a:t>double every year</a:t>
            </a:r>
          </a:p>
          <a:p>
            <a:r>
              <a:rPr lang="en-US" altLang="en-US" sz="2400" dirty="0"/>
              <a:t>Since 1970’s development has slowed a little</a:t>
            </a:r>
          </a:p>
          <a:p>
            <a:pPr lvl="1"/>
            <a:r>
              <a:rPr lang="en-US" altLang="en-US" sz="2000" dirty="0"/>
              <a:t>Number of transistors doubles </a:t>
            </a:r>
            <a:r>
              <a:rPr lang="en-US" altLang="en-US" sz="2800" b="1" dirty="0">
                <a:solidFill>
                  <a:srgbClr val="00B0F0"/>
                </a:solidFill>
              </a:rPr>
              <a:t>every 18 months</a:t>
            </a:r>
            <a:endParaRPr lang="en-US" altLang="en-US" sz="2000" b="1" dirty="0">
              <a:solidFill>
                <a:srgbClr val="00B0F0"/>
              </a:solidFill>
            </a:endParaRPr>
          </a:p>
          <a:p>
            <a:r>
              <a:rPr lang="en-US" altLang="en-US" sz="3200" b="1" dirty="0">
                <a:solidFill>
                  <a:srgbClr val="FFC000"/>
                </a:solidFill>
              </a:rPr>
              <a:t>Cost of a chip </a:t>
            </a:r>
            <a:r>
              <a:rPr lang="en-US" altLang="en-US" sz="2400" dirty="0"/>
              <a:t>has remained almost </a:t>
            </a:r>
            <a:r>
              <a:rPr lang="en-US" altLang="en-US" sz="3200" b="1" dirty="0">
                <a:solidFill>
                  <a:srgbClr val="92D050"/>
                </a:solidFill>
              </a:rPr>
              <a:t>unchanged</a:t>
            </a:r>
            <a:endParaRPr lang="en-US" altLang="en-US" sz="2400" b="1" dirty="0">
              <a:solidFill>
                <a:srgbClr val="92D050"/>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4">
            <a:extLst>
              <a:ext uri="{FF2B5EF4-FFF2-40B4-BE49-F238E27FC236}">
                <a16:creationId xmlns:a16="http://schemas.microsoft.com/office/drawing/2014/main" id="{0F1B434F-BC2D-6435-3DCB-42A22F9D75AB}"/>
              </a:ext>
            </a:extLst>
          </p:cNvPr>
          <p:cNvSpPr>
            <a:spLocks noGrp="1" noChangeArrowheads="1"/>
          </p:cNvSpPr>
          <p:nvPr>
            <p:ph type="title" idx="4294967295"/>
          </p:nvPr>
        </p:nvSpPr>
        <p:spPr>
          <a:xfrm>
            <a:off x="395536" y="228600"/>
            <a:ext cx="7808664" cy="1143000"/>
          </a:xfrm>
        </p:spPr>
        <p:txBody>
          <a:bodyPr/>
          <a:lstStyle/>
          <a:p>
            <a:r>
              <a:rPr lang="en-US" altLang="en-US" dirty="0"/>
              <a:t>Moore’s Law</a:t>
            </a:r>
          </a:p>
        </p:txBody>
      </p:sp>
      <p:sp>
        <p:nvSpPr>
          <p:cNvPr id="73731" name="Rectangle 5">
            <a:extLst>
              <a:ext uri="{FF2B5EF4-FFF2-40B4-BE49-F238E27FC236}">
                <a16:creationId xmlns:a16="http://schemas.microsoft.com/office/drawing/2014/main" id="{12B7E59E-133F-E1B0-56ED-CF35F8DD8051}"/>
              </a:ext>
            </a:extLst>
          </p:cNvPr>
          <p:cNvSpPr>
            <a:spLocks noGrp="1" noChangeArrowheads="1"/>
          </p:cNvSpPr>
          <p:nvPr>
            <p:ph type="body" idx="4294967295"/>
          </p:nvPr>
        </p:nvSpPr>
        <p:spPr>
          <a:xfrm>
            <a:off x="395536" y="1885950"/>
            <a:ext cx="7783264" cy="4171950"/>
          </a:xfrm>
        </p:spPr>
        <p:txBody>
          <a:bodyPr/>
          <a:lstStyle/>
          <a:p>
            <a:r>
              <a:rPr lang="en-US" altLang="en-US" sz="2400" dirty="0"/>
              <a:t>Higher </a:t>
            </a:r>
            <a:r>
              <a:rPr lang="en-US" altLang="en-US" sz="3200" b="1" dirty="0">
                <a:solidFill>
                  <a:srgbClr val="FF0000"/>
                </a:solidFill>
              </a:rPr>
              <a:t>packing density </a:t>
            </a:r>
            <a:r>
              <a:rPr lang="en-US" altLang="en-US" sz="2400" dirty="0"/>
              <a:t>means </a:t>
            </a:r>
            <a:r>
              <a:rPr lang="en-US" altLang="en-US" sz="3200" b="1" dirty="0">
                <a:solidFill>
                  <a:srgbClr val="00B0F0"/>
                </a:solidFill>
              </a:rPr>
              <a:t>shorter</a:t>
            </a:r>
            <a:r>
              <a:rPr lang="en-US" altLang="en-US" sz="2400" dirty="0"/>
              <a:t> electrical paths, giving higher </a:t>
            </a:r>
            <a:r>
              <a:rPr lang="en-US" altLang="en-US" sz="3200" b="1" dirty="0">
                <a:solidFill>
                  <a:srgbClr val="FFC000"/>
                </a:solidFill>
              </a:rPr>
              <a:t>performance</a:t>
            </a:r>
            <a:endParaRPr lang="en-US" altLang="en-US" sz="2400" b="1" dirty="0">
              <a:solidFill>
                <a:srgbClr val="FFC000"/>
              </a:solidFill>
            </a:endParaRPr>
          </a:p>
          <a:p>
            <a:r>
              <a:rPr lang="en-US" altLang="en-US" sz="2400" dirty="0"/>
              <a:t>Smaller size increased </a:t>
            </a:r>
            <a:r>
              <a:rPr lang="en-US" altLang="en-US" sz="3200" b="1" dirty="0">
                <a:solidFill>
                  <a:srgbClr val="92D050"/>
                </a:solidFill>
              </a:rPr>
              <a:t>flexibility</a:t>
            </a:r>
            <a:endParaRPr lang="en-US" altLang="en-US" sz="2400" b="1" dirty="0">
              <a:solidFill>
                <a:srgbClr val="92D050"/>
              </a:solidFill>
            </a:endParaRPr>
          </a:p>
          <a:p>
            <a:r>
              <a:rPr lang="en-US" altLang="en-US" sz="2400" dirty="0"/>
              <a:t>Reduced </a:t>
            </a:r>
            <a:r>
              <a:rPr lang="en-US" altLang="en-US" sz="3200" b="1" dirty="0">
                <a:solidFill>
                  <a:srgbClr val="FF0000"/>
                </a:solidFill>
              </a:rPr>
              <a:t>power and cooling </a:t>
            </a:r>
            <a:r>
              <a:rPr lang="en-US" altLang="en-US" sz="2400" dirty="0"/>
              <a:t>requirements</a:t>
            </a:r>
          </a:p>
          <a:p>
            <a:r>
              <a:rPr lang="en-US" altLang="en-US" sz="2400" dirty="0"/>
              <a:t>Fewer interconnections increase </a:t>
            </a:r>
            <a:r>
              <a:rPr lang="en-US" altLang="en-US" sz="3200" b="1" dirty="0">
                <a:solidFill>
                  <a:srgbClr val="00B0F0"/>
                </a:solidFill>
              </a:rPr>
              <a:t>reliability</a:t>
            </a:r>
            <a:endParaRPr lang="en-US" altLang="en-US" sz="2400" b="1" dirty="0">
              <a:solidFill>
                <a:srgbClr val="00B0F0"/>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oores Law Timeline/Credit: Intel">
            <a:extLst>
              <a:ext uri="{FF2B5EF4-FFF2-40B4-BE49-F238E27FC236}">
                <a16:creationId xmlns:a16="http://schemas.microsoft.com/office/drawing/2014/main" id="{9139C4FA-E766-C078-41B9-D800D8F1D7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1913" y="0"/>
            <a:ext cx="39401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6328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C5002450-F5E7-3342-53B2-A944F29244A9}"/>
              </a:ext>
            </a:extLst>
          </p:cNvPr>
          <p:cNvSpPr>
            <a:spLocks noGrp="1" noChangeArrowheads="1"/>
          </p:cNvSpPr>
          <p:nvPr>
            <p:ph type="title" idx="4294967295"/>
          </p:nvPr>
        </p:nvSpPr>
        <p:spPr>
          <a:xfrm>
            <a:off x="0" y="228600"/>
            <a:ext cx="8204200" cy="1143000"/>
          </a:xfrm>
        </p:spPr>
        <p:txBody>
          <a:bodyPr/>
          <a:lstStyle/>
          <a:p>
            <a:r>
              <a:rPr lang="en-US" altLang="en-US"/>
              <a:t>Growth in CPU Transistor Count</a:t>
            </a:r>
          </a:p>
        </p:txBody>
      </p:sp>
      <p:pic>
        <p:nvPicPr>
          <p:cNvPr id="77827" name="Picture 2" descr="Chart&#10;&#10;Description automatically generated">
            <a:extLst>
              <a:ext uri="{FF2B5EF4-FFF2-40B4-BE49-F238E27FC236}">
                <a16:creationId xmlns:a16="http://schemas.microsoft.com/office/drawing/2014/main" id="{F55C9D26-6532-5E54-F8DB-E3DE348F54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0899"/>
          <a:stretch>
            <a:fillRect/>
          </a:stretch>
        </p:blipFill>
        <p:spPr bwMode="auto">
          <a:xfrm>
            <a:off x="467544" y="1628800"/>
            <a:ext cx="7492137" cy="4824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4">
            <a:extLst>
              <a:ext uri="{FF2B5EF4-FFF2-40B4-BE49-F238E27FC236}">
                <a16:creationId xmlns:a16="http://schemas.microsoft.com/office/drawing/2014/main" id="{B58FECAA-D337-0019-08E8-FC2257415057}"/>
              </a:ext>
            </a:extLst>
          </p:cNvPr>
          <p:cNvSpPr>
            <a:spLocks noGrp="1" noChangeArrowheads="1"/>
          </p:cNvSpPr>
          <p:nvPr>
            <p:ph type="title" idx="4294967295"/>
          </p:nvPr>
        </p:nvSpPr>
        <p:spPr>
          <a:xfrm>
            <a:off x="0" y="228600"/>
            <a:ext cx="8204200" cy="1143000"/>
          </a:xfrm>
        </p:spPr>
        <p:txBody>
          <a:bodyPr/>
          <a:lstStyle/>
          <a:p>
            <a:r>
              <a:rPr lang="en-US" altLang="en-US"/>
              <a:t>Moore’s Law</a:t>
            </a:r>
          </a:p>
        </p:txBody>
      </p:sp>
      <p:pic>
        <p:nvPicPr>
          <p:cNvPr id="2" name="Online Media 1" title="50 Years of Moores Law Intel">
            <a:hlinkClick r:id="" action="ppaction://media"/>
            <a:extLst>
              <a:ext uri="{FF2B5EF4-FFF2-40B4-BE49-F238E27FC236}">
                <a16:creationId xmlns:a16="http://schemas.microsoft.com/office/drawing/2014/main" id="{7D0EA54D-BEA4-E0E1-262B-9EC213B42ADE}"/>
              </a:ext>
            </a:extLst>
          </p:cNvPr>
          <p:cNvPicPr>
            <a:picLocks noRot="1" noChangeAspect="1"/>
          </p:cNvPicPr>
          <p:nvPr>
            <a:videoFile r:link="rId1"/>
          </p:nvPr>
        </p:nvPicPr>
        <p:blipFill>
          <a:blip r:embed="rId4"/>
          <a:stretch>
            <a:fillRect/>
          </a:stretch>
        </p:blipFill>
        <p:spPr>
          <a:xfrm>
            <a:off x="539552" y="1556792"/>
            <a:ext cx="7391972" cy="41764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82" name="Rectangle 83977">
            <a:extLst>
              <a:ext uri="{FF2B5EF4-FFF2-40B4-BE49-F238E27FC236}">
                <a16:creationId xmlns:a16="http://schemas.microsoft.com/office/drawing/2014/main" id="{5B6D324E-2D03-4162-AF1E-D5E32234E2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69630" y="0"/>
            <a:ext cx="6858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83970" name="Rectangle 2">
            <a:extLst>
              <a:ext uri="{FF2B5EF4-FFF2-40B4-BE49-F238E27FC236}">
                <a16:creationId xmlns:a16="http://schemas.microsoft.com/office/drawing/2014/main" id="{F4CDB044-BAE3-1B13-391B-34C8F0460228}"/>
              </a:ext>
            </a:extLst>
          </p:cNvPr>
          <p:cNvSpPr>
            <a:spLocks noGrp="1" noChangeArrowheads="1"/>
          </p:cNvSpPr>
          <p:nvPr>
            <p:ph type="title" idx="4294967295"/>
          </p:nvPr>
        </p:nvSpPr>
        <p:spPr>
          <a:xfrm>
            <a:off x="928116" y="640080"/>
            <a:ext cx="2306877" cy="1325562"/>
          </a:xfrm>
        </p:spPr>
        <p:txBody>
          <a:bodyPr vert="horz" lIns="91440" tIns="45720" rIns="91440" bIns="45720" rtlCol="0" anchor="b">
            <a:normAutofit/>
          </a:bodyPr>
          <a:lstStyle/>
          <a:p>
            <a:r>
              <a:rPr lang="en-US" altLang="en-US" sz="2800"/>
              <a:t>IBM 360 series</a:t>
            </a:r>
          </a:p>
        </p:txBody>
      </p:sp>
      <p:sp>
        <p:nvSpPr>
          <p:cNvPr id="83983" name="Rectangle 83979">
            <a:extLst>
              <a:ext uri="{FF2B5EF4-FFF2-40B4-BE49-F238E27FC236}">
                <a16:creationId xmlns:a16="http://schemas.microsoft.com/office/drawing/2014/main" id="{0B67D982-25C5-4CC2-AA64-276BE3B2CA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858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83971" name="Rectangle 3">
            <a:extLst>
              <a:ext uri="{FF2B5EF4-FFF2-40B4-BE49-F238E27FC236}">
                <a16:creationId xmlns:a16="http://schemas.microsoft.com/office/drawing/2014/main" id="{8B52D394-FA73-AD00-6933-921E3A8E11A7}"/>
              </a:ext>
            </a:extLst>
          </p:cNvPr>
          <p:cNvSpPr>
            <a:spLocks noGrp="1" noChangeArrowheads="1"/>
          </p:cNvSpPr>
          <p:nvPr>
            <p:ph type="body" idx="4294967295"/>
          </p:nvPr>
        </p:nvSpPr>
        <p:spPr>
          <a:xfrm>
            <a:off x="685800" y="2301555"/>
            <a:ext cx="2782062" cy="3878582"/>
          </a:xfrm>
        </p:spPr>
        <p:txBody>
          <a:bodyPr vert="horz" lIns="91440" tIns="45720" rIns="91440" bIns="45720" rtlCol="0">
            <a:normAutofit/>
          </a:bodyPr>
          <a:lstStyle/>
          <a:p>
            <a:r>
              <a:rPr lang="en-US" altLang="en-US" dirty="0"/>
              <a:t> A family of mainframe computer systems introduced by IBM in 1964</a:t>
            </a:r>
          </a:p>
          <a:p>
            <a:r>
              <a:rPr lang="en-US" altLang="en-US" dirty="0"/>
              <a:t>Replaced (&amp; not compatible with) 7000 series</a:t>
            </a:r>
          </a:p>
          <a:p>
            <a:r>
              <a:rPr lang="en-US" altLang="en-US" dirty="0"/>
              <a:t>The </a:t>
            </a:r>
            <a:r>
              <a:rPr lang="en-US" altLang="en-US" b="1" dirty="0"/>
              <a:t>architecture</a:t>
            </a:r>
            <a:r>
              <a:rPr lang="en-US" altLang="en-US" dirty="0"/>
              <a:t> remains that of IBM’s mainframe computers today</a:t>
            </a:r>
          </a:p>
        </p:txBody>
      </p:sp>
      <p:pic>
        <p:nvPicPr>
          <p:cNvPr id="83973" name="Picture 5" descr="What we can learn from the IBM System/360, the first modular,  general-purpose computer">
            <a:extLst>
              <a:ext uri="{FF2B5EF4-FFF2-40B4-BE49-F238E27FC236}">
                <a16:creationId xmlns:a16="http://schemas.microsoft.com/office/drawing/2014/main" id="{7B807AD8-4897-755E-4981-42CA583499F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154" r="32710" b="-1"/>
          <a:stretch/>
        </p:blipFill>
        <p:spPr bwMode="auto">
          <a:xfrm>
            <a:off x="3479292" y="10"/>
            <a:ext cx="5664708" cy="685799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8EFB4DFB-1624-6E27-338A-C5E3F9711DB8}"/>
              </a:ext>
            </a:extLst>
          </p:cNvPr>
          <p:cNvSpPr>
            <a:spLocks noGrp="1" noChangeArrowheads="1"/>
          </p:cNvSpPr>
          <p:nvPr>
            <p:ph type="title" idx="4294967295"/>
          </p:nvPr>
        </p:nvSpPr>
        <p:spPr>
          <a:xfrm>
            <a:off x="251520" y="228600"/>
            <a:ext cx="7952680" cy="1143000"/>
          </a:xfrm>
        </p:spPr>
        <p:txBody>
          <a:bodyPr/>
          <a:lstStyle/>
          <a:p>
            <a:r>
              <a:rPr lang="en-GB" altLang="en-US" dirty="0"/>
              <a:t>IBM 360 series</a:t>
            </a:r>
          </a:p>
        </p:txBody>
      </p:sp>
      <p:sp>
        <p:nvSpPr>
          <p:cNvPr id="86019" name="Rectangle 3">
            <a:extLst>
              <a:ext uri="{FF2B5EF4-FFF2-40B4-BE49-F238E27FC236}">
                <a16:creationId xmlns:a16="http://schemas.microsoft.com/office/drawing/2014/main" id="{E8C5C759-5949-153D-8B22-F6BDAC560A4B}"/>
              </a:ext>
            </a:extLst>
          </p:cNvPr>
          <p:cNvSpPr>
            <a:spLocks noGrp="1" noChangeArrowheads="1"/>
          </p:cNvSpPr>
          <p:nvPr>
            <p:ph type="body" idx="4294967295"/>
          </p:nvPr>
        </p:nvSpPr>
        <p:spPr>
          <a:xfrm>
            <a:off x="395536" y="1885950"/>
            <a:ext cx="7783264" cy="4171950"/>
          </a:xfrm>
        </p:spPr>
        <p:txBody>
          <a:bodyPr/>
          <a:lstStyle/>
          <a:p>
            <a:r>
              <a:rPr lang="en-GB" altLang="en-US" sz="2400" dirty="0"/>
              <a:t>First planned </a:t>
            </a:r>
            <a:r>
              <a:rPr lang="en-GB" altLang="en-US" sz="3200" b="1" dirty="0">
                <a:solidFill>
                  <a:srgbClr val="FF0000"/>
                </a:solidFill>
              </a:rPr>
              <a:t>“family” </a:t>
            </a:r>
            <a:r>
              <a:rPr lang="en-GB" altLang="en-US" sz="2400" dirty="0"/>
              <a:t>of computers</a:t>
            </a:r>
          </a:p>
          <a:p>
            <a:pPr lvl="1"/>
            <a:r>
              <a:rPr lang="en-GB" altLang="en-US" sz="2000" dirty="0"/>
              <a:t>Similar or identical instruction sets</a:t>
            </a:r>
          </a:p>
          <a:p>
            <a:pPr lvl="1"/>
            <a:r>
              <a:rPr lang="en-GB" altLang="en-US" sz="2000" dirty="0"/>
              <a:t>Similar or identical O/S</a:t>
            </a:r>
          </a:p>
          <a:p>
            <a:pPr lvl="1"/>
            <a:r>
              <a:rPr lang="en-GB" altLang="en-US" sz="2000" dirty="0"/>
              <a:t>Increasing speed</a:t>
            </a:r>
          </a:p>
          <a:p>
            <a:pPr lvl="1"/>
            <a:r>
              <a:rPr lang="en-GB" altLang="en-US" sz="2000" dirty="0"/>
              <a:t>Increasing number of I/O ports (i.e. more terminals)</a:t>
            </a:r>
          </a:p>
          <a:p>
            <a:pPr lvl="1"/>
            <a:r>
              <a:rPr lang="en-GB" altLang="en-US" sz="2000" dirty="0"/>
              <a:t>Increasing memory size </a:t>
            </a:r>
          </a:p>
          <a:p>
            <a:pPr lvl="1"/>
            <a:r>
              <a:rPr lang="en-GB" altLang="en-US" sz="2000" dirty="0"/>
              <a:t>Increasing cost</a:t>
            </a:r>
          </a:p>
          <a:p>
            <a:r>
              <a:rPr lang="en-GB" altLang="en-US" sz="2400" dirty="0"/>
              <a:t>Multiplexed-switch structure (central-switched)</a:t>
            </a:r>
          </a:p>
        </p:txBody>
      </p:sp>
      <p:pic>
        <p:nvPicPr>
          <p:cNvPr id="2050" name="Picture 2" descr="The Multiplexer">
            <a:extLst>
              <a:ext uri="{FF2B5EF4-FFF2-40B4-BE49-F238E27FC236}">
                <a16:creationId xmlns:a16="http://schemas.microsoft.com/office/drawing/2014/main" id="{55CC58C6-883B-F229-80F9-BC2B9E89F3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72200" y="5409245"/>
            <a:ext cx="1722291" cy="12973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899BD971-B3B3-D8BD-373E-379DA65F9966}"/>
              </a:ext>
            </a:extLst>
          </p:cNvPr>
          <p:cNvSpPr>
            <a:spLocks noGrp="1" noChangeArrowheads="1"/>
          </p:cNvSpPr>
          <p:nvPr>
            <p:ph type="title" idx="4294967295"/>
          </p:nvPr>
        </p:nvSpPr>
        <p:spPr>
          <a:xfrm>
            <a:off x="251520" y="228600"/>
            <a:ext cx="7952680" cy="1143000"/>
          </a:xfrm>
        </p:spPr>
        <p:txBody>
          <a:bodyPr/>
          <a:lstStyle/>
          <a:p>
            <a:r>
              <a:rPr lang="en-GB" altLang="en-US" dirty="0"/>
              <a:t>DEC PDP-8</a:t>
            </a:r>
          </a:p>
        </p:txBody>
      </p:sp>
      <p:sp>
        <p:nvSpPr>
          <p:cNvPr id="88067" name="Rectangle 3">
            <a:extLst>
              <a:ext uri="{FF2B5EF4-FFF2-40B4-BE49-F238E27FC236}">
                <a16:creationId xmlns:a16="http://schemas.microsoft.com/office/drawing/2014/main" id="{03B76A17-52C4-EF6E-93FE-6372BA96B356}"/>
              </a:ext>
            </a:extLst>
          </p:cNvPr>
          <p:cNvSpPr>
            <a:spLocks noGrp="1" noChangeArrowheads="1"/>
          </p:cNvSpPr>
          <p:nvPr>
            <p:ph type="body" idx="4294967295"/>
          </p:nvPr>
        </p:nvSpPr>
        <p:spPr>
          <a:xfrm>
            <a:off x="323528" y="1885950"/>
            <a:ext cx="7855272" cy="4171950"/>
          </a:xfrm>
        </p:spPr>
        <p:txBody>
          <a:bodyPr/>
          <a:lstStyle/>
          <a:p>
            <a:r>
              <a:rPr lang="en-GB" altLang="en-US" sz="2400" dirty="0"/>
              <a:t>1964</a:t>
            </a:r>
          </a:p>
          <a:p>
            <a:r>
              <a:rPr lang="en-GB" altLang="en-US" sz="2400" dirty="0"/>
              <a:t>First </a:t>
            </a:r>
            <a:r>
              <a:rPr lang="en-GB" altLang="en-US" sz="3200" b="1" dirty="0">
                <a:solidFill>
                  <a:srgbClr val="00B0F0"/>
                </a:solidFill>
              </a:rPr>
              <a:t>minicomputer</a:t>
            </a:r>
            <a:r>
              <a:rPr lang="en-GB" altLang="en-US" sz="2400" dirty="0"/>
              <a:t> (after miniskirt!)</a:t>
            </a:r>
          </a:p>
          <a:p>
            <a:r>
              <a:rPr lang="en-GB" altLang="en-US" sz="2400" dirty="0"/>
              <a:t>Did not need air-conditioned room</a:t>
            </a:r>
          </a:p>
          <a:p>
            <a:r>
              <a:rPr lang="en-GB" altLang="en-US" sz="3200" b="1" dirty="0">
                <a:solidFill>
                  <a:srgbClr val="FFC000"/>
                </a:solidFill>
              </a:rPr>
              <a:t>Small</a:t>
            </a:r>
            <a:r>
              <a:rPr lang="en-GB" altLang="en-US" sz="2400" dirty="0"/>
              <a:t> enough to sit on a lab bench</a:t>
            </a:r>
          </a:p>
          <a:p>
            <a:r>
              <a:rPr lang="en-GB" altLang="en-US" sz="2400" dirty="0"/>
              <a:t>$16,000 </a:t>
            </a:r>
          </a:p>
          <a:p>
            <a:pPr lvl="1"/>
            <a:r>
              <a:rPr lang="en-GB" altLang="en-US" sz="2000" dirty="0"/>
              <a:t>Compared to $100k+ for IBM 360</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AEA5D360-5394-B3B2-8B2E-39A85A9CFF5C}"/>
              </a:ext>
            </a:extLst>
          </p:cNvPr>
          <p:cNvSpPr>
            <a:spLocks noGrp="1" noChangeArrowheads="1"/>
          </p:cNvSpPr>
          <p:nvPr>
            <p:ph type="title" idx="4294967295"/>
          </p:nvPr>
        </p:nvSpPr>
        <p:spPr>
          <a:xfrm>
            <a:off x="251520" y="228600"/>
            <a:ext cx="7952680" cy="1143000"/>
          </a:xfrm>
        </p:spPr>
        <p:txBody>
          <a:bodyPr/>
          <a:lstStyle/>
          <a:p>
            <a:r>
              <a:rPr lang="en-GB" altLang="en-US" dirty="0"/>
              <a:t>DEC PDP-8</a:t>
            </a:r>
          </a:p>
        </p:txBody>
      </p:sp>
      <p:sp>
        <p:nvSpPr>
          <p:cNvPr id="90115" name="Rectangle 3">
            <a:extLst>
              <a:ext uri="{FF2B5EF4-FFF2-40B4-BE49-F238E27FC236}">
                <a16:creationId xmlns:a16="http://schemas.microsoft.com/office/drawing/2014/main" id="{6CD55E3A-592C-E942-98C4-4119ECCF837F}"/>
              </a:ext>
            </a:extLst>
          </p:cNvPr>
          <p:cNvSpPr>
            <a:spLocks noGrp="1" noChangeArrowheads="1"/>
          </p:cNvSpPr>
          <p:nvPr>
            <p:ph type="body" idx="4294967295"/>
          </p:nvPr>
        </p:nvSpPr>
        <p:spPr>
          <a:xfrm>
            <a:off x="323528" y="1885950"/>
            <a:ext cx="7855272" cy="4171950"/>
          </a:xfrm>
        </p:spPr>
        <p:txBody>
          <a:bodyPr/>
          <a:lstStyle/>
          <a:p>
            <a:r>
              <a:rPr lang="en-GB" altLang="en-US" sz="2400" dirty="0"/>
              <a:t>Embedded applications &amp; OEM</a:t>
            </a:r>
          </a:p>
          <a:p>
            <a:pPr lvl="1"/>
            <a:r>
              <a:rPr lang="en-GB" altLang="en-US" sz="2000" dirty="0"/>
              <a:t>Another manufacturer can integrate PDP-8 into a total system for resale</a:t>
            </a:r>
          </a:p>
          <a:p>
            <a:r>
              <a:rPr lang="en-GB" altLang="en-US" sz="3200" b="1" dirty="0">
                <a:solidFill>
                  <a:srgbClr val="FF0000"/>
                </a:solidFill>
              </a:rPr>
              <a:t>Bus</a:t>
            </a:r>
            <a:r>
              <a:rPr lang="en-GB" altLang="en-US" sz="2400" dirty="0"/>
              <a:t> structure</a:t>
            </a:r>
          </a:p>
        </p:txBody>
      </p:sp>
      <p:pic>
        <p:nvPicPr>
          <p:cNvPr id="90116" name="Picture 27">
            <a:extLst>
              <a:ext uri="{FF2B5EF4-FFF2-40B4-BE49-F238E27FC236}">
                <a16:creationId xmlns:a16="http://schemas.microsoft.com/office/drawing/2014/main" id="{8C324A58-F94D-F115-3594-6B3451F35F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2556"/>
          <a:stretch>
            <a:fillRect/>
          </a:stretch>
        </p:blipFill>
        <p:spPr bwMode="auto">
          <a:xfrm>
            <a:off x="1259632" y="4149080"/>
            <a:ext cx="6227763" cy="117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3" title="PDP8 - Presentation #1">
            <a:hlinkClick r:id="" action="ppaction://media"/>
            <a:extLst>
              <a:ext uri="{FF2B5EF4-FFF2-40B4-BE49-F238E27FC236}">
                <a16:creationId xmlns:a16="http://schemas.microsoft.com/office/drawing/2014/main" id="{7FAF5FF8-F1B4-29AC-E467-B926E13F28B3}"/>
              </a:ext>
            </a:extLst>
          </p:cNvPr>
          <p:cNvPicPr>
            <a:picLocks noGrp="1" noRot="1" noChangeAspect="1"/>
          </p:cNvPicPr>
          <p:nvPr>
            <p:ph idx="1"/>
            <a:videoFile r:link="rId1"/>
          </p:nvPr>
        </p:nvPicPr>
        <p:blipFill>
          <a:blip r:embed="rId3"/>
          <a:stretch>
            <a:fillRect/>
          </a:stretch>
        </p:blipFill>
        <p:spPr>
          <a:xfrm>
            <a:off x="539552" y="476672"/>
            <a:ext cx="7489514" cy="5616624"/>
          </a:xfrm>
          <a:prstGeom prst="rect">
            <a:avLst/>
          </a:prstGeom>
        </p:spPr>
      </p:pic>
    </p:spTree>
    <p:extLst>
      <p:ext uri="{BB962C8B-B14F-4D97-AF65-F5344CB8AC3E}">
        <p14:creationId xmlns:p14="http://schemas.microsoft.com/office/powerpoint/2010/main" val="4268154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4">
            <a:extLst>
              <a:ext uri="{FF2B5EF4-FFF2-40B4-BE49-F238E27FC236}">
                <a16:creationId xmlns:a16="http://schemas.microsoft.com/office/drawing/2014/main" id="{A6254710-7EF9-4B42-B036-E64489D5B91D}"/>
              </a:ext>
            </a:extLst>
          </p:cNvPr>
          <p:cNvSpPr>
            <a:spLocks noGrp="1" noChangeArrowheads="1"/>
          </p:cNvSpPr>
          <p:nvPr>
            <p:ph type="title"/>
          </p:nvPr>
        </p:nvSpPr>
        <p:spPr>
          <a:xfrm>
            <a:off x="179512" y="365760"/>
            <a:ext cx="8280920" cy="1325562"/>
          </a:xfrm>
        </p:spPr>
        <p:txBody>
          <a:bodyPr/>
          <a:lstStyle/>
          <a:p>
            <a:r>
              <a:rPr lang="en-GB" altLang="en-US" dirty="0">
                <a:solidFill>
                  <a:srgbClr val="FF6699"/>
                </a:solidFill>
              </a:rPr>
              <a:t>Later Generations:</a:t>
            </a:r>
            <a:r>
              <a:rPr lang="en-GB" altLang="en-US" dirty="0"/>
              <a:t> </a:t>
            </a:r>
            <a:br>
              <a:rPr lang="en-GB" altLang="en-US" dirty="0"/>
            </a:br>
            <a:r>
              <a:rPr lang="en-GB" altLang="en-US" dirty="0"/>
              <a:t>Semiconductor Memory</a:t>
            </a:r>
            <a:endParaRPr lang="en-US" altLang="en-US" dirty="0"/>
          </a:p>
        </p:txBody>
      </p:sp>
      <p:sp>
        <p:nvSpPr>
          <p:cNvPr id="92163" name="Rectangle 3">
            <a:extLst>
              <a:ext uri="{FF2B5EF4-FFF2-40B4-BE49-F238E27FC236}">
                <a16:creationId xmlns:a16="http://schemas.microsoft.com/office/drawing/2014/main" id="{201FD5B3-5119-CFC2-014C-DEE868F4FDDF}"/>
              </a:ext>
            </a:extLst>
          </p:cNvPr>
          <p:cNvSpPr>
            <a:spLocks noGrp="1" noChangeArrowheads="1"/>
          </p:cNvSpPr>
          <p:nvPr>
            <p:ph idx="1"/>
          </p:nvPr>
        </p:nvSpPr>
        <p:spPr>
          <a:xfrm>
            <a:off x="323528" y="1828801"/>
            <a:ext cx="7848922" cy="4351337"/>
          </a:xfrm>
        </p:spPr>
        <p:txBody>
          <a:bodyPr/>
          <a:lstStyle/>
          <a:p>
            <a:r>
              <a:rPr lang="en-GB" altLang="en-US" dirty="0"/>
              <a:t>ICs were initially used for processors (ALU, CU), </a:t>
            </a:r>
            <a:r>
              <a:rPr lang="en-GB" altLang="en-US" sz="3600" b="1" dirty="0">
                <a:solidFill>
                  <a:srgbClr val="92D050"/>
                </a:solidFill>
              </a:rPr>
              <a:t>later used for memory</a:t>
            </a:r>
            <a:endParaRPr lang="en-GB" altLang="en-US" b="1" dirty="0">
              <a:solidFill>
                <a:srgbClr val="92D050"/>
              </a:solidFill>
            </a:endParaRPr>
          </a:p>
          <a:p>
            <a:r>
              <a:rPr lang="en-GB" altLang="en-US" dirty="0"/>
              <a:t>Previously memory made of </a:t>
            </a:r>
            <a:r>
              <a:rPr lang="en-GB" altLang="en-US" sz="3600" b="1" dirty="0">
                <a:solidFill>
                  <a:srgbClr val="FF0000"/>
                </a:solidFill>
              </a:rPr>
              <a:t>ferromagnetic material</a:t>
            </a:r>
            <a:r>
              <a:rPr lang="en-GB" altLang="en-US" dirty="0"/>
              <a:t> (core) which is expensive, bulky, destructive readout</a:t>
            </a:r>
          </a:p>
        </p:txBody>
      </p:sp>
      <p:pic>
        <p:nvPicPr>
          <p:cNvPr id="92164" name="Picture 2" descr="A circuit board&#10;&#10;Description automatically generated">
            <a:extLst>
              <a:ext uri="{FF2B5EF4-FFF2-40B4-BE49-F238E27FC236}">
                <a16:creationId xmlns:a16="http://schemas.microsoft.com/office/drawing/2014/main" id="{71D64F60-9FC1-08EB-C997-57ACE5D1FA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61431" y="4581128"/>
            <a:ext cx="1988890" cy="1988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5" name="Text Box 5">
            <a:extLst>
              <a:ext uri="{FF2B5EF4-FFF2-40B4-BE49-F238E27FC236}">
                <a16:creationId xmlns:a16="http://schemas.microsoft.com/office/drawing/2014/main" id="{93D2BD07-48FA-DEFD-CBD1-B101CCD0603C}"/>
              </a:ext>
            </a:extLst>
          </p:cNvPr>
          <p:cNvSpPr txBox="1">
            <a:spLocks noChangeArrowheads="1"/>
          </p:cNvSpPr>
          <p:nvPr/>
        </p:nvSpPr>
        <p:spPr bwMode="auto">
          <a:xfrm>
            <a:off x="3392488" y="6027738"/>
            <a:ext cx="3943350"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000"/>
              <a:t>32 x 32 Core Memory</a:t>
            </a:r>
          </a:p>
          <a:p>
            <a:pPr algn="ctr" eaLnBrk="1" hangingPunct="1">
              <a:spcBef>
                <a:spcPct val="0"/>
              </a:spcBef>
              <a:buClrTx/>
              <a:buFontTx/>
              <a:buNone/>
            </a:pPr>
            <a:r>
              <a:rPr kumimoji="0" lang="en-US" altLang="en-US" sz="1400"/>
              <a:t>https://en.wikipedia.org/wiki/Magnetic-core_memory#/media/File:KL_CoreMemory.jpg</a:t>
            </a:r>
            <a:endParaRPr kumimoji="0" lang="en-US" altLang="en-US" sz="1400">
              <a:solidFill>
                <a:srgbClr val="000000"/>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4">
            <a:extLst>
              <a:ext uri="{FF2B5EF4-FFF2-40B4-BE49-F238E27FC236}">
                <a16:creationId xmlns:a16="http://schemas.microsoft.com/office/drawing/2014/main" id="{539498A9-B770-1537-7E3E-FA7E4FECDA5A}"/>
              </a:ext>
            </a:extLst>
          </p:cNvPr>
          <p:cNvSpPr>
            <a:spLocks noGrp="1" noChangeArrowheads="1"/>
          </p:cNvSpPr>
          <p:nvPr>
            <p:ph type="title"/>
          </p:nvPr>
        </p:nvSpPr>
        <p:spPr>
          <a:xfrm>
            <a:off x="179512" y="365760"/>
            <a:ext cx="8036372" cy="1325562"/>
          </a:xfrm>
        </p:spPr>
        <p:txBody>
          <a:bodyPr/>
          <a:lstStyle/>
          <a:p>
            <a:br>
              <a:rPr lang="en-GB" altLang="en-US" dirty="0"/>
            </a:br>
            <a:r>
              <a:rPr lang="en-GB" altLang="en-US" dirty="0"/>
              <a:t>Semiconductor Memory</a:t>
            </a:r>
            <a:endParaRPr lang="en-US" altLang="en-US" dirty="0"/>
          </a:p>
        </p:txBody>
      </p:sp>
      <p:sp>
        <p:nvSpPr>
          <p:cNvPr id="94211" name="Rectangle 3">
            <a:extLst>
              <a:ext uri="{FF2B5EF4-FFF2-40B4-BE49-F238E27FC236}">
                <a16:creationId xmlns:a16="http://schemas.microsoft.com/office/drawing/2014/main" id="{9D7BBAA6-9BED-7CBF-C195-E12BE0EDCADC}"/>
              </a:ext>
            </a:extLst>
          </p:cNvPr>
          <p:cNvSpPr>
            <a:spLocks noGrp="1" noChangeArrowheads="1"/>
          </p:cNvSpPr>
          <p:nvPr>
            <p:ph idx="1"/>
          </p:nvPr>
        </p:nvSpPr>
        <p:spPr>
          <a:xfrm>
            <a:off x="251520" y="1828801"/>
            <a:ext cx="7848872" cy="4351337"/>
          </a:xfrm>
        </p:spPr>
        <p:txBody>
          <a:bodyPr/>
          <a:lstStyle/>
          <a:p>
            <a:r>
              <a:rPr lang="en-GB" altLang="en-US" dirty="0"/>
              <a:t>Semiconductor Memory </a:t>
            </a:r>
          </a:p>
          <a:p>
            <a:pPr lvl="1"/>
            <a:r>
              <a:rPr lang="en-GB" altLang="en-US" dirty="0"/>
              <a:t>1970, Fairchild introduced a chip of the size of a single core (about 1.5mm) which could hold 256 bits </a:t>
            </a:r>
          </a:p>
          <a:p>
            <a:pPr lvl="2"/>
            <a:r>
              <a:rPr lang="en-GB" altLang="en-US" dirty="0"/>
              <a:t>Non-destructive read &amp; much faster than core but expensive</a:t>
            </a:r>
          </a:p>
          <a:p>
            <a:r>
              <a:rPr lang="en-GB" altLang="en-US" dirty="0"/>
              <a:t>Capacity approximately </a:t>
            </a:r>
            <a:r>
              <a:rPr lang="en-GB" altLang="en-US" sz="3600" b="1" dirty="0">
                <a:solidFill>
                  <a:srgbClr val="00B0F0"/>
                </a:solidFill>
              </a:rPr>
              <a:t>doubles each year</a:t>
            </a:r>
            <a:endParaRPr lang="en-GB" altLang="en-US" b="1" dirty="0">
              <a:solidFill>
                <a:srgbClr val="00B0F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A8464808-E7DE-013C-3F5A-8934D3FE71FF}"/>
              </a:ext>
            </a:extLst>
          </p:cNvPr>
          <p:cNvSpPr>
            <a:spLocks noGrp="1" noChangeArrowheads="1"/>
          </p:cNvSpPr>
          <p:nvPr>
            <p:ph type="title"/>
          </p:nvPr>
        </p:nvSpPr>
        <p:spPr>
          <a:xfrm>
            <a:off x="188913" y="365760"/>
            <a:ext cx="8026971" cy="1325562"/>
          </a:xfrm>
        </p:spPr>
        <p:txBody>
          <a:bodyPr/>
          <a:lstStyle/>
          <a:p>
            <a:r>
              <a:rPr lang="en-GB" altLang="en-US" dirty="0"/>
              <a:t>Later Generations:</a:t>
            </a:r>
            <a:br>
              <a:rPr lang="en-GB" altLang="en-US" dirty="0"/>
            </a:br>
            <a:r>
              <a:rPr lang="en-GB" altLang="en-US" dirty="0"/>
              <a:t>Semiconductor Memory</a:t>
            </a:r>
            <a:endParaRPr lang="en-US" altLang="en-US" dirty="0"/>
          </a:p>
        </p:txBody>
      </p:sp>
      <p:sp>
        <p:nvSpPr>
          <p:cNvPr id="96259" name="Text Box 4">
            <a:extLst>
              <a:ext uri="{FF2B5EF4-FFF2-40B4-BE49-F238E27FC236}">
                <a16:creationId xmlns:a16="http://schemas.microsoft.com/office/drawing/2014/main" id="{0E72D9A9-980F-D019-FBFF-FA79B1726E6A}"/>
              </a:ext>
            </a:extLst>
          </p:cNvPr>
          <p:cNvSpPr txBox="1">
            <a:spLocks noChangeArrowheads="1"/>
          </p:cNvSpPr>
          <p:nvPr/>
        </p:nvSpPr>
        <p:spPr bwMode="auto">
          <a:xfrm>
            <a:off x="107493" y="4751864"/>
            <a:ext cx="39608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000" dirty="0"/>
              <a:t>EPROM cells (transistors)</a:t>
            </a:r>
            <a:endParaRPr kumimoji="0" lang="en-US" altLang="en-US" sz="1400" dirty="0"/>
          </a:p>
        </p:txBody>
      </p:sp>
      <p:sp>
        <p:nvSpPr>
          <p:cNvPr id="96260" name="Text Box 5">
            <a:extLst>
              <a:ext uri="{FF2B5EF4-FFF2-40B4-BE49-F238E27FC236}">
                <a16:creationId xmlns:a16="http://schemas.microsoft.com/office/drawing/2014/main" id="{E801FBD6-9B7A-C5DD-8E9A-87084A8B2CF7}"/>
              </a:ext>
            </a:extLst>
          </p:cNvPr>
          <p:cNvSpPr txBox="1">
            <a:spLocks noChangeArrowheads="1"/>
          </p:cNvSpPr>
          <p:nvPr/>
        </p:nvSpPr>
        <p:spPr bwMode="auto">
          <a:xfrm>
            <a:off x="4202398" y="4820996"/>
            <a:ext cx="39608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2000" dirty="0"/>
              <a:t>EPROM connecting wires</a:t>
            </a:r>
          </a:p>
        </p:txBody>
      </p:sp>
      <p:pic>
        <p:nvPicPr>
          <p:cNvPr id="96261" name="Picture 6" descr="eprom">
            <a:extLst>
              <a:ext uri="{FF2B5EF4-FFF2-40B4-BE49-F238E27FC236}">
                <a16:creationId xmlns:a16="http://schemas.microsoft.com/office/drawing/2014/main" id="{3CCC1B1D-4D95-996F-3A4C-EEC9FD132F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291" y="1842841"/>
            <a:ext cx="3735015" cy="27278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62" name="Picture 7" descr="epromwires">
            <a:extLst>
              <a:ext uri="{FF2B5EF4-FFF2-40B4-BE49-F238E27FC236}">
                <a16:creationId xmlns:a16="http://schemas.microsoft.com/office/drawing/2014/main" id="{984291AE-AB12-4260-E472-04F73CFCE9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5976" y="1891197"/>
            <a:ext cx="3474031" cy="2631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3" name="Text Box 8">
            <a:extLst>
              <a:ext uri="{FF2B5EF4-FFF2-40B4-BE49-F238E27FC236}">
                <a16:creationId xmlns:a16="http://schemas.microsoft.com/office/drawing/2014/main" id="{D77BFE2C-B878-36CE-A043-E5021A4F1AFD}"/>
              </a:ext>
            </a:extLst>
          </p:cNvPr>
          <p:cNvSpPr txBox="1">
            <a:spLocks noChangeArrowheads="1"/>
          </p:cNvSpPr>
          <p:nvPr/>
        </p:nvSpPr>
        <p:spPr bwMode="auto">
          <a:xfrm>
            <a:off x="1476375" y="5516563"/>
            <a:ext cx="6119813" cy="517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ctr" eaLnBrk="1" hangingPunct="1">
              <a:spcBef>
                <a:spcPct val="0"/>
              </a:spcBef>
              <a:buClrTx/>
              <a:buFontTx/>
              <a:buNone/>
            </a:pPr>
            <a:r>
              <a:rPr kumimoji="0" lang="en-US" altLang="en-US" sz="1400"/>
              <a:t>J. Burgess, M. Marten and R. Taylor, Under the microscope: a hidden world revealed, Cambridge University Press, 1990.</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6A5F4CDF-961F-14D9-B271-D876F30A4D53}"/>
              </a:ext>
            </a:extLst>
          </p:cNvPr>
          <p:cNvSpPr>
            <a:spLocks noGrp="1" noChangeArrowheads="1"/>
          </p:cNvSpPr>
          <p:nvPr>
            <p:ph type="title" idx="4294967295"/>
          </p:nvPr>
        </p:nvSpPr>
        <p:spPr>
          <a:xfrm>
            <a:off x="101593" y="228600"/>
            <a:ext cx="8204200" cy="1143000"/>
          </a:xfrm>
        </p:spPr>
        <p:txBody>
          <a:bodyPr>
            <a:normAutofit/>
          </a:bodyPr>
          <a:lstStyle/>
          <a:p>
            <a:r>
              <a:rPr lang="en-GB" altLang="en-US" dirty="0"/>
              <a:t>Microprocessors</a:t>
            </a:r>
          </a:p>
        </p:txBody>
      </p:sp>
      <p:sp>
        <p:nvSpPr>
          <p:cNvPr id="97283" name="Rectangle 3">
            <a:extLst>
              <a:ext uri="{FF2B5EF4-FFF2-40B4-BE49-F238E27FC236}">
                <a16:creationId xmlns:a16="http://schemas.microsoft.com/office/drawing/2014/main" id="{7600D487-75DF-FCF7-FA61-421757B65703}"/>
              </a:ext>
            </a:extLst>
          </p:cNvPr>
          <p:cNvSpPr>
            <a:spLocks noGrp="1" noChangeArrowheads="1"/>
          </p:cNvSpPr>
          <p:nvPr>
            <p:ph type="body" idx="4294967295"/>
          </p:nvPr>
        </p:nvSpPr>
        <p:spPr>
          <a:xfrm>
            <a:off x="251520" y="1556792"/>
            <a:ext cx="8178800" cy="4171950"/>
          </a:xfrm>
        </p:spPr>
        <p:txBody>
          <a:bodyPr/>
          <a:lstStyle/>
          <a:p>
            <a:pPr>
              <a:lnSpc>
                <a:spcPct val="90000"/>
              </a:lnSpc>
            </a:pPr>
            <a:r>
              <a:rPr lang="en-GB" altLang="en-US" dirty="0"/>
              <a:t>1971 Intel introduced 4004 </a:t>
            </a:r>
          </a:p>
          <a:p>
            <a:pPr lvl="1">
              <a:lnSpc>
                <a:spcPct val="90000"/>
              </a:lnSpc>
            </a:pPr>
            <a:r>
              <a:rPr lang="en-GB" altLang="en-US" dirty="0"/>
              <a:t>First microprocessor</a:t>
            </a:r>
          </a:p>
          <a:p>
            <a:pPr lvl="1">
              <a:lnSpc>
                <a:spcPct val="90000"/>
              </a:lnSpc>
            </a:pPr>
            <a:r>
              <a:rPr lang="en-GB" altLang="en-US" dirty="0"/>
              <a:t>All CPU components on a single chip</a:t>
            </a:r>
          </a:p>
          <a:p>
            <a:pPr lvl="1">
              <a:lnSpc>
                <a:spcPct val="90000"/>
              </a:lnSpc>
            </a:pPr>
            <a:r>
              <a:rPr lang="en-GB" altLang="en-US" dirty="0"/>
              <a:t>4 bit</a:t>
            </a:r>
          </a:p>
        </p:txBody>
      </p:sp>
      <p:sp>
        <p:nvSpPr>
          <p:cNvPr id="97284" name="TextBox 2">
            <a:extLst>
              <a:ext uri="{FF2B5EF4-FFF2-40B4-BE49-F238E27FC236}">
                <a16:creationId xmlns:a16="http://schemas.microsoft.com/office/drawing/2014/main" id="{E4056812-522F-A3E6-C013-51135C287A48}"/>
              </a:ext>
            </a:extLst>
          </p:cNvPr>
          <p:cNvSpPr txBox="1">
            <a:spLocks noChangeArrowheads="1"/>
          </p:cNvSpPr>
          <p:nvPr/>
        </p:nvSpPr>
        <p:spPr bwMode="auto">
          <a:xfrm>
            <a:off x="611560" y="6165304"/>
            <a:ext cx="88566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US" altLang="en-US" sz="1400" dirty="0"/>
              <a:t>Source: https://commons.wikimedia.org/wiki/File:Intel_C4004.jpgE%D1%80_Intel_4004.jpg; http://www.intel4004.com/current_intel_museum.htm</a:t>
            </a:r>
            <a:endParaRPr lang="en-MY" altLang="en-US" sz="1400" dirty="0"/>
          </a:p>
        </p:txBody>
      </p:sp>
      <p:pic>
        <p:nvPicPr>
          <p:cNvPr id="97285" name="Picture 3">
            <a:extLst>
              <a:ext uri="{FF2B5EF4-FFF2-40B4-BE49-F238E27FC236}">
                <a16:creationId xmlns:a16="http://schemas.microsoft.com/office/drawing/2014/main" id="{D4964F40-73DF-E586-FD8A-C7C92004CBB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579518" y="1400864"/>
            <a:ext cx="2581275"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7286" name="Picture 4">
            <a:extLst>
              <a:ext uri="{FF2B5EF4-FFF2-40B4-BE49-F238E27FC236}">
                <a16:creationId xmlns:a16="http://schemas.microsoft.com/office/drawing/2014/main" id="{E56DC523-ABBE-B3D0-BADB-FCEC9E183E8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90291" y="2894534"/>
            <a:ext cx="4192587"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936D8F23-7B28-D5A7-70E6-64BCFFF96D80}"/>
              </a:ext>
            </a:extLst>
          </p:cNvPr>
          <p:cNvSpPr>
            <a:spLocks noGrp="1" noChangeArrowheads="1"/>
          </p:cNvSpPr>
          <p:nvPr>
            <p:ph type="title" idx="4294967295"/>
          </p:nvPr>
        </p:nvSpPr>
        <p:spPr>
          <a:xfrm>
            <a:off x="179512" y="228600"/>
            <a:ext cx="8024688" cy="1143000"/>
          </a:xfrm>
        </p:spPr>
        <p:txBody>
          <a:bodyPr>
            <a:normAutofit/>
          </a:bodyPr>
          <a:lstStyle/>
          <a:p>
            <a:r>
              <a:rPr lang="en-GB" altLang="en-US" dirty="0"/>
              <a:t>Microprocessors</a:t>
            </a:r>
          </a:p>
        </p:txBody>
      </p:sp>
      <p:sp>
        <p:nvSpPr>
          <p:cNvPr id="99331" name="Rectangle 3">
            <a:extLst>
              <a:ext uri="{FF2B5EF4-FFF2-40B4-BE49-F238E27FC236}">
                <a16:creationId xmlns:a16="http://schemas.microsoft.com/office/drawing/2014/main" id="{E05BB20B-69E4-E3DB-EFA8-AA76AC6C9BB0}"/>
              </a:ext>
            </a:extLst>
          </p:cNvPr>
          <p:cNvSpPr>
            <a:spLocks noGrp="1" noChangeArrowheads="1"/>
          </p:cNvSpPr>
          <p:nvPr>
            <p:ph type="body" idx="4294967295"/>
          </p:nvPr>
        </p:nvSpPr>
        <p:spPr>
          <a:xfrm>
            <a:off x="323528" y="1885950"/>
            <a:ext cx="7855272" cy="4171950"/>
          </a:xfrm>
        </p:spPr>
        <p:txBody>
          <a:bodyPr>
            <a:normAutofit/>
          </a:bodyPr>
          <a:lstStyle/>
          <a:p>
            <a:pPr>
              <a:lnSpc>
                <a:spcPct val="90000"/>
              </a:lnSpc>
            </a:pPr>
            <a:r>
              <a:rPr lang="en-GB" altLang="en-US" sz="2800" dirty="0"/>
              <a:t>Followed in 1972 by 8008</a:t>
            </a:r>
          </a:p>
          <a:p>
            <a:pPr lvl="1">
              <a:lnSpc>
                <a:spcPct val="90000"/>
              </a:lnSpc>
            </a:pPr>
            <a:r>
              <a:rPr lang="en-GB" altLang="en-US" sz="2400" dirty="0"/>
              <a:t>8 bit</a:t>
            </a:r>
          </a:p>
          <a:p>
            <a:pPr lvl="1">
              <a:lnSpc>
                <a:spcPct val="90000"/>
              </a:lnSpc>
            </a:pPr>
            <a:r>
              <a:rPr lang="en-GB" altLang="en-US" sz="2400" dirty="0"/>
              <a:t>Both designed for specific applications</a:t>
            </a:r>
          </a:p>
          <a:p>
            <a:pPr>
              <a:lnSpc>
                <a:spcPct val="90000"/>
              </a:lnSpc>
            </a:pPr>
            <a:r>
              <a:rPr lang="en-GB" altLang="en-US" sz="2800" dirty="0"/>
              <a:t>1974 8080</a:t>
            </a:r>
          </a:p>
          <a:p>
            <a:pPr lvl="1">
              <a:lnSpc>
                <a:spcPct val="90000"/>
              </a:lnSpc>
            </a:pPr>
            <a:r>
              <a:rPr lang="en-GB" altLang="en-US" sz="2400" dirty="0"/>
              <a:t>Intel’s first general purpose microprocessor</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BC343686-6010-10E8-1E0D-F6E483C6D5BD}"/>
              </a:ext>
            </a:extLst>
          </p:cNvPr>
          <p:cNvSpPr>
            <a:spLocks noGrp="1" noChangeArrowheads="1"/>
          </p:cNvSpPr>
          <p:nvPr>
            <p:ph type="title"/>
          </p:nvPr>
        </p:nvSpPr>
        <p:spPr>
          <a:xfrm>
            <a:off x="179512" y="365760"/>
            <a:ext cx="8064896" cy="1325562"/>
          </a:xfrm>
        </p:spPr>
        <p:txBody>
          <a:bodyPr/>
          <a:lstStyle/>
          <a:p>
            <a:r>
              <a:rPr lang="en-GB" altLang="en-US" dirty="0"/>
              <a:t>Microprocessors</a:t>
            </a:r>
            <a:endParaRPr lang="en-US" altLang="en-US" dirty="0"/>
          </a:p>
        </p:txBody>
      </p:sp>
      <p:sp>
        <p:nvSpPr>
          <p:cNvPr id="101379" name="Rectangle 3">
            <a:extLst>
              <a:ext uri="{FF2B5EF4-FFF2-40B4-BE49-F238E27FC236}">
                <a16:creationId xmlns:a16="http://schemas.microsoft.com/office/drawing/2014/main" id="{949EF858-5B5E-37AF-4794-5BCE1C45294B}"/>
              </a:ext>
            </a:extLst>
          </p:cNvPr>
          <p:cNvSpPr>
            <a:spLocks noGrp="1" noChangeArrowheads="1"/>
          </p:cNvSpPr>
          <p:nvPr>
            <p:ph idx="1"/>
          </p:nvPr>
        </p:nvSpPr>
        <p:spPr>
          <a:xfrm>
            <a:off x="323528" y="1828801"/>
            <a:ext cx="7776864" cy="4351337"/>
          </a:xfrm>
        </p:spPr>
        <p:txBody>
          <a:bodyPr>
            <a:normAutofit/>
          </a:bodyPr>
          <a:lstStyle/>
          <a:p>
            <a:r>
              <a:rPr lang="en-GB" altLang="en-US" sz="2400" dirty="0"/>
              <a:t>End 1970s powerful, general purpose 16-bit microprocessor appeared</a:t>
            </a:r>
          </a:p>
          <a:p>
            <a:pPr lvl="1"/>
            <a:r>
              <a:rPr lang="en-GB" altLang="en-US" sz="2000" dirty="0"/>
              <a:t>8086</a:t>
            </a:r>
          </a:p>
          <a:p>
            <a:r>
              <a:rPr lang="en-GB" altLang="en-US" sz="2400" dirty="0"/>
              <a:t>1981 Bell Lab &amp; Hewlett-Packard introduced 32-bit, single-chip processor</a:t>
            </a:r>
          </a:p>
          <a:p>
            <a:r>
              <a:rPr lang="en-GB" altLang="en-US" sz="2400" dirty="0"/>
              <a:t>1985 80386</a:t>
            </a:r>
            <a:endParaRPr lang="en-US" altLang="en-US" sz="24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3" name="Date Placeholder 2">
            <a:extLst>
              <a:ext uri="{FF2B5EF4-FFF2-40B4-BE49-F238E27FC236}">
                <a16:creationId xmlns:a16="http://schemas.microsoft.com/office/drawing/2014/main" id="{D6914859-C9F3-EF13-28A0-F313823A8AC6}"/>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FAC76D07-C5ED-4250-A636-70278D04E1A0}" type="datetime1">
              <a:rPr lang="en-GB" altLang="en-US" sz="1200" smtClean="0">
                <a:solidFill>
                  <a:srgbClr val="898989"/>
                </a:solidFill>
                <a:latin typeface="Tahoma" panose="020B0604030504040204" pitchFamily="34" charset="0"/>
              </a:rPr>
              <a:pPr>
                <a:spcBef>
                  <a:spcPct val="0"/>
                </a:spcBef>
                <a:buFontTx/>
                <a:buNone/>
              </a:pPr>
              <a:t>04/10/2025</a:t>
            </a:fld>
            <a:endParaRPr lang="en-GB" altLang="en-US" sz="1200">
              <a:solidFill>
                <a:srgbClr val="898989"/>
              </a:solidFill>
              <a:latin typeface="Tahoma" panose="020B0604030504040204" pitchFamily="34" charset="0"/>
            </a:endParaRPr>
          </a:p>
        </p:txBody>
      </p:sp>
      <p:sp>
        <p:nvSpPr>
          <p:cNvPr id="102402" name="Slide Number Placeholder 1">
            <a:extLst>
              <a:ext uri="{FF2B5EF4-FFF2-40B4-BE49-F238E27FC236}">
                <a16:creationId xmlns:a16="http://schemas.microsoft.com/office/drawing/2014/main" id="{94BCF85B-22E9-9264-E689-AE90397FCF0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9ACE5A45-7C5E-4843-9480-B423A8F67210}" type="slidenum">
              <a:rPr lang="en-GB" altLang="en-US" sz="1200" smtClean="0">
                <a:solidFill>
                  <a:srgbClr val="898989"/>
                </a:solidFill>
                <a:latin typeface="Tahoma" panose="020B0604030504040204" pitchFamily="34" charset="0"/>
              </a:rPr>
              <a:pPr>
                <a:spcBef>
                  <a:spcPct val="0"/>
                </a:spcBef>
                <a:buFontTx/>
                <a:buNone/>
              </a:pPr>
              <a:t>52</a:t>
            </a:fld>
            <a:endParaRPr lang="en-GB" altLang="en-US" sz="1200">
              <a:solidFill>
                <a:srgbClr val="898989"/>
              </a:solidFill>
              <a:latin typeface="Tahoma" panose="020B0604030504040204" pitchFamily="34" charset="0"/>
            </a:endParaRPr>
          </a:p>
        </p:txBody>
      </p:sp>
      <p:pic>
        <p:nvPicPr>
          <p:cNvPr id="102404" name="Picture 3">
            <a:extLst>
              <a:ext uri="{FF2B5EF4-FFF2-40B4-BE49-F238E27FC236}">
                <a16:creationId xmlns:a16="http://schemas.microsoft.com/office/drawing/2014/main" id="{B0936B4F-0C8A-D578-DF6B-AD8FA675722F}"/>
              </a:ext>
            </a:extLst>
          </p:cNvPr>
          <p:cNvPicPr>
            <a:picLocks noChangeAspect="1"/>
          </p:cNvPicPr>
          <p:nvPr/>
        </p:nvPicPr>
        <p:blipFill>
          <a:blip r:embed="rId2">
            <a:extLst>
              <a:ext uri="{28A0092B-C50C-407E-A947-70E740481C1C}">
                <a14:useLocalDpi xmlns:a14="http://schemas.microsoft.com/office/drawing/2010/main" val="0"/>
              </a:ext>
            </a:extLst>
          </a:blip>
          <a:srcRect l="14690"/>
          <a:stretch>
            <a:fillRect/>
          </a:stretch>
        </p:blipFill>
        <p:spPr bwMode="auto">
          <a:xfrm>
            <a:off x="0" y="0"/>
            <a:ext cx="91995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582F7219-53F6-5CB5-E096-7BFBA7A7A4F4}"/>
              </a:ext>
            </a:extLst>
          </p:cNvPr>
          <p:cNvSpPr txBox="1"/>
          <p:nvPr/>
        </p:nvSpPr>
        <p:spPr>
          <a:xfrm>
            <a:off x="95250" y="6429375"/>
            <a:ext cx="3900488" cy="276225"/>
          </a:xfrm>
          <a:prstGeom prst="rect">
            <a:avLst/>
          </a:prstGeom>
          <a:solidFill>
            <a:schemeClr val="tx1">
              <a:lumMod val="60000"/>
              <a:lumOff val="40000"/>
              <a:alpha val="70000"/>
            </a:schemeClr>
          </a:solidFill>
        </p:spPr>
        <p:txBody>
          <a:bodyPr>
            <a:spAutoFit/>
          </a:bodyPr>
          <a:lstStyle/>
          <a:p>
            <a:pPr eaLnBrk="1" fontAlgn="auto" hangingPunct="1">
              <a:spcBef>
                <a:spcPts val="0"/>
              </a:spcBef>
              <a:spcAft>
                <a:spcPts val="0"/>
              </a:spcAft>
              <a:defRPr/>
            </a:pPr>
            <a:r>
              <a:rPr kumimoji="0" lang="en-US" sz="1200" dirty="0">
                <a:solidFill>
                  <a:prstClr val="white"/>
                </a:solidFill>
                <a:latin typeface="Calibri"/>
              </a:rPr>
              <a:t>Source: https://www.flickr.com/photos/nubui/9550939064</a:t>
            </a:r>
          </a:p>
        </p:txBody>
      </p:sp>
      <p:sp>
        <p:nvSpPr>
          <p:cNvPr id="6" name="Content Placeholder 2">
            <a:extLst>
              <a:ext uri="{FF2B5EF4-FFF2-40B4-BE49-F238E27FC236}">
                <a16:creationId xmlns:a16="http://schemas.microsoft.com/office/drawing/2014/main" id="{72F52508-8307-339B-E616-43B431C94D2E}"/>
              </a:ext>
            </a:extLst>
          </p:cNvPr>
          <p:cNvSpPr txBox="1">
            <a:spLocks/>
          </p:cNvSpPr>
          <p:nvPr/>
        </p:nvSpPr>
        <p:spPr bwMode="auto">
          <a:xfrm>
            <a:off x="192882" y="1052736"/>
            <a:ext cx="4762500" cy="3440113"/>
          </a:xfrm>
          <a:prstGeom prst="rect">
            <a:avLst/>
          </a:prstGeom>
          <a:noFill/>
          <a:ln>
            <a:noFill/>
          </a:ln>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0" indent="0" eaLnBrk="1" hangingPunct="1">
              <a:buNone/>
            </a:pPr>
            <a:r>
              <a:rPr kumimoji="0" lang="en-US" altLang="en-US" sz="4000" dirty="0">
                <a:solidFill>
                  <a:srgbClr val="FFFFFF"/>
                </a:solidFill>
              </a:rPr>
              <a:t>What computer did you first get acquainted with?</a:t>
            </a:r>
          </a:p>
          <a:p>
            <a:pPr marL="0" indent="0" eaLnBrk="1" hangingPunct="1">
              <a:buNone/>
            </a:pPr>
            <a:r>
              <a:rPr kumimoji="0" lang="en-US" altLang="en-US" sz="4000" dirty="0">
                <a:solidFill>
                  <a:srgbClr val="FFFFFF"/>
                </a:solidFill>
              </a:rPr>
              <a:t>What did you use it for?</a:t>
            </a:r>
            <a:endParaRPr kumimoji="0" lang="en-US" altLang="en-US" sz="3600" dirty="0">
              <a:solidFill>
                <a:srgbClr val="FFFFFF"/>
              </a:solidFill>
            </a:endParaRPr>
          </a:p>
        </p:txBody>
      </p:sp>
      <p:sp>
        <p:nvSpPr>
          <p:cNvPr id="102407" name="TextBox 6">
            <a:extLst>
              <a:ext uri="{FF2B5EF4-FFF2-40B4-BE49-F238E27FC236}">
                <a16:creationId xmlns:a16="http://schemas.microsoft.com/office/drawing/2014/main" id="{C2AC8AF0-5597-14DE-D583-C023ED4411B2}"/>
              </a:ext>
            </a:extLst>
          </p:cNvPr>
          <p:cNvSpPr txBox="1">
            <a:spLocks noChangeArrowheads="1"/>
          </p:cNvSpPr>
          <p:nvPr/>
        </p:nvSpPr>
        <p:spPr bwMode="auto">
          <a:xfrm>
            <a:off x="4765825" y="5526089"/>
            <a:ext cx="4357687"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Tx/>
              <a:buNone/>
            </a:pPr>
            <a:r>
              <a:rPr lang="en-US" altLang="en-US" sz="4800" dirty="0">
                <a:solidFill>
                  <a:schemeClr val="bg1"/>
                </a:solidFill>
                <a:latin typeface="Segoe Print" panose="02000600000000000000" pitchFamily="2" charset="0"/>
              </a:rPr>
              <a:t>Pair-Share</a:t>
            </a:r>
            <a:endParaRPr lang="en-MY" altLang="en-US" sz="4800" dirty="0">
              <a:solidFill>
                <a:schemeClr val="bg1"/>
              </a:solidFill>
              <a:latin typeface="Segoe Print" panose="02000600000000000000" pitchFamily="2" charset="0"/>
            </a:endParaRP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5" name="Date Placeholder 2">
            <a:extLst>
              <a:ext uri="{FF2B5EF4-FFF2-40B4-BE49-F238E27FC236}">
                <a16:creationId xmlns:a16="http://schemas.microsoft.com/office/drawing/2014/main" id="{9788D238-5B91-89B2-F792-042F67189CCA}"/>
              </a:ext>
            </a:extLst>
          </p:cNvPr>
          <p:cNvSpPr>
            <a:spLocks noGrp="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F0CD3EA-1EC2-4C76-81F1-2F298C40A812}" type="datetime1">
              <a:rPr lang="en-GB" altLang="en-US" sz="1200" smtClean="0">
                <a:solidFill>
                  <a:srgbClr val="898989"/>
                </a:solidFill>
                <a:latin typeface="Tahoma" panose="020B0604030504040204" pitchFamily="34" charset="0"/>
              </a:rPr>
              <a:pPr>
                <a:spcBef>
                  <a:spcPct val="0"/>
                </a:spcBef>
                <a:buFontTx/>
                <a:buNone/>
              </a:pPr>
              <a:t>04/10/2025</a:t>
            </a:fld>
            <a:endParaRPr lang="en-GB" altLang="en-US" sz="1200">
              <a:solidFill>
                <a:srgbClr val="898989"/>
              </a:solidFill>
              <a:latin typeface="Tahoma" panose="020B0604030504040204" pitchFamily="34" charset="0"/>
            </a:endParaRPr>
          </a:p>
        </p:txBody>
      </p:sp>
      <p:sp>
        <p:nvSpPr>
          <p:cNvPr id="105474" name="Slide Number Placeholder 1">
            <a:extLst>
              <a:ext uri="{FF2B5EF4-FFF2-40B4-BE49-F238E27FC236}">
                <a16:creationId xmlns:a16="http://schemas.microsoft.com/office/drawing/2014/main" id="{F67DA2AA-4370-D922-8306-14724035791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6A77F49-5B53-4935-AB2E-EE2125BED443}" type="slidenum">
              <a:rPr lang="en-GB" altLang="en-US" sz="1200" smtClean="0">
                <a:solidFill>
                  <a:srgbClr val="898989"/>
                </a:solidFill>
                <a:latin typeface="Tahoma" panose="020B0604030504040204" pitchFamily="34" charset="0"/>
              </a:rPr>
              <a:pPr>
                <a:spcBef>
                  <a:spcPct val="0"/>
                </a:spcBef>
                <a:buFontTx/>
                <a:buNone/>
              </a:pPr>
              <a:t>53</a:t>
            </a:fld>
            <a:endParaRPr lang="en-GB" altLang="en-US" sz="1200">
              <a:solidFill>
                <a:srgbClr val="898989"/>
              </a:solidFill>
              <a:latin typeface="Tahoma" panose="020B0604030504040204" pitchFamily="34" charset="0"/>
            </a:endParaRPr>
          </a:p>
        </p:txBody>
      </p:sp>
      <p:pic>
        <p:nvPicPr>
          <p:cNvPr id="105476" name="Picture 3">
            <a:extLst>
              <a:ext uri="{FF2B5EF4-FFF2-40B4-BE49-F238E27FC236}">
                <a16:creationId xmlns:a16="http://schemas.microsoft.com/office/drawing/2014/main" id="{A673D971-1D33-5D24-2518-3F15958002B0}"/>
              </a:ext>
            </a:extLst>
          </p:cNvPr>
          <p:cNvPicPr>
            <a:picLocks noChangeAspect="1"/>
          </p:cNvPicPr>
          <p:nvPr/>
        </p:nvPicPr>
        <p:blipFill>
          <a:blip r:embed="rId2">
            <a:extLst>
              <a:ext uri="{28A0092B-C50C-407E-A947-70E740481C1C}">
                <a14:useLocalDpi xmlns:a14="http://schemas.microsoft.com/office/drawing/2010/main" val="0"/>
              </a:ext>
            </a:extLst>
          </a:blip>
          <a:srcRect l="14690"/>
          <a:stretch>
            <a:fillRect/>
          </a:stretch>
        </p:blipFill>
        <p:spPr bwMode="auto">
          <a:xfrm>
            <a:off x="-36513" y="0"/>
            <a:ext cx="919956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7" name="Picture 8">
            <a:extLst>
              <a:ext uri="{FF2B5EF4-FFF2-40B4-BE49-F238E27FC236}">
                <a16:creationId xmlns:a16="http://schemas.microsoft.com/office/drawing/2014/main" id="{9AC8AD63-635B-B50F-7A67-D13C400462B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5250" y="204911"/>
            <a:ext cx="5609463" cy="56108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5478" name="Picture 9">
            <a:extLst>
              <a:ext uri="{FF2B5EF4-FFF2-40B4-BE49-F238E27FC236}">
                <a16:creationId xmlns:a16="http://schemas.microsoft.com/office/drawing/2014/main" id="{6C7787D8-C7A7-BAAE-D601-3037D3F3713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137150" y="3809206"/>
            <a:ext cx="3756025"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9" name="TextBox 10">
            <a:extLst>
              <a:ext uri="{FF2B5EF4-FFF2-40B4-BE49-F238E27FC236}">
                <a16:creationId xmlns:a16="http://schemas.microsoft.com/office/drawing/2014/main" id="{527C953D-D386-C9AE-45B7-5CF86673237E}"/>
              </a:ext>
            </a:extLst>
          </p:cNvPr>
          <p:cNvSpPr txBox="1">
            <a:spLocks noChangeArrowheads="1"/>
          </p:cNvSpPr>
          <p:nvPr/>
        </p:nvSpPr>
        <p:spPr bwMode="auto">
          <a:xfrm>
            <a:off x="6948488" y="5300663"/>
            <a:ext cx="20875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r">
              <a:spcBef>
                <a:spcPct val="0"/>
              </a:spcBef>
              <a:buFontTx/>
              <a:buNone/>
            </a:pPr>
            <a:r>
              <a:rPr lang="en-US" altLang="en-US" sz="2000">
                <a:solidFill>
                  <a:schemeClr val="bg1"/>
                </a:solidFill>
                <a:latin typeface="Tahoma" panose="020B0604030504040204" pitchFamily="34" charset="0"/>
              </a:rPr>
              <a:t>MOS 6502 chip</a:t>
            </a:r>
            <a:endParaRPr lang="en-MY" altLang="en-US" sz="2000">
              <a:solidFill>
                <a:schemeClr val="bg1"/>
              </a:solidFill>
              <a:latin typeface="Tahoma" panose="020B0604030504040204" pitchFamily="34" charset="0"/>
            </a:endParaRPr>
          </a:p>
        </p:txBody>
      </p:sp>
      <p:sp>
        <p:nvSpPr>
          <p:cNvPr id="5" name="TextBox 4">
            <a:extLst>
              <a:ext uri="{FF2B5EF4-FFF2-40B4-BE49-F238E27FC236}">
                <a16:creationId xmlns:a16="http://schemas.microsoft.com/office/drawing/2014/main" id="{E05279A0-7A42-249F-C2BB-3A24F7E769BA}"/>
              </a:ext>
            </a:extLst>
          </p:cNvPr>
          <p:cNvSpPr txBox="1"/>
          <p:nvPr/>
        </p:nvSpPr>
        <p:spPr>
          <a:xfrm>
            <a:off x="95250" y="6308725"/>
            <a:ext cx="8797925" cy="461963"/>
          </a:xfrm>
          <a:prstGeom prst="rect">
            <a:avLst/>
          </a:prstGeom>
          <a:solidFill>
            <a:schemeClr val="tx1">
              <a:lumMod val="60000"/>
              <a:lumOff val="40000"/>
              <a:alpha val="70000"/>
            </a:schemeClr>
          </a:solidFill>
        </p:spPr>
        <p:txBody>
          <a:bodyPr>
            <a:spAutoFit/>
          </a:bodyPr>
          <a:lstStyle/>
          <a:p>
            <a:pPr eaLnBrk="1" fontAlgn="auto" hangingPunct="1">
              <a:spcBef>
                <a:spcPts val="0"/>
              </a:spcBef>
              <a:spcAft>
                <a:spcPts val="0"/>
              </a:spcAft>
              <a:defRPr/>
            </a:pPr>
            <a:r>
              <a:rPr kumimoji="0" lang="en-US" sz="1200" dirty="0">
                <a:solidFill>
                  <a:prstClr val="white"/>
                </a:solidFill>
                <a:latin typeface="Calibri"/>
              </a:rPr>
              <a:t>Source: https://www.flickr.com/photos/nubui/9550939064; https://en.wikipedia.org/wiki/Apple_II#/media/File:Apple_II_IMG_4212.jpg; https://en.wikipedia.org/wiki/MOS_Technology_6502#/media/File:MOS_6502AD_4585_top.jpg</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0162" name="Picture 2" descr="What Is Short Breaks">
            <a:extLst>
              <a:ext uri="{FF2B5EF4-FFF2-40B4-BE49-F238E27FC236}">
                <a16:creationId xmlns:a16="http://schemas.microsoft.com/office/drawing/2014/main" id="{B8059CF7-5FB7-FB61-6B15-5A59C725F1F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82600" y="1493347"/>
            <a:ext cx="5168392" cy="3871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408465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708BDED-F569-51AF-DCDB-39ECCDF91226}"/>
              </a:ext>
            </a:extLst>
          </p:cNvPr>
          <p:cNvSpPr>
            <a:spLocks noGrp="1" noChangeArrowheads="1"/>
          </p:cNvSpPr>
          <p:nvPr>
            <p:ph type="title"/>
          </p:nvPr>
        </p:nvSpPr>
        <p:spPr/>
        <p:txBody>
          <a:bodyPr/>
          <a:lstStyle/>
          <a:p>
            <a:r>
              <a:rPr lang="en-US" altLang="en-US" dirty="0"/>
              <a:t>Outline</a:t>
            </a:r>
          </a:p>
        </p:txBody>
      </p:sp>
      <p:sp>
        <p:nvSpPr>
          <p:cNvPr id="6" name="Freeform: Shape 5">
            <a:extLst>
              <a:ext uri="{FF2B5EF4-FFF2-40B4-BE49-F238E27FC236}">
                <a16:creationId xmlns:a16="http://schemas.microsoft.com/office/drawing/2014/main" id="{0B209CC5-AD04-D67D-2187-94409B4525EA}"/>
              </a:ext>
            </a:extLst>
          </p:cNvPr>
          <p:cNvSpPr/>
          <p:nvPr/>
        </p:nvSpPr>
        <p:spPr>
          <a:xfrm>
            <a:off x="388629" y="2437566"/>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err="1"/>
              <a:t>Organisation</a:t>
            </a:r>
            <a:r>
              <a:rPr lang="en-US" sz="2900" kern="1200" dirty="0"/>
              <a:t> and architecture</a:t>
            </a:r>
            <a:endParaRPr lang="en-MY" sz="2900" kern="1200" dirty="0"/>
          </a:p>
        </p:txBody>
      </p:sp>
      <p:sp>
        <p:nvSpPr>
          <p:cNvPr id="7" name="Freeform: Shape 6">
            <a:extLst>
              <a:ext uri="{FF2B5EF4-FFF2-40B4-BE49-F238E27FC236}">
                <a16:creationId xmlns:a16="http://schemas.microsoft.com/office/drawing/2014/main" id="{9977E4AE-40C1-B102-A235-C518545F4AB8}"/>
              </a:ext>
            </a:extLst>
          </p:cNvPr>
          <p:cNvSpPr/>
          <p:nvPr/>
        </p:nvSpPr>
        <p:spPr>
          <a:xfrm>
            <a:off x="3191306" y="2437566"/>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1689636"/>
              <a:satOff val="-4355"/>
              <a:lumOff val="-2941"/>
              <a:alphaOff val="0"/>
            </a:schemeClr>
          </a:fillRef>
          <a:effectRef idx="0">
            <a:schemeClr val="accent5">
              <a:hueOff val="-1689636"/>
              <a:satOff val="-4355"/>
              <a:lumOff val="-2941"/>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Structure and function</a:t>
            </a:r>
            <a:endParaRPr lang="en-MY" sz="2900" kern="1200" dirty="0"/>
          </a:p>
        </p:txBody>
      </p:sp>
      <p:sp>
        <p:nvSpPr>
          <p:cNvPr id="8" name="Freeform: Shape 7">
            <a:extLst>
              <a:ext uri="{FF2B5EF4-FFF2-40B4-BE49-F238E27FC236}">
                <a16:creationId xmlns:a16="http://schemas.microsoft.com/office/drawing/2014/main" id="{FEFDD1BC-A78F-129E-C6F3-C4E91EE1C9AA}"/>
              </a:ext>
            </a:extLst>
          </p:cNvPr>
          <p:cNvSpPr/>
          <p:nvPr/>
        </p:nvSpPr>
        <p:spPr>
          <a:xfrm>
            <a:off x="5993982" y="2437566"/>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Computer evolution and performance</a:t>
            </a:r>
            <a:endParaRPr lang="en-MY" sz="2900" kern="1200"/>
          </a:p>
        </p:txBody>
      </p:sp>
      <p:sp>
        <p:nvSpPr>
          <p:cNvPr id="9" name="Freeform: Shape 8">
            <a:extLst>
              <a:ext uri="{FF2B5EF4-FFF2-40B4-BE49-F238E27FC236}">
                <a16:creationId xmlns:a16="http://schemas.microsoft.com/office/drawing/2014/main" id="{B1BCAC25-C085-9552-93E3-9CBA40B5DCED}"/>
              </a:ext>
            </a:extLst>
          </p:cNvPr>
          <p:cNvSpPr/>
          <p:nvPr/>
        </p:nvSpPr>
        <p:spPr>
          <a:xfrm>
            <a:off x="1789967" y="4221088"/>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5068907"/>
              <a:satOff val="-13064"/>
              <a:lumOff val="-8824"/>
              <a:alphaOff val="0"/>
            </a:schemeClr>
          </a:fillRef>
          <a:effectRef idx="0">
            <a:schemeClr val="accent5">
              <a:hueOff val="-5068907"/>
              <a:satOff val="-13064"/>
              <a:lumOff val="-8824"/>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Cloud Computing</a:t>
            </a:r>
            <a:endParaRPr lang="en-MY" sz="2900" kern="1200" dirty="0"/>
          </a:p>
        </p:txBody>
      </p:sp>
      <p:sp>
        <p:nvSpPr>
          <p:cNvPr id="10" name="Freeform: Shape 9">
            <a:extLst>
              <a:ext uri="{FF2B5EF4-FFF2-40B4-BE49-F238E27FC236}">
                <a16:creationId xmlns:a16="http://schemas.microsoft.com/office/drawing/2014/main" id="{65989F70-D366-0175-FB01-04CD9A90457D}"/>
              </a:ext>
            </a:extLst>
          </p:cNvPr>
          <p:cNvSpPr/>
          <p:nvPr/>
        </p:nvSpPr>
        <p:spPr>
          <a:xfrm>
            <a:off x="4592644" y="4221088"/>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a:t>Performance Issues</a:t>
            </a:r>
            <a:endParaRPr lang="en-MY" sz="2900" kern="1200" dirty="0"/>
          </a:p>
        </p:txBody>
      </p:sp>
      <p:sp>
        <p:nvSpPr>
          <p:cNvPr id="4" name="TextBox 3">
            <a:extLst>
              <a:ext uri="{FF2B5EF4-FFF2-40B4-BE49-F238E27FC236}">
                <a16:creationId xmlns:a16="http://schemas.microsoft.com/office/drawing/2014/main" id="{1055F6A5-41D8-8D08-3FAF-F4BAE80924B3}"/>
              </a:ext>
            </a:extLst>
          </p:cNvPr>
          <p:cNvSpPr txBox="1"/>
          <p:nvPr/>
        </p:nvSpPr>
        <p:spPr>
          <a:xfrm>
            <a:off x="5500293" y="1571507"/>
            <a:ext cx="3059832" cy="738664"/>
          </a:xfrm>
          <a:prstGeom prst="rect">
            <a:avLst/>
          </a:prstGeom>
          <a:noFill/>
        </p:spPr>
        <p:txBody>
          <a:bodyPr wrap="square">
            <a:spAutoFit/>
          </a:bodyPr>
          <a:lstStyle/>
          <a:p>
            <a:pPr marL="742950" lvl="1" indent="-285750">
              <a:buFont typeface="Arial" panose="020B0604020202020204" pitchFamily="34" charset="0"/>
              <a:buChar char="•"/>
            </a:pPr>
            <a:r>
              <a:rPr lang="en-US" altLang="en-US" sz="1400" dirty="0"/>
              <a:t>History of computers</a:t>
            </a:r>
          </a:p>
          <a:p>
            <a:pPr marL="742950" lvl="1" indent="-285750">
              <a:buFont typeface="Arial" panose="020B0604020202020204" pitchFamily="34" charset="0"/>
              <a:buChar char="•"/>
            </a:pPr>
            <a:r>
              <a:rPr lang="en-US" altLang="en-US" sz="1400" dirty="0"/>
              <a:t>X86, PowerPC and ARM evolution</a:t>
            </a:r>
          </a:p>
        </p:txBody>
      </p:sp>
    </p:spTree>
    <p:extLst>
      <p:ext uri="{BB962C8B-B14F-4D97-AF65-F5344CB8AC3E}">
        <p14:creationId xmlns:p14="http://schemas.microsoft.com/office/powerpoint/2010/main" val="746338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xit" presetSubtype="4" fill="hold" grpId="0" nodeType="with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ppt_x"/>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7"/>
                                        </p:tgtEl>
                                        <p:attrNameLst>
                                          <p:attrName>ppt_x</p:attrName>
                                        </p:attrNameLst>
                                      </p:cBhvr>
                                      <p:tavLst>
                                        <p:tav tm="0">
                                          <p:val>
                                            <p:strVal val="ppt_x"/>
                                          </p:val>
                                        </p:tav>
                                        <p:tav tm="100000">
                                          <p:val>
                                            <p:strVal val="ppt_x"/>
                                          </p:val>
                                        </p:tav>
                                      </p:tavLst>
                                    </p:anim>
                                    <p:anim calcmode="lin" valueType="num">
                                      <p:cBhvr additive="base">
                                        <p:cTn id="11" dur="500"/>
                                        <p:tgtEl>
                                          <p:spTgt spid="7"/>
                                        </p:tgtEl>
                                        <p:attrNameLst>
                                          <p:attrName>ppt_y</p:attrName>
                                        </p:attrNameLst>
                                      </p:cBhvr>
                                      <p:tavLst>
                                        <p:tav tm="0">
                                          <p:val>
                                            <p:strVal val="ppt_y"/>
                                          </p:val>
                                        </p:tav>
                                        <p:tav tm="100000">
                                          <p:val>
                                            <p:strVal val="1+ppt_h/2"/>
                                          </p:val>
                                        </p:tav>
                                      </p:tavLst>
                                    </p:anim>
                                    <p:set>
                                      <p:cBhvr>
                                        <p:cTn id="12" dur="1" fill="hold">
                                          <p:stCondLst>
                                            <p:cond delay="499"/>
                                          </p:stCondLst>
                                        </p:cTn>
                                        <p:tgtEl>
                                          <p:spTgt spid="7"/>
                                        </p:tgtEl>
                                        <p:attrNameLst>
                                          <p:attrName>style.visibility</p:attrName>
                                        </p:attrNameLst>
                                      </p:cBhvr>
                                      <p:to>
                                        <p:strVal val="hidden"/>
                                      </p:to>
                                    </p:set>
                                  </p:childTnLst>
                                </p:cTn>
                              </p:par>
                              <p:par>
                                <p:cTn id="13" presetID="2" presetClass="exit" presetSubtype="4" fill="hold" grpId="0" nodeType="withEffect">
                                  <p:stCondLst>
                                    <p:cond delay="0"/>
                                  </p:stCondLst>
                                  <p:childTnLst>
                                    <p:anim calcmode="lin" valueType="num">
                                      <p:cBhvr additive="base">
                                        <p:cTn id="14" dur="500"/>
                                        <p:tgtEl>
                                          <p:spTgt spid="9"/>
                                        </p:tgtEl>
                                        <p:attrNameLst>
                                          <p:attrName>ppt_x</p:attrName>
                                        </p:attrNameLst>
                                      </p:cBhvr>
                                      <p:tavLst>
                                        <p:tav tm="0">
                                          <p:val>
                                            <p:strVal val="ppt_x"/>
                                          </p:val>
                                        </p:tav>
                                        <p:tav tm="100000">
                                          <p:val>
                                            <p:strVal val="ppt_x"/>
                                          </p:val>
                                        </p:tav>
                                      </p:tavLst>
                                    </p:anim>
                                    <p:anim calcmode="lin" valueType="num">
                                      <p:cBhvr additive="base">
                                        <p:cTn id="15" dur="500"/>
                                        <p:tgtEl>
                                          <p:spTgt spid="9"/>
                                        </p:tgtEl>
                                        <p:attrNameLst>
                                          <p:attrName>ppt_y</p:attrName>
                                        </p:attrNameLst>
                                      </p:cBhvr>
                                      <p:tavLst>
                                        <p:tav tm="0">
                                          <p:val>
                                            <p:strVal val="ppt_y"/>
                                          </p:val>
                                        </p:tav>
                                        <p:tav tm="100000">
                                          <p:val>
                                            <p:strVal val="1+ppt_h/2"/>
                                          </p:val>
                                        </p:tav>
                                      </p:tavLst>
                                    </p:anim>
                                    <p:set>
                                      <p:cBhvr>
                                        <p:cTn id="16" dur="1" fill="hold">
                                          <p:stCondLst>
                                            <p:cond delay="499"/>
                                          </p:stCondLst>
                                        </p:cTn>
                                        <p:tgtEl>
                                          <p:spTgt spid="9"/>
                                        </p:tgtEl>
                                        <p:attrNameLst>
                                          <p:attrName>style.visibility</p:attrName>
                                        </p:attrNameLst>
                                      </p:cBhvr>
                                      <p:to>
                                        <p:strVal val="hidden"/>
                                      </p:to>
                                    </p:set>
                                  </p:childTnLst>
                                </p:cTn>
                              </p:par>
                              <p:par>
                                <p:cTn id="17" presetID="2" presetClass="exit" presetSubtype="4" fill="hold" grpId="0" nodeType="withEffect">
                                  <p:stCondLst>
                                    <p:cond delay="0"/>
                                  </p:stCondLst>
                                  <p:childTnLst>
                                    <p:anim calcmode="lin" valueType="num">
                                      <p:cBhvr additive="base">
                                        <p:cTn id="18" dur="500"/>
                                        <p:tgtEl>
                                          <p:spTgt spid="10"/>
                                        </p:tgtEl>
                                        <p:attrNameLst>
                                          <p:attrName>ppt_x</p:attrName>
                                        </p:attrNameLst>
                                      </p:cBhvr>
                                      <p:tavLst>
                                        <p:tav tm="0">
                                          <p:val>
                                            <p:strVal val="ppt_x"/>
                                          </p:val>
                                        </p:tav>
                                        <p:tav tm="100000">
                                          <p:val>
                                            <p:strVal val="ppt_x"/>
                                          </p:val>
                                        </p:tav>
                                      </p:tavLst>
                                    </p:anim>
                                    <p:anim calcmode="lin" valueType="num">
                                      <p:cBhvr additive="base">
                                        <p:cTn id="19" dur="500"/>
                                        <p:tgtEl>
                                          <p:spTgt spid="10"/>
                                        </p:tgtEl>
                                        <p:attrNameLst>
                                          <p:attrName>ppt_y</p:attrName>
                                        </p:attrNameLst>
                                      </p:cBhvr>
                                      <p:tavLst>
                                        <p:tav tm="0">
                                          <p:val>
                                            <p:strVal val="ppt_y"/>
                                          </p:val>
                                        </p:tav>
                                        <p:tav tm="100000">
                                          <p:val>
                                            <p:strVal val="1+ppt_h/2"/>
                                          </p:val>
                                        </p:tav>
                                      </p:tavLst>
                                    </p:anim>
                                    <p:set>
                                      <p:cBhvr>
                                        <p:cTn id="20"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026">
            <a:extLst>
              <a:ext uri="{FF2B5EF4-FFF2-40B4-BE49-F238E27FC236}">
                <a16:creationId xmlns:a16="http://schemas.microsoft.com/office/drawing/2014/main" id="{68F6BE95-809B-6526-2B50-A7B3EB55F348}"/>
              </a:ext>
            </a:extLst>
          </p:cNvPr>
          <p:cNvSpPr>
            <a:spLocks noGrp="1" noChangeArrowheads="1"/>
          </p:cNvSpPr>
          <p:nvPr>
            <p:ph type="title" idx="4294967295"/>
          </p:nvPr>
        </p:nvSpPr>
        <p:spPr>
          <a:xfrm>
            <a:off x="251520" y="228600"/>
            <a:ext cx="8087744" cy="1143000"/>
          </a:xfrm>
        </p:spPr>
        <p:txBody>
          <a:bodyPr/>
          <a:lstStyle/>
          <a:p>
            <a:r>
              <a:rPr lang="en-GB" altLang="en-US" dirty="0"/>
              <a:t>x86 Evolution</a:t>
            </a:r>
          </a:p>
        </p:txBody>
      </p:sp>
      <p:sp>
        <p:nvSpPr>
          <p:cNvPr id="107523" name="Rectangle 1027">
            <a:extLst>
              <a:ext uri="{FF2B5EF4-FFF2-40B4-BE49-F238E27FC236}">
                <a16:creationId xmlns:a16="http://schemas.microsoft.com/office/drawing/2014/main" id="{457565DE-628E-B0E2-620B-4EEAFD047032}"/>
              </a:ext>
            </a:extLst>
          </p:cNvPr>
          <p:cNvSpPr>
            <a:spLocks noGrp="1" noChangeArrowheads="1"/>
          </p:cNvSpPr>
          <p:nvPr>
            <p:ph type="body" idx="4294967295"/>
          </p:nvPr>
        </p:nvSpPr>
        <p:spPr>
          <a:xfrm>
            <a:off x="160464" y="2420888"/>
            <a:ext cx="8178800" cy="3733850"/>
          </a:xfrm>
        </p:spPr>
        <p:txBody>
          <a:bodyPr>
            <a:normAutofit fontScale="92500" lnSpcReduction="20000"/>
          </a:bodyPr>
          <a:lstStyle/>
          <a:p>
            <a:pPr>
              <a:lnSpc>
                <a:spcPct val="90000"/>
              </a:lnSpc>
            </a:pPr>
            <a:r>
              <a:rPr lang="en-GB" altLang="en-US" sz="2400" dirty="0"/>
              <a:t>8080 (1974)</a:t>
            </a:r>
          </a:p>
          <a:p>
            <a:pPr lvl="1">
              <a:lnSpc>
                <a:spcPct val="90000"/>
              </a:lnSpc>
            </a:pPr>
            <a:r>
              <a:rPr lang="en-GB" altLang="en-US" sz="2000" dirty="0"/>
              <a:t>first general-purpose microprocessor</a:t>
            </a:r>
          </a:p>
          <a:p>
            <a:pPr lvl="1">
              <a:lnSpc>
                <a:spcPct val="90000"/>
              </a:lnSpc>
            </a:pPr>
            <a:r>
              <a:rPr lang="en-GB" altLang="en-US" sz="2000" dirty="0"/>
              <a:t>8-bit data path</a:t>
            </a:r>
          </a:p>
          <a:p>
            <a:pPr lvl="1">
              <a:lnSpc>
                <a:spcPct val="90000"/>
              </a:lnSpc>
            </a:pPr>
            <a:r>
              <a:rPr lang="en-GB" altLang="en-US" sz="2000" dirty="0"/>
              <a:t>Used in first personal computer – Altair</a:t>
            </a:r>
          </a:p>
          <a:p>
            <a:pPr>
              <a:lnSpc>
                <a:spcPct val="90000"/>
              </a:lnSpc>
            </a:pPr>
            <a:r>
              <a:rPr lang="en-GB" altLang="en-US" sz="2400" dirty="0"/>
              <a:t>8086 (1978)</a:t>
            </a:r>
          </a:p>
          <a:p>
            <a:pPr lvl="1">
              <a:lnSpc>
                <a:spcPct val="90000"/>
              </a:lnSpc>
            </a:pPr>
            <a:r>
              <a:rPr lang="en-GB" altLang="en-US" sz="2000" dirty="0"/>
              <a:t>much more powerful</a:t>
            </a:r>
          </a:p>
          <a:p>
            <a:pPr lvl="1">
              <a:lnSpc>
                <a:spcPct val="90000"/>
              </a:lnSpc>
            </a:pPr>
            <a:r>
              <a:rPr lang="en-GB" altLang="en-US" sz="2000" dirty="0"/>
              <a:t>16 bit</a:t>
            </a:r>
          </a:p>
          <a:p>
            <a:pPr lvl="1">
              <a:lnSpc>
                <a:spcPct val="90000"/>
              </a:lnSpc>
            </a:pPr>
            <a:r>
              <a:rPr lang="en-GB" altLang="en-US" sz="2000" dirty="0"/>
              <a:t>instruction cache, prefetch few instructions</a:t>
            </a:r>
          </a:p>
          <a:p>
            <a:pPr lvl="1">
              <a:lnSpc>
                <a:spcPct val="90000"/>
              </a:lnSpc>
            </a:pPr>
            <a:r>
              <a:rPr lang="en-GB" altLang="en-US" sz="2000" dirty="0"/>
              <a:t>8088 (8-bit external bus) used in first IBM PC</a:t>
            </a:r>
          </a:p>
          <a:p>
            <a:pPr>
              <a:lnSpc>
                <a:spcPct val="90000"/>
              </a:lnSpc>
            </a:pPr>
            <a:r>
              <a:rPr lang="en-GB" altLang="en-US" sz="2400" dirty="0"/>
              <a:t>80286 (1982)</a:t>
            </a:r>
          </a:p>
          <a:p>
            <a:pPr lvl="1">
              <a:lnSpc>
                <a:spcPct val="90000"/>
              </a:lnSpc>
            </a:pPr>
            <a:r>
              <a:rPr lang="en-GB" altLang="en-US" sz="2000" dirty="0"/>
              <a:t>16 Mbyte memory addressable</a:t>
            </a:r>
          </a:p>
          <a:p>
            <a:pPr lvl="1">
              <a:lnSpc>
                <a:spcPct val="90000"/>
              </a:lnSpc>
            </a:pPr>
            <a:r>
              <a:rPr lang="en-GB" altLang="en-US" sz="2000" dirty="0"/>
              <a:t>up from 1Mb</a:t>
            </a:r>
          </a:p>
        </p:txBody>
      </p:sp>
      <p:pic>
        <p:nvPicPr>
          <p:cNvPr id="107524" name="Picture 1">
            <a:extLst>
              <a:ext uri="{FF2B5EF4-FFF2-40B4-BE49-F238E27FC236}">
                <a16:creationId xmlns:a16="http://schemas.microsoft.com/office/drawing/2014/main" id="{A1DDC9CD-4C8A-E04B-29F1-0C40DEEA290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300192" y="1844824"/>
            <a:ext cx="2587625" cy="172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7525" name="TextBox 4">
            <a:extLst>
              <a:ext uri="{FF2B5EF4-FFF2-40B4-BE49-F238E27FC236}">
                <a16:creationId xmlns:a16="http://schemas.microsoft.com/office/drawing/2014/main" id="{439CC3F9-8868-C813-B3A6-3AD9A9C09A66}"/>
              </a:ext>
            </a:extLst>
          </p:cNvPr>
          <p:cNvSpPr txBox="1">
            <a:spLocks noChangeArrowheads="1"/>
          </p:cNvSpPr>
          <p:nvPr/>
        </p:nvSpPr>
        <p:spPr bwMode="auto">
          <a:xfrm>
            <a:off x="107950" y="6308725"/>
            <a:ext cx="65516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US" altLang="en-US" sz="1400"/>
              <a:t>Source: https://en.wikipedia.org/wiki/Intel_8086#/media/File:Intel_C8086.jpg; https://commons.wikimedia.org/wiki/File:Intel_C80286-6.jpg </a:t>
            </a:r>
            <a:endParaRPr lang="en-MY" altLang="en-US" sz="1400"/>
          </a:p>
        </p:txBody>
      </p:sp>
      <p:pic>
        <p:nvPicPr>
          <p:cNvPr id="107526" name="Picture 2">
            <a:extLst>
              <a:ext uri="{FF2B5EF4-FFF2-40B4-BE49-F238E27FC236}">
                <a16:creationId xmlns:a16="http://schemas.microsoft.com/office/drawing/2014/main" id="{98E64583-779E-00A3-F1B9-A25D0E45FF22}"/>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6300192" y="4005337"/>
            <a:ext cx="2578100" cy="1716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F2C3AB5A-F135-5A0F-E91A-DFF1ED6BD096}"/>
              </a:ext>
            </a:extLst>
          </p:cNvPr>
          <p:cNvSpPr>
            <a:spLocks noGrp="1" noChangeArrowheads="1"/>
          </p:cNvSpPr>
          <p:nvPr>
            <p:ph type="title"/>
          </p:nvPr>
        </p:nvSpPr>
        <p:spPr/>
        <p:txBody>
          <a:bodyPr/>
          <a:lstStyle/>
          <a:p>
            <a:r>
              <a:rPr lang="en-GB" altLang="en-US" dirty="0"/>
              <a:t>x86 Evolution</a:t>
            </a:r>
            <a:endParaRPr lang="en-US" altLang="en-US" dirty="0"/>
          </a:p>
        </p:txBody>
      </p:sp>
      <p:sp>
        <p:nvSpPr>
          <p:cNvPr id="108547" name="Rectangle 3">
            <a:extLst>
              <a:ext uri="{FF2B5EF4-FFF2-40B4-BE49-F238E27FC236}">
                <a16:creationId xmlns:a16="http://schemas.microsoft.com/office/drawing/2014/main" id="{A8736164-7B19-1E28-5F46-B95231D5B2EB}"/>
              </a:ext>
            </a:extLst>
          </p:cNvPr>
          <p:cNvSpPr>
            <a:spLocks noGrp="1" noChangeArrowheads="1"/>
          </p:cNvSpPr>
          <p:nvPr>
            <p:ph idx="1"/>
          </p:nvPr>
        </p:nvSpPr>
        <p:spPr>
          <a:xfrm>
            <a:off x="755650" y="1885950"/>
            <a:ext cx="7129463" cy="4783138"/>
          </a:xfrm>
        </p:spPr>
        <p:txBody>
          <a:bodyPr>
            <a:normAutofit/>
          </a:bodyPr>
          <a:lstStyle/>
          <a:p>
            <a:r>
              <a:rPr lang="en-GB" altLang="en-US" sz="2000" dirty="0"/>
              <a:t>80386 (1985)</a:t>
            </a:r>
          </a:p>
          <a:p>
            <a:pPr lvl="1"/>
            <a:r>
              <a:rPr lang="en-GB" altLang="en-US" sz="1800" dirty="0"/>
              <a:t>32 bit</a:t>
            </a:r>
          </a:p>
          <a:p>
            <a:pPr lvl="1"/>
            <a:r>
              <a:rPr lang="en-GB" altLang="en-US" sz="1800" dirty="0"/>
              <a:t>Support for </a:t>
            </a:r>
            <a:r>
              <a:rPr lang="en-GB" altLang="en-US" sz="3600" b="1" dirty="0">
                <a:solidFill>
                  <a:srgbClr val="00B0F0"/>
                </a:solidFill>
              </a:rPr>
              <a:t>multitasking</a:t>
            </a:r>
            <a:endParaRPr lang="en-GB" altLang="en-US" sz="1800" b="1" dirty="0">
              <a:solidFill>
                <a:srgbClr val="00B0F0"/>
              </a:solidFill>
            </a:endParaRPr>
          </a:p>
          <a:p>
            <a:r>
              <a:rPr lang="en-GB" altLang="en-US" sz="2000" dirty="0"/>
              <a:t>80486 (1989)</a:t>
            </a:r>
          </a:p>
          <a:p>
            <a:pPr lvl="1"/>
            <a:r>
              <a:rPr lang="en-GB" altLang="en-US" sz="1800" dirty="0"/>
              <a:t>sophisticated powerful </a:t>
            </a:r>
            <a:r>
              <a:rPr lang="en-GB" altLang="en-US" sz="3600" b="1" dirty="0">
                <a:solidFill>
                  <a:srgbClr val="FF0000"/>
                </a:solidFill>
              </a:rPr>
              <a:t>cache</a:t>
            </a:r>
            <a:r>
              <a:rPr lang="en-GB" altLang="en-US" sz="1800" dirty="0"/>
              <a:t> and </a:t>
            </a:r>
            <a:r>
              <a:rPr lang="en-GB" altLang="en-US" sz="3600" b="1" dirty="0">
                <a:solidFill>
                  <a:srgbClr val="92D050"/>
                </a:solidFill>
              </a:rPr>
              <a:t>instruction pipelining</a:t>
            </a:r>
            <a:endParaRPr lang="en-GB" altLang="en-US" sz="1800" b="1" dirty="0">
              <a:solidFill>
                <a:srgbClr val="92D050"/>
              </a:solidFill>
            </a:endParaRPr>
          </a:p>
          <a:p>
            <a:pPr lvl="1"/>
            <a:r>
              <a:rPr lang="en-GB" altLang="en-US" sz="1800" dirty="0"/>
              <a:t>built in </a:t>
            </a:r>
            <a:r>
              <a:rPr lang="en-GB" altLang="en-US" sz="3600" b="1" dirty="0">
                <a:solidFill>
                  <a:srgbClr val="FFC000"/>
                </a:solidFill>
              </a:rPr>
              <a:t>maths co-processor</a:t>
            </a:r>
            <a:endParaRPr lang="en-GB" altLang="en-US" sz="1800" b="1" dirty="0">
              <a:solidFill>
                <a:srgbClr val="FFC000"/>
              </a:solidFill>
            </a:endParaRPr>
          </a:p>
        </p:txBody>
      </p:sp>
      <p:pic>
        <p:nvPicPr>
          <p:cNvPr id="108548" name="Picture 2">
            <a:extLst>
              <a:ext uri="{FF2B5EF4-FFF2-40B4-BE49-F238E27FC236}">
                <a16:creationId xmlns:a16="http://schemas.microsoft.com/office/drawing/2014/main" id="{35A8C362-5C6E-9965-E1F6-831B58CA04C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81956" y="1196752"/>
            <a:ext cx="1635125"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49" name="TextBox 5">
            <a:extLst>
              <a:ext uri="{FF2B5EF4-FFF2-40B4-BE49-F238E27FC236}">
                <a16:creationId xmlns:a16="http://schemas.microsoft.com/office/drawing/2014/main" id="{B5E7F078-9DAF-BAEE-4B4B-E8FFB00FC225}"/>
              </a:ext>
            </a:extLst>
          </p:cNvPr>
          <p:cNvSpPr txBox="1">
            <a:spLocks noChangeArrowheads="1"/>
          </p:cNvSpPr>
          <p:nvPr/>
        </p:nvSpPr>
        <p:spPr bwMode="auto">
          <a:xfrm>
            <a:off x="107950" y="6505575"/>
            <a:ext cx="8280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US" altLang="en-US" sz="1400"/>
              <a:t>Source: https://commons.wikimedia.org/wiki/File:Intel_i486_DX_25MHz_SX328.jpg</a:t>
            </a:r>
            <a:endParaRPr lang="en-MY" altLang="en-US" sz="14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0880C1FF-0B1A-6D82-1382-D9BBF12175D0}"/>
              </a:ext>
            </a:extLst>
          </p:cNvPr>
          <p:cNvSpPr>
            <a:spLocks noGrp="1" noChangeArrowheads="1"/>
          </p:cNvSpPr>
          <p:nvPr>
            <p:ph type="title"/>
          </p:nvPr>
        </p:nvSpPr>
        <p:spPr/>
        <p:txBody>
          <a:bodyPr/>
          <a:lstStyle/>
          <a:p>
            <a:r>
              <a:rPr lang="en-GB" altLang="en-US"/>
              <a:t>x86 Evolution</a:t>
            </a:r>
            <a:endParaRPr lang="en-US" altLang="en-US"/>
          </a:p>
        </p:txBody>
      </p:sp>
      <p:sp>
        <p:nvSpPr>
          <p:cNvPr id="109571" name="Rectangle 3">
            <a:extLst>
              <a:ext uri="{FF2B5EF4-FFF2-40B4-BE49-F238E27FC236}">
                <a16:creationId xmlns:a16="http://schemas.microsoft.com/office/drawing/2014/main" id="{C9B984AB-ED37-2FE2-A5AD-7EC89A45180B}"/>
              </a:ext>
            </a:extLst>
          </p:cNvPr>
          <p:cNvSpPr>
            <a:spLocks noGrp="1" noChangeArrowheads="1"/>
          </p:cNvSpPr>
          <p:nvPr>
            <p:ph idx="1"/>
          </p:nvPr>
        </p:nvSpPr>
        <p:spPr>
          <a:xfrm>
            <a:off x="457200" y="1885950"/>
            <a:ext cx="3609975" cy="4351338"/>
          </a:xfrm>
        </p:spPr>
        <p:txBody>
          <a:bodyPr/>
          <a:lstStyle/>
          <a:p>
            <a:r>
              <a:rPr lang="en-GB" altLang="en-US" dirty="0"/>
              <a:t>Pentium (1993)</a:t>
            </a:r>
          </a:p>
          <a:p>
            <a:pPr lvl="1"/>
            <a:r>
              <a:rPr lang="en-GB" altLang="en-US" sz="3200" b="1" dirty="0">
                <a:solidFill>
                  <a:srgbClr val="FF0000"/>
                </a:solidFill>
              </a:rPr>
              <a:t>Superscalar</a:t>
            </a:r>
            <a:endParaRPr lang="en-GB" altLang="en-US" b="1" dirty="0">
              <a:solidFill>
                <a:srgbClr val="FF0000"/>
              </a:solidFill>
            </a:endParaRPr>
          </a:p>
          <a:p>
            <a:pPr lvl="1"/>
            <a:r>
              <a:rPr lang="en-GB" altLang="en-US" dirty="0"/>
              <a:t>Multiple instructions executed in parallel</a:t>
            </a:r>
            <a:endParaRPr lang="en-US" altLang="en-US" dirty="0"/>
          </a:p>
        </p:txBody>
      </p:sp>
      <p:sp>
        <p:nvSpPr>
          <p:cNvPr id="109572" name="TextBox 5">
            <a:extLst>
              <a:ext uri="{FF2B5EF4-FFF2-40B4-BE49-F238E27FC236}">
                <a16:creationId xmlns:a16="http://schemas.microsoft.com/office/drawing/2014/main" id="{344852BB-5215-9BFA-709C-A0DBE4B3C276}"/>
              </a:ext>
            </a:extLst>
          </p:cNvPr>
          <p:cNvSpPr txBox="1">
            <a:spLocks noChangeArrowheads="1"/>
          </p:cNvSpPr>
          <p:nvPr/>
        </p:nvSpPr>
        <p:spPr bwMode="auto">
          <a:xfrm>
            <a:off x="107950" y="6505575"/>
            <a:ext cx="8280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US" altLang="en-US" sz="1400"/>
              <a:t>Source: https://commons.wikimedia.org/wiki/File:Intel_Pentium_P54C_die.jpg</a:t>
            </a:r>
            <a:endParaRPr lang="en-MY" altLang="en-US" sz="1400"/>
          </a:p>
        </p:txBody>
      </p:sp>
      <p:pic>
        <p:nvPicPr>
          <p:cNvPr id="109573" name="Picture 3">
            <a:extLst>
              <a:ext uri="{FF2B5EF4-FFF2-40B4-BE49-F238E27FC236}">
                <a16:creationId xmlns:a16="http://schemas.microsoft.com/office/drawing/2014/main" id="{E7D45D30-95FA-67F0-FAF6-261E1129D37D}"/>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35155" y="4028451"/>
            <a:ext cx="1635125" cy="163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9574" name="Picture 1">
            <a:extLst>
              <a:ext uri="{FF2B5EF4-FFF2-40B4-BE49-F238E27FC236}">
                <a16:creationId xmlns:a16="http://schemas.microsoft.com/office/drawing/2014/main" id="{96730C67-B5E5-0930-0C69-87CF32CC7EF5}"/>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4256661" y="1805926"/>
            <a:ext cx="3959223" cy="365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A40923BF-D534-D8FA-C6FF-CB6FD67A3813}"/>
              </a:ext>
            </a:extLst>
          </p:cNvPr>
          <p:cNvSpPr>
            <a:spLocks noGrp="1" noChangeArrowheads="1"/>
          </p:cNvSpPr>
          <p:nvPr>
            <p:ph type="title" idx="4294967295"/>
          </p:nvPr>
        </p:nvSpPr>
        <p:spPr>
          <a:xfrm>
            <a:off x="251520" y="228600"/>
            <a:ext cx="7952680" cy="1143000"/>
          </a:xfrm>
        </p:spPr>
        <p:txBody>
          <a:bodyPr/>
          <a:lstStyle/>
          <a:p>
            <a:r>
              <a:rPr lang="en-GB" altLang="en-US" dirty="0"/>
              <a:t>x86 Evolution</a:t>
            </a:r>
          </a:p>
        </p:txBody>
      </p:sp>
      <p:sp>
        <p:nvSpPr>
          <p:cNvPr id="110595" name="Rectangle 3">
            <a:extLst>
              <a:ext uri="{FF2B5EF4-FFF2-40B4-BE49-F238E27FC236}">
                <a16:creationId xmlns:a16="http://schemas.microsoft.com/office/drawing/2014/main" id="{301EF147-1209-275A-0F4A-914701A28A6C}"/>
              </a:ext>
            </a:extLst>
          </p:cNvPr>
          <p:cNvSpPr>
            <a:spLocks noGrp="1" noChangeArrowheads="1"/>
          </p:cNvSpPr>
          <p:nvPr>
            <p:ph type="body" idx="4294967295"/>
          </p:nvPr>
        </p:nvSpPr>
        <p:spPr>
          <a:xfrm>
            <a:off x="323528" y="1885950"/>
            <a:ext cx="7855272" cy="4711700"/>
          </a:xfrm>
        </p:spPr>
        <p:txBody>
          <a:bodyPr/>
          <a:lstStyle/>
          <a:p>
            <a:pPr>
              <a:lnSpc>
                <a:spcPct val="90000"/>
              </a:lnSpc>
            </a:pPr>
            <a:r>
              <a:rPr lang="en-GB" altLang="en-US" dirty="0"/>
              <a:t>Pentium Pro (1995)</a:t>
            </a:r>
          </a:p>
          <a:p>
            <a:pPr lvl="1">
              <a:lnSpc>
                <a:spcPct val="90000"/>
              </a:lnSpc>
            </a:pPr>
            <a:r>
              <a:rPr lang="en-GB" altLang="en-US" dirty="0"/>
              <a:t>Increased superscalar organization</a:t>
            </a:r>
          </a:p>
          <a:p>
            <a:pPr lvl="1">
              <a:lnSpc>
                <a:spcPct val="90000"/>
              </a:lnSpc>
            </a:pPr>
            <a:r>
              <a:rPr lang="en-GB" altLang="en-US" dirty="0"/>
              <a:t>Aggressive register renaming</a:t>
            </a:r>
          </a:p>
          <a:p>
            <a:pPr lvl="1">
              <a:lnSpc>
                <a:spcPct val="90000"/>
              </a:lnSpc>
            </a:pPr>
            <a:r>
              <a:rPr lang="en-GB" altLang="en-US" dirty="0"/>
              <a:t>branch prediction</a:t>
            </a:r>
          </a:p>
          <a:p>
            <a:pPr lvl="1">
              <a:lnSpc>
                <a:spcPct val="90000"/>
              </a:lnSpc>
            </a:pPr>
            <a:r>
              <a:rPr lang="en-GB" altLang="en-US" dirty="0"/>
              <a:t>data flow analysis</a:t>
            </a:r>
          </a:p>
          <a:p>
            <a:pPr lvl="1">
              <a:lnSpc>
                <a:spcPct val="90000"/>
              </a:lnSpc>
            </a:pPr>
            <a:r>
              <a:rPr lang="en-GB" altLang="en-US" dirty="0"/>
              <a:t>speculative execution</a:t>
            </a:r>
          </a:p>
          <a:p>
            <a:pPr>
              <a:lnSpc>
                <a:spcPct val="90000"/>
              </a:lnSpc>
            </a:pPr>
            <a:r>
              <a:rPr lang="en-GB" altLang="en-US" dirty="0"/>
              <a:t>Pentium II (1997)</a:t>
            </a:r>
          </a:p>
          <a:p>
            <a:pPr lvl="1">
              <a:lnSpc>
                <a:spcPct val="90000"/>
              </a:lnSpc>
            </a:pPr>
            <a:r>
              <a:rPr lang="en-GB" altLang="en-US" dirty="0"/>
              <a:t>MMX technology</a:t>
            </a:r>
          </a:p>
          <a:p>
            <a:pPr lvl="1">
              <a:lnSpc>
                <a:spcPct val="90000"/>
              </a:lnSpc>
            </a:pPr>
            <a:r>
              <a:rPr lang="en-GB" altLang="en-US" dirty="0"/>
              <a:t>graphics, video &amp; audio processing</a:t>
            </a:r>
          </a:p>
          <a:p>
            <a:pPr>
              <a:lnSpc>
                <a:spcPct val="90000"/>
              </a:lnSpc>
            </a:pPr>
            <a:r>
              <a:rPr lang="en-GB" altLang="en-US" dirty="0"/>
              <a:t>Pentium III (1999)</a:t>
            </a:r>
          </a:p>
          <a:p>
            <a:pPr lvl="1">
              <a:lnSpc>
                <a:spcPct val="90000"/>
              </a:lnSpc>
            </a:pPr>
            <a:r>
              <a:rPr lang="en-GB" altLang="en-US" dirty="0"/>
              <a:t>Additional floating-point instructions for 3D graphics</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1761BCD8-6EE9-F254-BC27-26DB5E70B8E6}"/>
              </a:ext>
            </a:extLst>
          </p:cNvPr>
          <p:cNvSpPr>
            <a:spLocks noGrp="1" noChangeArrowheads="1"/>
          </p:cNvSpPr>
          <p:nvPr>
            <p:ph type="title" idx="4294967295"/>
          </p:nvPr>
        </p:nvSpPr>
        <p:spPr>
          <a:xfrm>
            <a:off x="395536" y="228600"/>
            <a:ext cx="7808664" cy="1143000"/>
          </a:xfrm>
        </p:spPr>
        <p:txBody>
          <a:bodyPr/>
          <a:lstStyle/>
          <a:p>
            <a:r>
              <a:rPr lang="en-GB" altLang="en-US" dirty="0"/>
              <a:t>x86 Evolution</a:t>
            </a:r>
          </a:p>
        </p:txBody>
      </p:sp>
      <p:sp>
        <p:nvSpPr>
          <p:cNvPr id="111619" name="Rectangle 3">
            <a:extLst>
              <a:ext uri="{FF2B5EF4-FFF2-40B4-BE49-F238E27FC236}">
                <a16:creationId xmlns:a16="http://schemas.microsoft.com/office/drawing/2014/main" id="{FCD2D05A-DB16-53CE-E4D0-F9BD3FA99FEF}"/>
              </a:ext>
            </a:extLst>
          </p:cNvPr>
          <p:cNvSpPr>
            <a:spLocks noGrp="1" noChangeArrowheads="1"/>
          </p:cNvSpPr>
          <p:nvPr>
            <p:ph type="body" idx="4294967295"/>
          </p:nvPr>
        </p:nvSpPr>
        <p:spPr>
          <a:xfrm>
            <a:off x="395536" y="1885950"/>
            <a:ext cx="7783264" cy="4638675"/>
          </a:xfrm>
        </p:spPr>
        <p:txBody>
          <a:bodyPr/>
          <a:lstStyle/>
          <a:p>
            <a:r>
              <a:rPr lang="en-GB" altLang="en-US" dirty="0"/>
              <a:t>Pentium 4 (2000)</a:t>
            </a:r>
          </a:p>
          <a:p>
            <a:pPr lvl="1"/>
            <a:r>
              <a:rPr lang="en-GB" altLang="en-US" dirty="0"/>
              <a:t>Note Arabic rather than Roman numerals</a:t>
            </a:r>
          </a:p>
          <a:p>
            <a:pPr lvl="1"/>
            <a:r>
              <a:rPr lang="en-GB" altLang="en-US" dirty="0"/>
              <a:t>Further floating point and multimedia enhancements</a:t>
            </a:r>
          </a:p>
          <a:p>
            <a:r>
              <a:rPr lang="en-GB" altLang="en-US" dirty="0"/>
              <a:t>Core (2006)</a:t>
            </a:r>
          </a:p>
          <a:p>
            <a:pPr lvl="1"/>
            <a:r>
              <a:rPr lang="en-GB" altLang="en-US" dirty="0"/>
              <a:t>First x86 with </a:t>
            </a:r>
            <a:r>
              <a:rPr lang="en-GB" altLang="en-US" sz="3200" b="1" dirty="0">
                <a:solidFill>
                  <a:srgbClr val="92D050"/>
                </a:solidFill>
              </a:rPr>
              <a:t>dual core</a:t>
            </a:r>
            <a:endParaRPr lang="en-GB" altLang="en-US" b="1" dirty="0">
              <a:solidFill>
                <a:srgbClr val="92D05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8D70F33A-7184-77E4-6B2D-CB10F0A04557}"/>
              </a:ext>
            </a:extLst>
          </p:cNvPr>
          <p:cNvSpPr>
            <a:spLocks noGrp="1" noChangeArrowheads="1"/>
          </p:cNvSpPr>
          <p:nvPr>
            <p:ph type="title" idx="4294967295"/>
          </p:nvPr>
        </p:nvSpPr>
        <p:spPr>
          <a:xfrm>
            <a:off x="395536" y="228600"/>
            <a:ext cx="7808664" cy="1143000"/>
          </a:xfrm>
        </p:spPr>
        <p:txBody>
          <a:bodyPr/>
          <a:lstStyle/>
          <a:p>
            <a:r>
              <a:rPr lang="en-GB" altLang="en-US" dirty="0"/>
              <a:t>x86 Evolution</a:t>
            </a:r>
          </a:p>
        </p:txBody>
      </p:sp>
      <p:sp>
        <p:nvSpPr>
          <p:cNvPr id="112643" name="Rectangle 3">
            <a:extLst>
              <a:ext uri="{FF2B5EF4-FFF2-40B4-BE49-F238E27FC236}">
                <a16:creationId xmlns:a16="http://schemas.microsoft.com/office/drawing/2014/main" id="{559C740C-B4F5-F2C3-BBDB-545C5F6EEA69}"/>
              </a:ext>
            </a:extLst>
          </p:cNvPr>
          <p:cNvSpPr>
            <a:spLocks noGrp="1" noChangeArrowheads="1"/>
          </p:cNvSpPr>
          <p:nvPr>
            <p:ph type="body" idx="4294967295"/>
          </p:nvPr>
        </p:nvSpPr>
        <p:spPr>
          <a:xfrm>
            <a:off x="395536" y="1885950"/>
            <a:ext cx="7783264" cy="4638675"/>
          </a:xfrm>
        </p:spPr>
        <p:txBody>
          <a:bodyPr/>
          <a:lstStyle/>
          <a:p>
            <a:r>
              <a:rPr lang="en-GB" altLang="en-US" dirty="0"/>
              <a:t>Core 2 (2006)</a:t>
            </a:r>
          </a:p>
          <a:p>
            <a:pPr lvl="1"/>
            <a:r>
              <a:rPr lang="en-GB" altLang="en-US" sz="3200" b="1" dirty="0">
                <a:solidFill>
                  <a:srgbClr val="FF0000"/>
                </a:solidFill>
              </a:rPr>
              <a:t>64-bit </a:t>
            </a:r>
            <a:r>
              <a:rPr lang="en-GB" altLang="en-US" dirty="0"/>
              <a:t>architecture</a:t>
            </a:r>
          </a:p>
          <a:p>
            <a:r>
              <a:rPr lang="en-GB" altLang="en-US" dirty="0"/>
              <a:t>Core 2 Quad (2008)</a:t>
            </a:r>
          </a:p>
          <a:p>
            <a:pPr lvl="1"/>
            <a:r>
              <a:rPr lang="en-GB" altLang="en-US" dirty="0"/>
              <a:t>3GHz, 820 million transistors</a:t>
            </a:r>
          </a:p>
          <a:p>
            <a:pPr lvl="1"/>
            <a:r>
              <a:rPr lang="en-GB" altLang="en-US" sz="3200" b="1" dirty="0">
                <a:solidFill>
                  <a:srgbClr val="0099FF"/>
                </a:solidFill>
              </a:rPr>
              <a:t>Four processors </a:t>
            </a:r>
            <a:r>
              <a:rPr lang="en-GB" altLang="en-US" dirty="0"/>
              <a:t>on chip</a:t>
            </a:r>
            <a:endParaRPr lang="en-GB" altLang="en-US" sz="2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4587E-40A4-2C89-FF72-997E1D70CA44}"/>
              </a:ext>
            </a:extLst>
          </p:cNvPr>
          <p:cNvSpPr>
            <a:spLocks noGrp="1"/>
          </p:cNvSpPr>
          <p:nvPr>
            <p:ph type="title"/>
          </p:nvPr>
        </p:nvSpPr>
        <p:spPr/>
        <p:txBody>
          <a:bodyPr>
            <a:normAutofit/>
          </a:bodyPr>
          <a:lstStyle/>
          <a:p>
            <a:pPr>
              <a:defRPr/>
            </a:pPr>
            <a:r>
              <a:rPr lang="en-GB" altLang="en-US" dirty="0"/>
              <a:t>x86 Evolution</a:t>
            </a:r>
            <a:endParaRPr lang="en-US" dirty="0">
              <a:effectLst>
                <a:outerShdw blurRad="38100" dist="38100" dir="2700000" algn="tl">
                  <a:srgbClr val="000000">
                    <a:alpha val="43137"/>
                  </a:srgbClr>
                </a:outerShdw>
              </a:effectLst>
            </a:endParaRPr>
          </a:p>
        </p:txBody>
      </p:sp>
      <p:sp>
        <p:nvSpPr>
          <p:cNvPr id="15" name="Rectangle 14">
            <a:extLst>
              <a:ext uri="{FF2B5EF4-FFF2-40B4-BE49-F238E27FC236}">
                <a16:creationId xmlns:a16="http://schemas.microsoft.com/office/drawing/2014/main" id="{AFD74320-E96E-0ED7-3CAD-B1C2146832DB}"/>
              </a:ext>
            </a:extLst>
          </p:cNvPr>
          <p:cNvSpPr/>
          <p:nvPr/>
        </p:nvSpPr>
        <p:spPr>
          <a:xfrm>
            <a:off x="1619672" y="5069944"/>
            <a:ext cx="5040313" cy="522287"/>
          </a:xfrm>
          <a:prstGeom prst="rect">
            <a:avLst/>
          </a:prstGeom>
        </p:spPr>
        <p:txBody>
          <a:bodyPr>
            <a:spAutoFit/>
          </a:bodyPr>
          <a:lstStyle/>
          <a:p>
            <a:pPr algn="ctr">
              <a:defRPr/>
            </a:pPr>
            <a:r>
              <a:rPr lang="en-US" sz="2800" dirty="0">
                <a:latin typeface="+mj-lt"/>
              </a:rPr>
              <a:t>(a) 1970s Processors </a:t>
            </a:r>
            <a:endParaRPr lang="en-US" sz="2800" dirty="0">
              <a:effectLst>
                <a:outerShdw blurRad="38100" dist="38100" dir="2700000" algn="tl">
                  <a:srgbClr val="000000">
                    <a:alpha val="43137"/>
                  </a:srgbClr>
                </a:outerShdw>
              </a:effectLst>
              <a:latin typeface="+mj-lt"/>
            </a:endParaRPr>
          </a:p>
        </p:txBody>
      </p:sp>
      <p:pic>
        <p:nvPicPr>
          <p:cNvPr id="113668" name="Picture 2">
            <a:extLst>
              <a:ext uri="{FF2B5EF4-FFF2-40B4-BE49-F238E27FC236}">
                <a16:creationId xmlns:a16="http://schemas.microsoft.com/office/drawing/2014/main" id="{8782E8C8-1E46-D4A1-E20D-6FC242ABFDC3}"/>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74898" y="1864248"/>
            <a:ext cx="7985246" cy="32939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sh/>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1E04C-180B-3FCC-0AED-6786ABC6F43A}"/>
              </a:ext>
            </a:extLst>
          </p:cNvPr>
          <p:cNvSpPr>
            <a:spLocks noGrp="1"/>
          </p:cNvSpPr>
          <p:nvPr>
            <p:ph type="title"/>
          </p:nvPr>
        </p:nvSpPr>
        <p:spPr/>
        <p:txBody>
          <a:bodyPr>
            <a:normAutofit/>
          </a:bodyPr>
          <a:lstStyle/>
          <a:p>
            <a:pPr>
              <a:defRPr/>
            </a:pPr>
            <a:r>
              <a:rPr lang="en-GB" altLang="en-US" dirty="0"/>
              <a:t>x86 Evolution</a:t>
            </a:r>
            <a:endParaRPr lang="en-US" dirty="0">
              <a:effectLst>
                <a:outerShdw blurRad="38100" dist="38100" dir="2700000" algn="tl">
                  <a:srgbClr val="000000">
                    <a:alpha val="43137"/>
                  </a:srgbClr>
                </a:outerShdw>
              </a:effectLst>
            </a:endParaRPr>
          </a:p>
        </p:txBody>
      </p:sp>
      <p:sp>
        <p:nvSpPr>
          <p:cNvPr id="15" name="Rectangle 14">
            <a:extLst>
              <a:ext uri="{FF2B5EF4-FFF2-40B4-BE49-F238E27FC236}">
                <a16:creationId xmlns:a16="http://schemas.microsoft.com/office/drawing/2014/main" id="{DE2069BA-F7C4-9A18-87EE-51538743EB2A}"/>
              </a:ext>
            </a:extLst>
          </p:cNvPr>
          <p:cNvSpPr/>
          <p:nvPr/>
        </p:nvSpPr>
        <p:spPr>
          <a:xfrm>
            <a:off x="1714175" y="5579775"/>
            <a:ext cx="5040313" cy="522288"/>
          </a:xfrm>
          <a:prstGeom prst="rect">
            <a:avLst/>
          </a:prstGeom>
        </p:spPr>
        <p:txBody>
          <a:bodyPr>
            <a:spAutoFit/>
          </a:bodyPr>
          <a:lstStyle/>
          <a:p>
            <a:pPr algn="ctr">
              <a:defRPr/>
            </a:pPr>
            <a:r>
              <a:rPr lang="en-US" sz="2800" dirty="0">
                <a:latin typeface="+mj-lt"/>
              </a:rPr>
              <a:t>(b) 1980s Processors </a:t>
            </a:r>
            <a:endParaRPr lang="en-US" sz="2800" dirty="0">
              <a:effectLst>
                <a:outerShdw blurRad="38100" dist="38100" dir="2700000" algn="tl">
                  <a:srgbClr val="000000">
                    <a:alpha val="43137"/>
                  </a:srgbClr>
                </a:outerShdw>
              </a:effectLst>
              <a:latin typeface="+mj-lt"/>
            </a:endParaRPr>
          </a:p>
        </p:txBody>
      </p:sp>
      <p:pic>
        <p:nvPicPr>
          <p:cNvPr id="115716" name="Picture 3">
            <a:extLst>
              <a:ext uri="{FF2B5EF4-FFF2-40B4-BE49-F238E27FC236}">
                <a16:creationId xmlns:a16="http://schemas.microsoft.com/office/drawing/2014/main" id="{881C0343-3E20-2D35-9A57-94BD2966601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4136" y="1688258"/>
            <a:ext cx="8100392" cy="4152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sh/>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E59D10-BD6A-ED20-1910-9784D9A481A1}"/>
              </a:ext>
            </a:extLst>
          </p:cNvPr>
          <p:cNvSpPr>
            <a:spLocks noGrp="1"/>
          </p:cNvSpPr>
          <p:nvPr>
            <p:ph type="title"/>
          </p:nvPr>
        </p:nvSpPr>
        <p:spPr/>
        <p:txBody>
          <a:bodyPr>
            <a:normAutofit/>
          </a:bodyPr>
          <a:lstStyle/>
          <a:p>
            <a:pPr>
              <a:defRPr/>
            </a:pPr>
            <a:r>
              <a:rPr lang="en-GB" altLang="en-US" dirty="0"/>
              <a:t>x86 Evolution</a:t>
            </a:r>
            <a:endParaRPr lang="en-US" dirty="0">
              <a:effectLst>
                <a:outerShdw blurRad="38100" dist="38100" dir="2700000" algn="tl">
                  <a:srgbClr val="000000">
                    <a:alpha val="43137"/>
                  </a:srgbClr>
                </a:outerShdw>
              </a:effectLst>
            </a:endParaRPr>
          </a:p>
        </p:txBody>
      </p:sp>
      <p:sp>
        <p:nvSpPr>
          <p:cNvPr id="15" name="Rectangle 14">
            <a:extLst>
              <a:ext uri="{FF2B5EF4-FFF2-40B4-BE49-F238E27FC236}">
                <a16:creationId xmlns:a16="http://schemas.microsoft.com/office/drawing/2014/main" id="{B9BBC542-3AD4-8DEE-14AE-814AE75D843A}"/>
              </a:ext>
            </a:extLst>
          </p:cNvPr>
          <p:cNvSpPr/>
          <p:nvPr/>
        </p:nvSpPr>
        <p:spPr>
          <a:xfrm>
            <a:off x="1547664" y="5232315"/>
            <a:ext cx="5040313" cy="522287"/>
          </a:xfrm>
          <a:prstGeom prst="rect">
            <a:avLst/>
          </a:prstGeom>
        </p:spPr>
        <p:txBody>
          <a:bodyPr>
            <a:spAutoFit/>
          </a:bodyPr>
          <a:lstStyle/>
          <a:p>
            <a:pPr algn="ctr">
              <a:defRPr/>
            </a:pPr>
            <a:r>
              <a:rPr lang="en-US" sz="2800" dirty="0">
                <a:latin typeface="+mj-lt"/>
              </a:rPr>
              <a:t>(c) 1990s Processors </a:t>
            </a:r>
            <a:endParaRPr lang="en-US" sz="2800" dirty="0">
              <a:effectLst>
                <a:outerShdw blurRad="38100" dist="38100" dir="2700000" algn="tl">
                  <a:srgbClr val="000000">
                    <a:alpha val="43137"/>
                  </a:srgbClr>
                </a:outerShdw>
              </a:effectLst>
              <a:latin typeface="+mj-lt"/>
            </a:endParaRPr>
          </a:p>
        </p:txBody>
      </p:sp>
      <p:pic>
        <p:nvPicPr>
          <p:cNvPr id="117764" name="Picture 3">
            <a:extLst>
              <a:ext uri="{FF2B5EF4-FFF2-40B4-BE49-F238E27FC236}">
                <a16:creationId xmlns:a16="http://schemas.microsoft.com/office/drawing/2014/main" id="{4577993D-EC88-AFBD-776C-C8675BBAF56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7500" y="1811093"/>
            <a:ext cx="8028384" cy="3562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sh/>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79780-71B6-ECD6-21AF-A18DEC6C94B9}"/>
              </a:ext>
            </a:extLst>
          </p:cNvPr>
          <p:cNvSpPr>
            <a:spLocks noGrp="1"/>
          </p:cNvSpPr>
          <p:nvPr>
            <p:ph type="title"/>
          </p:nvPr>
        </p:nvSpPr>
        <p:spPr/>
        <p:txBody>
          <a:bodyPr>
            <a:normAutofit/>
          </a:bodyPr>
          <a:lstStyle/>
          <a:p>
            <a:pPr>
              <a:defRPr/>
            </a:pPr>
            <a:r>
              <a:rPr lang="en-GB" altLang="en-US" dirty="0"/>
              <a:t>x86 Evolution</a:t>
            </a:r>
            <a:endParaRPr lang="en-US" dirty="0">
              <a:effectLst>
                <a:outerShdw blurRad="38100" dist="38100" dir="2700000" algn="tl">
                  <a:srgbClr val="000000">
                    <a:alpha val="43137"/>
                  </a:srgbClr>
                </a:outerShdw>
              </a:effectLst>
            </a:endParaRPr>
          </a:p>
        </p:txBody>
      </p:sp>
      <p:sp>
        <p:nvSpPr>
          <p:cNvPr id="15" name="Rectangle 14">
            <a:extLst>
              <a:ext uri="{FF2B5EF4-FFF2-40B4-BE49-F238E27FC236}">
                <a16:creationId xmlns:a16="http://schemas.microsoft.com/office/drawing/2014/main" id="{8AE00C80-E1B4-B693-BE47-0F4327B1ADAC}"/>
              </a:ext>
            </a:extLst>
          </p:cNvPr>
          <p:cNvSpPr/>
          <p:nvPr/>
        </p:nvSpPr>
        <p:spPr>
          <a:xfrm>
            <a:off x="1691680" y="5740400"/>
            <a:ext cx="5040313" cy="523875"/>
          </a:xfrm>
          <a:prstGeom prst="rect">
            <a:avLst/>
          </a:prstGeom>
        </p:spPr>
        <p:txBody>
          <a:bodyPr>
            <a:spAutoFit/>
          </a:bodyPr>
          <a:lstStyle/>
          <a:p>
            <a:pPr algn="ctr">
              <a:defRPr/>
            </a:pPr>
            <a:r>
              <a:rPr lang="en-US" sz="2800" dirty="0">
                <a:latin typeface="+mj-lt"/>
              </a:rPr>
              <a:t>(d) Recent Processors </a:t>
            </a:r>
            <a:endParaRPr lang="en-US" sz="2800" dirty="0">
              <a:effectLst>
                <a:outerShdw blurRad="38100" dist="38100" dir="2700000" algn="tl">
                  <a:srgbClr val="000000">
                    <a:alpha val="43137"/>
                  </a:srgbClr>
                </a:outerShdw>
              </a:effectLst>
              <a:latin typeface="+mj-lt"/>
            </a:endParaRPr>
          </a:p>
        </p:txBody>
      </p:sp>
      <p:pic>
        <p:nvPicPr>
          <p:cNvPr id="119812" name="Picture 3">
            <a:extLst>
              <a:ext uri="{FF2B5EF4-FFF2-40B4-BE49-F238E27FC236}">
                <a16:creationId xmlns:a16="http://schemas.microsoft.com/office/drawing/2014/main" id="{608B8A8A-DAC8-B78E-FFD4-D4D41E2B7CE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813767"/>
            <a:ext cx="7884368" cy="4188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push/>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7FCD8B90-5415-BC06-1ACA-8231C6FFFA79}"/>
              </a:ext>
            </a:extLst>
          </p:cNvPr>
          <p:cNvSpPr>
            <a:spLocks noGrp="1" noChangeArrowheads="1"/>
          </p:cNvSpPr>
          <p:nvPr>
            <p:ph type="title"/>
          </p:nvPr>
        </p:nvSpPr>
        <p:spPr/>
        <p:txBody>
          <a:bodyPr/>
          <a:lstStyle/>
          <a:p>
            <a:r>
              <a:rPr lang="en-GB" altLang="en-US"/>
              <a:t>x86 Evolution</a:t>
            </a:r>
            <a:endParaRPr lang="en-US" altLang="en-US"/>
          </a:p>
        </p:txBody>
      </p:sp>
      <p:sp>
        <p:nvSpPr>
          <p:cNvPr id="121859" name="Rectangle 3">
            <a:extLst>
              <a:ext uri="{FF2B5EF4-FFF2-40B4-BE49-F238E27FC236}">
                <a16:creationId xmlns:a16="http://schemas.microsoft.com/office/drawing/2014/main" id="{98696368-CF2D-C14E-96E8-C88A894A59F8}"/>
              </a:ext>
            </a:extLst>
          </p:cNvPr>
          <p:cNvSpPr>
            <a:spLocks noGrp="1" noChangeArrowheads="1"/>
          </p:cNvSpPr>
          <p:nvPr>
            <p:ph idx="1"/>
          </p:nvPr>
        </p:nvSpPr>
        <p:spPr>
          <a:xfrm>
            <a:off x="946404" y="1828801"/>
            <a:ext cx="7370012" cy="4351337"/>
          </a:xfrm>
        </p:spPr>
        <p:txBody>
          <a:bodyPr>
            <a:normAutofit fontScale="92500"/>
          </a:bodyPr>
          <a:lstStyle/>
          <a:p>
            <a:r>
              <a:rPr lang="en-GB" altLang="en-US" sz="2400" dirty="0"/>
              <a:t>x86 architecture dominant </a:t>
            </a:r>
            <a:r>
              <a:rPr lang="en-GB" altLang="en-US" sz="3200" b="1" dirty="0">
                <a:solidFill>
                  <a:srgbClr val="92D050"/>
                </a:solidFill>
              </a:rPr>
              <a:t>outside embedded </a:t>
            </a:r>
            <a:r>
              <a:rPr lang="en-GB" altLang="en-US" sz="2400" dirty="0"/>
              <a:t>systems</a:t>
            </a:r>
          </a:p>
          <a:p>
            <a:r>
              <a:rPr lang="en-GB" altLang="en-US" sz="2400" dirty="0"/>
              <a:t>Organization and technology changed dramatically</a:t>
            </a:r>
          </a:p>
          <a:p>
            <a:r>
              <a:rPr lang="en-GB" altLang="en-US" sz="2400" dirty="0"/>
              <a:t>Instruction set architecture evolved with backwards compatibility</a:t>
            </a:r>
          </a:p>
          <a:p>
            <a:r>
              <a:rPr lang="en-GB" altLang="en-US" sz="2400" dirty="0"/>
              <a:t>~1 instruction per month added</a:t>
            </a:r>
          </a:p>
          <a:p>
            <a:r>
              <a:rPr lang="en-GB" altLang="en-US" sz="2400" dirty="0"/>
              <a:t>500 instructions available</a:t>
            </a:r>
          </a:p>
          <a:p>
            <a:r>
              <a:rPr lang="en-GB" altLang="en-US" sz="2400" dirty="0"/>
              <a:t>See Intel web pages for detailed information on processors</a:t>
            </a:r>
            <a:endParaRPr lang="en-US" altLang="en-US" sz="2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9143" name="Rectangle 219142">
            <a:extLst>
              <a:ext uri="{FF2B5EF4-FFF2-40B4-BE49-F238E27FC236}">
                <a16:creationId xmlns:a16="http://schemas.microsoft.com/office/drawing/2014/main" id="{CD0FF873-0D97-4AE7-A97E-539910376D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pic>
        <p:nvPicPr>
          <p:cNvPr id="219138" name="Picture 2" descr="X86 Platform Network Encyclopedia | vlr.eng.br">
            <a:extLst>
              <a:ext uri="{FF2B5EF4-FFF2-40B4-BE49-F238E27FC236}">
                <a16:creationId xmlns:a16="http://schemas.microsoft.com/office/drawing/2014/main" id="{BFE9BB68-9DF1-7A1D-77AE-74FFA1CE492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6703" b="8837"/>
          <a:stretch/>
        </p:blipFill>
        <p:spPr bwMode="auto">
          <a:xfrm>
            <a:off x="539552" y="1052736"/>
            <a:ext cx="7843579" cy="49685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032654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4">
            <a:extLst>
              <a:ext uri="{FF2B5EF4-FFF2-40B4-BE49-F238E27FC236}">
                <a16:creationId xmlns:a16="http://schemas.microsoft.com/office/drawing/2014/main" id="{7FD09296-59F3-10CA-E3B9-EC8834ED68D8}"/>
              </a:ext>
            </a:extLst>
          </p:cNvPr>
          <p:cNvSpPr>
            <a:spLocks noGrp="1" noChangeArrowheads="1"/>
          </p:cNvSpPr>
          <p:nvPr>
            <p:ph type="title"/>
          </p:nvPr>
        </p:nvSpPr>
        <p:spPr/>
        <p:txBody>
          <a:bodyPr/>
          <a:lstStyle/>
          <a:p>
            <a:r>
              <a:rPr lang="en-GB" altLang="en-US"/>
              <a:t>PowerPC</a:t>
            </a:r>
          </a:p>
        </p:txBody>
      </p:sp>
      <p:sp>
        <p:nvSpPr>
          <p:cNvPr id="122883" name="Rectangle 5">
            <a:extLst>
              <a:ext uri="{FF2B5EF4-FFF2-40B4-BE49-F238E27FC236}">
                <a16:creationId xmlns:a16="http://schemas.microsoft.com/office/drawing/2014/main" id="{551FDA04-A08B-5A15-B204-AAEC09CF50F2}"/>
              </a:ext>
            </a:extLst>
          </p:cNvPr>
          <p:cNvSpPr>
            <a:spLocks noGrp="1" noChangeArrowheads="1"/>
          </p:cNvSpPr>
          <p:nvPr>
            <p:ph idx="1"/>
          </p:nvPr>
        </p:nvSpPr>
        <p:spPr>
          <a:xfrm>
            <a:off x="946404" y="1828801"/>
            <a:ext cx="7269480" cy="4351337"/>
          </a:xfrm>
        </p:spPr>
        <p:txBody>
          <a:bodyPr/>
          <a:lstStyle/>
          <a:p>
            <a:r>
              <a:rPr lang="en-GB" altLang="en-US" dirty="0"/>
              <a:t>1975, 801 minicomputer project (IBM) </a:t>
            </a:r>
            <a:r>
              <a:rPr lang="en-GB" altLang="en-US" sz="3600" b="1" dirty="0">
                <a:solidFill>
                  <a:srgbClr val="92D050"/>
                </a:solidFill>
              </a:rPr>
              <a:t>RISC</a:t>
            </a:r>
            <a:r>
              <a:rPr lang="en-GB" altLang="en-US" dirty="0"/>
              <a:t> </a:t>
            </a:r>
          </a:p>
          <a:p>
            <a:r>
              <a:rPr lang="en-GB" altLang="en-US" dirty="0"/>
              <a:t>Berkeley RISC I processor</a:t>
            </a:r>
          </a:p>
          <a:p>
            <a:r>
              <a:rPr lang="en-GB" altLang="en-US" dirty="0"/>
              <a:t>1986, IBM commercial RISC workstation product, RT PC.</a:t>
            </a:r>
          </a:p>
          <a:p>
            <a:pPr lvl="1"/>
            <a:r>
              <a:rPr lang="en-GB" altLang="en-US" dirty="0"/>
              <a:t>Not commercial success</a:t>
            </a:r>
          </a:p>
          <a:p>
            <a:pPr lvl="1"/>
            <a:r>
              <a:rPr lang="en-GB" altLang="en-US" dirty="0"/>
              <a:t>Many rivals with comparable or better performance</a:t>
            </a:r>
          </a:p>
          <a:p>
            <a:r>
              <a:rPr lang="en-GB" altLang="en-US" dirty="0"/>
              <a:t>1990, IBM RISC System/6000</a:t>
            </a:r>
          </a:p>
          <a:p>
            <a:pPr lvl="1"/>
            <a:r>
              <a:rPr lang="en-GB" altLang="en-US" dirty="0"/>
              <a:t>RISC-like superscalar machine</a:t>
            </a:r>
          </a:p>
          <a:p>
            <a:pPr lvl="1"/>
            <a:r>
              <a:rPr lang="en-GB" altLang="en-US" dirty="0"/>
              <a:t>POWER architecture</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1B55BD4A-7431-3BD5-6854-07913E3B74F9}"/>
              </a:ext>
            </a:extLst>
          </p:cNvPr>
          <p:cNvSpPr>
            <a:spLocks noGrp="1" noChangeArrowheads="1"/>
          </p:cNvSpPr>
          <p:nvPr>
            <p:ph type="title"/>
          </p:nvPr>
        </p:nvSpPr>
        <p:spPr/>
        <p:txBody>
          <a:bodyPr/>
          <a:lstStyle/>
          <a:p>
            <a:r>
              <a:rPr lang="en-GB" altLang="en-US"/>
              <a:t>PowerPC</a:t>
            </a:r>
            <a:endParaRPr lang="en-US" altLang="en-US"/>
          </a:p>
        </p:txBody>
      </p:sp>
      <p:sp>
        <p:nvSpPr>
          <p:cNvPr id="123907" name="Rectangle 3">
            <a:extLst>
              <a:ext uri="{FF2B5EF4-FFF2-40B4-BE49-F238E27FC236}">
                <a16:creationId xmlns:a16="http://schemas.microsoft.com/office/drawing/2014/main" id="{17190A19-E2F2-3D27-CB55-A24A2F937E2B}"/>
              </a:ext>
            </a:extLst>
          </p:cNvPr>
          <p:cNvSpPr>
            <a:spLocks noGrp="1" noChangeArrowheads="1"/>
          </p:cNvSpPr>
          <p:nvPr>
            <p:ph idx="1"/>
          </p:nvPr>
        </p:nvSpPr>
        <p:spPr>
          <a:xfrm>
            <a:off x="946404" y="1828801"/>
            <a:ext cx="7370012" cy="4351337"/>
          </a:xfrm>
        </p:spPr>
        <p:txBody>
          <a:bodyPr/>
          <a:lstStyle/>
          <a:p>
            <a:r>
              <a:rPr lang="en-GB" altLang="en-US" dirty="0"/>
              <a:t>IBM alliance with Motorola (68000 microprocessors), and Apple, (used 68000 in Macintosh)</a:t>
            </a:r>
          </a:p>
          <a:p>
            <a:r>
              <a:rPr lang="en-GB" altLang="en-US" dirty="0"/>
              <a:t>Result is </a:t>
            </a:r>
            <a:r>
              <a:rPr lang="en-GB" altLang="en-US" sz="3600" b="1" dirty="0">
                <a:solidFill>
                  <a:srgbClr val="FF0000"/>
                </a:solidFill>
              </a:rPr>
              <a:t>PowerPC architecture</a:t>
            </a:r>
            <a:endParaRPr lang="en-GB" altLang="en-US" b="1" dirty="0">
              <a:solidFill>
                <a:srgbClr val="FF0000"/>
              </a:solidFill>
            </a:endParaRPr>
          </a:p>
          <a:p>
            <a:pPr lvl="1"/>
            <a:r>
              <a:rPr lang="en-GB" altLang="en-US" dirty="0"/>
              <a:t>Derived from the POWER architecture</a:t>
            </a:r>
          </a:p>
          <a:p>
            <a:pPr lvl="1"/>
            <a:r>
              <a:rPr lang="en-GB" altLang="en-US" dirty="0"/>
              <a:t>Superscalar RISC</a:t>
            </a:r>
          </a:p>
          <a:p>
            <a:pPr lvl="1"/>
            <a:r>
              <a:rPr lang="en-GB" altLang="en-US" dirty="0"/>
              <a:t>Apple Macintosh</a:t>
            </a:r>
          </a:p>
          <a:p>
            <a:pPr lvl="1"/>
            <a:r>
              <a:rPr lang="en-GB" altLang="en-US" dirty="0"/>
              <a:t>Embedded chip applications</a:t>
            </a:r>
          </a:p>
          <a:p>
            <a:endParaRPr lang="en-US" altLang="en-US"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6">
            <a:extLst>
              <a:ext uri="{FF2B5EF4-FFF2-40B4-BE49-F238E27FC236}">
                <a16:creationId xmlns:a16="http://schemas.microsoft.com/office/drawing/2014/main" id="{4FF35131-F11E-843C-B9DF-B653D697628B}"/>
              </a:ext>
            </a:extLst>
          </p:cNvPr>
          <p:cNvSpPr>
            <a:spLocks noGrp="1" noChangeArrowheads="1"/>
          </p:cNvSpPr>
          <p:nvPr>
            <p:ph type="title" idx="4294967295"/>
          </p:nvPr>
        </p:nvSpPr>
        <p:spPr>
          <a:xfrm>
            <a:off x="251520" y="228600"/>
            <a:ext cx="7952680" cy="1143000"/>
          </a:xfrm>
        </p:spPr>
        <p:txBody>
          <a:bodyPr/>
          <a:lstStyle/>
          <a:p>
            <a:r>
              <a:rPr lang="en-GB" altLang="en-US" dirty="0"/>
              <a:t>PowerPC Family</a:t>
            </a:r>
          </a:p>
        </p:txBody>
      </p:sp>
      <p:sp>
        <p:nvSpPr>
          <p:cNvPr id="124931" name="Rectangle 7">
            <a:extLst>
              <a:ext uri="{FF2B5EF4-FFF2-40B4-BE49-F238E27FC236}">
                <a16:creationId xmlns:a16="http://schemas.microsoft.com/office/drawing/2014/main" id="{FF8C3E98-9A5F-E9FF-A318-816A6A63FB63}"/>
              </a:ext>
            </a:extLst>
          </p:cNvPr>
          <p:cNvSpPr>
            <a:spLocks noGrp="1" noChangeArrowheads="1"/>
          </p:cNvSpPr>
          <p:nvPr>
            <p:ph type="body" idx="4294967295"/>
          </p:nvPr>
        </p:nvSpPr>
        <p:spPr>
          <a:xfrm>
            <a:off x="336228" y="1556792"/>
            <a:ext cx="7783264" cy="4783138"/>
          </a:xfrm>
        </p:spPr>
        <p:txBody>
          <a:bodyPr/>
          <a:lstStyle/>
          <a:p>
            <a:pPr>
              <a:lnSpc>
                <a:spcPct val="90000"/>
              </a:lnSpc>
            </a:pPr>
            <a:r>
              <a:rPr lang="en-GB" altLang="en-US" dirty="0"/>
              <a:t>601:</a:t>
            </a:r>
          </a:p>
          <a:p>
            <a:pPr lvl="1">
              <a:lnSpc>
                <a:spcPct val="90000"/>
              </a:lnSpc>
            </a:pPr>
            <a:r>
              <a:rPr lang="en-GB" altLang="en-US" dirty="0"/>
              <a:t>Quickly to market. 32-bit machine</a:t>
            </a:r>
          </a:p>
          <a:p>
            <a:pPr>
              <a:lnSpc>
                <a:spcPct val="90000"/>
              </a:lnSpc>
            </a:pPr>
            <a:r>
              <a:rPr lang="en-GB" altLang="en-US" dirty="0"/>
              <a:t>603:</a:t>
            </a:r>
          </a:p>
          <a:p>
            <a:pPr lvl="1">
              <a:lnSpc>
                <a:spcPct val="90000"/>
              </a:lnSpc>
            </a:pPr>
            <a:r>
              <a:rPr lang="en-GB" altLang="en-US" dirty="0"/>
              <a:t>Low-end desktop and portable </a:t>
            </a:r>
          </a:p>
          <a:p>
            <a:pPr lvl="1">
              <a:lnSpc>
                <a:spcPct val="90000"/>
              </a:lnSpc>
            </a:pPr>
            <a:r>
              <a:rPr lang="en-GB" altLang="en-US" dirty="0"/>
              <a:t>32-bit</a:t>
            </a:r>
          </a:p>
          <a:p>
            <a:pPr lvl="1">
              <a:lnSpc>
                <a:spcPct val="90000"/>
              </a:lnSpc>
            </a:pPr>
            <a:r>
              <a:rPr lang="en-GB" altLang="en-US" dirty="0"/>
              <a:t>Comparable performance with 601</a:t>
            </a:r>
          </a:p>
          <a:p>
            <a:pPr lvl="1">
              <a:lnSpc>
                <a:spcPct val="90000"/>
              </a:lnSpc>
            </a:pPr>
            <a:r>
              <a:rPr lang="en-GB" altLang="en-US" dirty="0"/>
              <a:t>Lower cost and more efficient implementation</a:t>
            </a:r>
          </a:p>
          <a:p>
            <a:pPr>
              <a:lnSpc>
                <a:spcPct val="90000"/>
              </a:lnSpc>
            </a:pPr>
            <a:r>
              <a:rPr lang="en-GB" altLang="en-US" dirty="0"/>
              <a:t>604:</a:t>
            </a:r>
          </a:p>
          <a:p>
            <a:pPr lvl="1">
              <a:lnSpc>
                <a:spcPct val="90000"/>
              </a:lnSpc>
            </a:pPr>
            <a:r>
              <a:rPr lang="en-GB" altLang="en-US" dirty="0"/>
              <a:t>Desktop and low-end servers</a:t>
            </a:r>
          </a:p>
          <a:p>
            <a:pPr lvl="1">
              <a:lnSpc>
                <a:spcPct val="90000"/>
              </a:lnSpc>
            </a:pPr>
            <a:r>
              <a:rPr lang="en-GB" altLang="en-US" dirty="0"/>
              <a:t>32-bit machine</a:t>
            </a:r>
          </a:p>
          <a:p>
            <a:pPr lvl="1">
              <a:lnSpc>
                <a:spcPct val="90000"/>
              </a:lnSpc>
            </a:pPr>
            <a:r>
              <a:rPr lang="en-GB" altLang="en-US" dirty="0"/>
              <a:t>Much more advanced superscalar design</a:t>
            </a:r>
          </a:p>
          <a:p>
            <a:pPr lvl="1">
              <a:lnSpc>
                <a:spcPct val="90000"/>
              </a:lnSpc>
            </a:pPr>
            <a:r>
              <a:rPr lang="en-GB" altLang="en-US" dirty="0"/>
              <a:t>Greater performance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A613E182-CBFE-0B72-26A2-AF6EA7457DDB}"/>
              </a:ext>
            </a:extLst>
          </p:cNvPr>
          <p:cNvSpPr>
            <a:spLocks noGrp="1" noChangeArrowheads="1"/>
          </p:cNvSpPr>
          <p:nvPr>
            <p:ph type="title" idx="4294967295"/>
          </p:nvPr>
        </p:nvSpPr>
        <p:spPr>
          <a:xfrm>
            <a:off x="251520" y="228600"/>
            <a:ext cx="7952680" cy="1143000"/>
          </a:xfrm>
        </p:spPr>
        <p:txBody>
          <a:bodyPr/>
          <a:lstStyle/>
          <a:p>
            <a:r>
              <a:rPr lang="en-GB" altLang="en-US" dirty="0"/>
              <a:t>PowerPC Family</a:t>
            </a:r>
          </a:p>
        </p:txBody>
      </p:sp>
      <p:sp>
        <p:nvSpPr>
          <p:cNvPr id="125955" name="Rectangle 3">
            <a:extLst>
              <a:ext uri="{FF2B5EF4-FFF2-40B4-BE49-F238E27FC236}">
                <a16:creationId xmlns:a16="http://schemas.microsoft.com/office/drawing/2014/main" id="{FCB3F704-0819-1A8A-9484-0C95902D0022}"/>
              </a:ext>
            </a:extLst>
          </p:cNvPr>
          <p:cNvSpPr>
            <a:spLocks noGrp="1" noChangeArrowheads="1"/>
          </p:cNvSpPr>
          <p:nvPr>
            <p:ph type="body" idx="4294967295"/>
          </p:nvPr>
        </p:nvSpPr>
        <p:spPr>
          <a:xfrm>
            <a:off x="372232" y="1700808"/>
            <a:ext cx="7711256" cy="4711700"/>
          </a:xfrm>
        </p:spPr>
        <p:txBody>
          <a:bodyPr/>
          <a:lstStyle/>
          <a:p>
            <a:pPr>
              <a:lnSpc>
                <a:spcPct val="90000"/>
              </a:lnSpc>
            </a:pPr>
            <a:r>
              <a:rPr lang="en-GB" altLang="en-US" dirty="0"/>
              <a:t>620:</a:t>
            </a:r>
          </a:p>
          <a:p>
            <a:pPr lvl="1">
              <a:lnSpc>
                <a:spcPct val="90000"/>
              </a:lnSpc>
            </a:pPr>
            <a:r>
              <a:rPr lang="en-GB" altLang="en-US" dirty="0"/>
              <a:t>High-end servers</a:t>
            </a:r>
          </a:p>
          <a:p>
            <a:pPr lvl="1">
              <a:lnSpc>
                <a:spcPct val="90000"/>
              </a:lnSpc>
            </a:pPr>
            <a:r>
              <a:rPr lang="en-GB" altLang="en-US" dirty="0"/>
              <a:t>64-bit architecture</a:t>
            </a:r>
          </a:p>
          <a:p>
            <a:pPr>
              <a:lnSpc>
                <a:spcPct val="90000"/>
              </a:lnSpc>
            </a:pPr>
            <a:r>
              <a:rPr lang="en-GB" altLang="en-US" dirty="0"/>
              <a:t>740/750:</a:t>
            </a:r>
          </a:p>
          <a:p>
            <a:pPr lvl="1">
              <a:lnSpc>
                <a:spcPct val="90000"/>
              </a:lnSpc>
            </a:pPr>
            <a:r>
              <a:rPr lang="en-GB" altLang="en-US" dirty="0"/>
              <a:t>Also known as G3</a:t>
            </a:r>
          </a:p>
          <a:p>
            <a:pPr lvl="1">
              <a:lnSpc>
                <a:spcPct val="90000"/>
              </a:lnSpc>
            </a:pPr>
            <a:r>
              <a:rPr lang="en-GB" altLang="en-US" dirty="0"/>
              <a:t>Two levels of cache on chip</a:t>
            </a:r>
          </a:p>
          <a:p>
            <a:pPr>
              <a:lnSpc>
                <a:spcPct val="90000"/>
              </a:lnSpc>
            </a:pPr>
            <a:r>
              <a:rPr lang="en-GB" altLang="en-US" dirty="0"/>
              <a:t>G4 (1999-2004):</a:t>
            </a:r>
          </a:p>
          <a:p>
            <a:pPr lvl="1">
              <a:lnSpc>
                <a:spcPct val="90000"/>
              </a:lnSpc>
            </a:pPr>
            <a:r>
              <a:rPr lang="en-GB" altLang="en-US" dirty="0"/>
              <a:t>Increases parallelism and internal speed</a:t>
            </a:r>
          </a:p>
          <a:p>
            <a:pPr>
              <a:lnSpc>
                <a:spcPct val="90000"/>
              </a:lnSpc>
            </a:pPr>
            <a:r>
              <a:rPr lang="en-GB" altLang="en-US" dirty="0"/>
              <a:t>G5 (2003-2006):</a:t>
            </a:r>
          </a:p>
          <a:p>
            <a:pPr lvl="1">
              <a:lnSpc>
                <a:spcPct val="90000"/>
              </a:lnSpc>
            </a:pPr>
            <a:r>
              <a:rPr lang="en-GB" altLang="en-US" dirty="0"/>
              <a:t>Improvements in parallelism and internal speed </a:t>
            </a:r>
          </a:p>
          <a:p>
            <a:pPr lvl="1">
              <a:lnSpc>
                <a:spcPct val="90000"/>
              </a:lnSpc>
            </a:pPr>
            <a:r>
              <a:rPr lang="en-GB" altLang="en-US" sz="3200" b="1" dirty="0">
                <a:solidFill>
                  <a:srgbClr val="00B0F0"/>
                </a:solidFill>
              </a:rPr>
              <a:t>64-bit</a:t>
            </a:r>
            <a:r>
              <a:rPr lang="en-GB" altLang="en-US" dirty="0"/>
              <a:t> organization</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2C778-B58A-F31F-8462-2113E4A52345}"/>
              </a:ext>
            </a:extLst>
          </p:cNvPr>
          <p:cNvSpPr>
            <a:spLocks noGrp="1"/>
          </p:cNvSpPr>
          <p:nvPr>
            <p:ph type="title"/>
          </p:nvPr>
        </p:nvSpPr>
        <p:spPr>
          <a:xfrm>
            <a:off x="946404" y="365760"/>
            <a:ext cx="7269480" cy="1325562"/>
          </a:xfrm>
        </p:spPr>
        <p:txBody>
          <a:bodyPr>
            <a:normAutofit/>
          </a:bodyPr>
          <a:lstStyle/>
          <a:p>
            <a:endParaRPr lang="en-MY"/>
          </a:p>
        </p:txBody>
      </p:sp>
      <p:sp>
        <p:nvSpPr>
          <p:cNvPr id="3" name="Content Placeholder 2">
            <a:extLst>
              <a:ext uri="{FF2B5EF4-FFF2-40B4-BE49-F238E27FC236}">
                <a16:creationId xmlns:a16="http://schemas.microsoft.com/office/drawing/2014/main" id="{682AEFAD-61E0-7BD6-D20C-606E8130D12D}"/>
              </a:ext>
            </a:extLst>
          </p:cNvPr>
          <p:cNvSpPr>
            <a:spLocks noGrp="1"/>
          </p:cNvSpPr>
          <p:nvPr>
            <p:ph idx="1"/>
          </p:nvPr>
        </p:nvSpPr>
        <p:spPr>
          <a:xfrm>
            <a:off x="946404" y="1933575"/>
            <a:ext cx="3301131" cy="4246562"/>
          </a:xfrm>
        </p:spPr>
        <p:txBody>
          <a:bodyPr>
            <a:normAutofit/>
          </a:bodyPr>
          <a:lstStyle/>
          <a:p>
            <a:r>
              <a:rPr lang="en-US" dirty="0"/>
              <a:t>Although the organization and technology of the x86 machines have changed dramatically over the decades, the instruction set architecture has evolved to remain backward compatible with earlier versions. </a:t>
            </a:r>
          </a:p>
          <a:p>
            <a:r>
              <a:rPr lang="en-US" dirty="0"/>
              <a:t> Any program written on an older version of the x86 architecture can execute on newer versions</a:t>
            </a:r>
            <a:endParaRPr lang="en-MY" dirty="0"/>
          </a:p>
        </p:txBody>
      </p:sp>
      <p:pic>
        <p:nvPicPr>
          <p:cNvPr id="5" name="Graphic 4" descr="Lightbulb and gear with solid fill">
            <a:extLst>
              <a:ext uri="{FF2B5EF4-FFF2-40B4-BE49-F238E27FC236}">
                <a16:creationId xmlns:a16="http://schemas.microsoft.com/office/drawing/2014/main" id="{899EAAD8-0E5A-7B54-9B37-7CFA16194C54}"/>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4571999" y="1950778"/>
            <a:ext cx="3605465" cy="3605465"/>
          </a:xfrm>
          <a:prstGeom prst="rect">
            <a:avLst/>
          </a:prstGeom>
        </p:spPr>
      </p:pic>
    </p:spTree>
    <p:extLst>
      <p:ext uri="{BB962C8B-B14F-4D97-AF65-F5344CB8AC3E}">
        <p14:creationId xmlns:p14="http://schemas.microsoft.com/office/powerpoint/2010/main" val="232341454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E9C1ED93-A8A5-F2A3-8A50-BC4FC81AE32D}"/>
              </a:ext>
            </a:extLst>
          </p:cNvPr>
          <p:cNvSpPr>
            <a:spLocks noGrp="1" noChangeArrowheads="1"/>
          </p:cNvSpPr>
          <p:nvPr>
            <p:ph type="title"/>
          </p:nvPr>
        </p:nvSpPr>
        <p:spPr>
          <a:xfrm>
            <a:off x="323528" y="365760"/>
            <a:ext cx="7992888" cy="1325562"/>
          </a:xfrm>
        </p:spPr>
        <p:txBody>
          <a:bodyPr/>
          <a:lstStyle/>
          <a:p>
            <a:r>
              <a:rPr lang="en-GB" altLang="en-US" dirty="0"/>
              <a:t>Embedded Systems</a:t>
            </a:r>
            <a:br>
              <a:rPr lang="en-GB" altLang="en-US" dirty="0"/>
            </a:br>
            <a:r>
              <a:rPr lang="en-GB" altLang="en-US" dirty="0"/>
              <a:t>ARM</a:t>
            </a:r>
          </a:p>
        </p:txBody>
      </p:sp>
      <p:sp>
        <p:nvSpPr>
          <p:cNvPr id="126979" name="Rectangle 3">
            <a:extLst>
              <a:ext uri="{FF2B5EF4-FFF2-40B4-BE49-F238E27FC236}">
                <a16:creationId xmlns:a16="http://schemas.microsoft.com/office/drawing/2014/main" id="{B520208B-B541-7332-5EE8-F8B28F687E60}"/>
              </a:ext>
            </a:extLst>
          </p:cNvPr>
          <p:cNvSpPr>
            <a:spLocks noGrp="1" noChangeArrowheads="1"/>
          </p:cNvSpPr>
          <p:nvPr>
            <p:ph idx="1"/>
          </p:nvPr>
        </p:nvSpPr>
        <p:spPr>
          <a:xfrm>
            <a:off x="467544" y="1828801"/>
            <a:ext cx="7748340" cy="4351337"/>
          </a:xfrm>
        </p:spPr>
        <p:txBody>
          <a:bodyPr/>
          <a:lstStyle/>
          <a:p>
            <a:r>
              <a:rPr lang="en-GB" altLang="en-US" dirty="0"/>
              <a:t>ARM evolved from </a:t>
            </a:r>
            <a:r>
              <a:rPr lang="en-GB" altLang="en-US" sz="3600" b="1" dirty="0">
                <a:solidFill>
                  <a:srgbClr val="92D050"/>
                </a:solidFill>
              </a:rPr>
              <a:t>RISC</a:t>
            </a:r>
            <a:r>
              <a:rPr lang="en-GB" altLang="en-US" dirty="0"/>
              <a:t> design</a:t>
            </a:r>
          </a:p>
          <a:p>
            <a:r>
              <a:rPr lang="en-GB" altLang="en-US" dirty="0"/>
              <a:t>Used mainly in </a:t>
            </a:r>
            <a:r>
              <a:rPr lang="en-GB" altLang="en-US" sz="3600" b="1" dirty="0">
                <a:solidFill>
                  <a:srgbClr val="FF0000"/>
                </a:solidFill>
              </a:rPr>
              <a:t>embedded</a:t>
            </a:r>
            <a:r>
              <a:rPr lang="en-GB" altLang="en-US" dirty="0"/>
              <a:t> systems</a:t>
            </a:r>
          </a:p>
          <a:p>
            <a:pPr lvl="1"/>
            <a:r>
              <a:rPr lang="en-GB" altLang="en-US" dirty="0"/>
              <a:t>Used </a:t>
            </a:r>
            <a:r>
              <a:rPr lang="en-GB" altLang="en-US" dirty="0">
                <a:highlight>
                  <a:srgbClr val="FFFF00"/>
                </a:highlight>
              </a:rPr>
              <a:t>within</a:t>
            </a:r>
            <a:r>
              <a:rPr lang="en-GB" altLang="en-US" dirty="0"/>
              <a:t> product</a:t>
            </a:r>
          </a:p>
          <a:p>
            <a:pPr lvl="1"/>
            <a:r>
              <a:rPr lang="en-GB" altLang="en-US" dirty="0"/>
              <a:t>Not general-purpose computer</a:t>
            </a:r>
          </a:p>
          <a:p>
            <a:pPr lvl="1"/>
            <a:r>
              <a:rPr lang="en-GB" altLang="en-US" dirty="0"/>
              <a:t>Dedicated function</a:t>
            </a:r>
          </a:p>
          <a:p>
            <a:pPr lvl="1"/>
            <a:r>
              <a:rPr lang="en-GB" altLang="en-US" dirty="0"/>
              <a:t>E.g. Anti-lock brakes in car, household appliances, automotive airbag </a:t>
            </a:r>
          </a:p>
          <a:p>
            <a:pPr lvl="1"/>
            <a:endParaRPr lang="en-GB"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E65CF6FD-220E-B9C4-C67B-76807F108A37}"/>
              </a:ext>
            </a:extLst>
          </p:cNvPr>
          <p:cNvSpPr>
            <a:spLocks noGrp="1" noChangeArrowheads="1"/>
          </p:cNvSpPr>
          <p:nvPr>
            <p:ph type="title"/>
          </p:nvPr>
        </p:nvSpPr>
        <p:spPr>
          <a:xfrm>
            <a:off x="323528" y="365760"/>
            <a:ext cx="7892356" cy="1325562"/>
          </a:xfrm>
        </p:spPr>
        <p:txBody>
          <a:bodyPr/>
          <a:lstStyle/>
          <a:p>
            <a:r>
              <a:rPr lang="en-GB" altLang="en-US" dirty="0"/>
              <a:t>Embedded Systems Requirements</a:t>
            </a:r>
          </a:p>
        </p:txBody>
      </p:sp>
      <p:sp>
        <p:nvSpPr>
          <p:cNvPr id="128003" name="Rectangle 3">
            <a:extLst>
              <a:ext uri="{FF2B5EF4-FFF2-40B4-BE49-F238E27FC236}">
                <a16:creationId xmlns:a16="http://schemas.microsoft.com/office/drawing/2014/main" id="{02641998-DAFC-D93D-4B74-68EC1AA56D34}"/>
              </a:ext>
            </a:extLst>
          </p:cNvPr>
          <p:cNvSpPr>
            <a:spLocks noGrp="1" noChangeArrowheads="1"/>
          </p:cNvSpPr>
          <p:nvPr>
            <p:ph idx="1"/>
          </p:nvPr>
        </p:nvSpPr>
        <p:spPr>
          <a:xfrm>
            <a:off x="539552" y="1828801"/>
            <a:ext cx="7676332" cy="4351337"/>
          </a:xfrm>
        </p:spPr>
        <p:txBody>
          <a:bodyPr/>
          <a:lstStyle/>
          <a:p>
            <a:r>
              <a:rPr lang="en-GB" altLang="en-US" dirty="0"/>
              <a:t>Different </a:t>
            </a:r>
            <a:r>
              <a:rPr lang="en-GB" altLang="en-US" sz="3600" b="1" dirty="0">
                <a:solidFill>
                  <a:srgbClr val="00B0F0"/>
                </a:solidFill>
              </a:rPr>
              <a:t>sizes</a:t>
            </a:r>
            <a:endParaRPr lang="en-GB" altLang="en-US" b="1" dirty="0">
              <a:solidFill>
                <a:srgbClr val="00B0F0"/>
              </a:solidFill>
            </a:endParaRPr>
          </a:p>
          <a:p>
            <a:pPr lvl="1"/>
            <a:r>
              <a:rPr lang="en-GB" altLang="en-US" dirty="0"/>
              <a:t>Different constraints, optimization, reuse</a:t>
            </a:r>
          </a:p>
          <a:p>
            <a:r>
              <a:rPr lang="en-GB" altLang="en-US" dirty="0"/>
              <a:t>Different </a:t>
            </a:r>
            <a:r>
              <a:rPr lang="en-GB" altLang="en-US" sz="3600" b="1" dirty="0">
                <a:solidFill>
                  <a:srgbClr val="FFC000"/>
                </a:solidFill>
              </a:rPr>
              <a:t>requirements</a:t>
            </a:r>
            <a:endParaRPr lang="en-GB" altLang="en-US" b="1" dirty="0">
              <a:solidFill>
                <a:srgbClr val="FFC000"/>
              </a:solidFill>
            </a:endParaRPr>
          </a:p>
          <a:p>
            <a:pPr lvl="1"/>
            <a:r>
              <a:rPr lang="en-GB" altLang="en-US" dirty="0"/>
              <a:t>Safety, reliability, real-time, flexibility, legislation</a:t>
            </a:r>
          </a:p>
          <a:p>
            <a:pPr lvl="1"/>
            <a:r>
              <a:rPr lang="en-GB" altLang="en-US" dirty="0"/>
              <a:t>Lifespan</a:t>
            </a:r>
          </a:p>
          <a:p>
            <a:pPr lvl="1"/>
            <a:r>
              <a:rPr lang="en-GB" altLang="en-US" dirty="0"/>
              <a:t>Environmental conditions</a:t>
            </a:r>
          </a:p>
          <a:p>
            <a:pPr lvl="1"/>
            <a:r>
              <a:rPr lang="en-GB" altLang="en-US" dirty="0"/>
              <a:t>Static v dynamic loads</a:t>
            </a:r>
          </a:p>
          <a:p>
            <a:pPr lvl="1"/>
            <a:r>
              <a:rPr lang="en-GB" altLang="en-US" dirty="0"/>
              <a:t>Slow to fast speeds</a:t>
            </a:r>
          </a:p>
          <a:p>
            <a:pPr lvl="1"/>
            <a:r>
              <a:rPr lang="en-GB" altLang="en-US" dirty="0"/>
              <a:t>Computation v I/O intensive</a:t>
            </a:r>
          </a:p>
          <a:p>
            <a:pPr lvl="1"/>
            <a:r>
              <a:rPr lang="en-GB" altLang="en-US" dirty="0"/>
              <a:t>Discrete event v continuous dynamics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B234E3B3-E3A3-630A-EADF-631813909351}"/>
              </a:ext>
            </a:extLst>
          </p:cNvPr>
          <p:cNvSpPr>
            <a:spLocks noGrp="1" noChangeArrowheads="1"/>
          </p:cNvSpPr>
          <p:nvPr>
            <p:ph type="title"/>
          </p:nvPr>
        </p:nvSpPr>
        <p:spPr>
          <a:xfrm>
            <a:off x="323528" y="365760"/>
            <a:ext cx="7892356" cy="1325562"/>
          </a:xfrm>
        </p:spPr>
        <p:txBody>
          <a:bodyPr/>
          <a:lstStyle/>
          <a:p>
            <a:r>
              <a:rPr lang="en-GB" altLang="en-US" sz="3200" dirty="0"/>
              <a:t>Possible Organization of an Embedded System</a:t>
            </a:r>
          </a:p>
        </p:txBody>
      </p:sp>
      <p:pic>
        <p:nvPicPr>
          <p:cNvPr id="3" name="Picture 2">
            <a:extLst>
              <a:ext uri="{FF2B5EF4-FFF2-40B4-BE49-F238E27FC236}">
                <a16:creationId xmlns:a16="http://schemas.microsoft.com/office/drawing/2014/main" id="{E1356BC5-DF0E-4797-B34C-0F864BC35F70}"/>
              </a:ext>
            </a:extLst>
          </p:cNvPr>
          <p:cNvPicPr>
            <a:picLocks noChangeAspect="1"/>
          </p:cNvPicPr>
          <p:nvPr/>
        </p:nvPicPr>
        <p:blipFill rotWithShape="1">
          <a:blip r:embed="rId3"/>
          <a:srcRect l="10625" r="5566"/>
          <a:stretch/>
        </p:blipFill>
        <p:spPr>
          <a:xfrm>
            <a:off x="2195736" y="1181904"/>
            <a:ext cx="5544616" cy="5310336"/>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Title 1">
            <a:extLst>
              <a:ext uri="{FF2B5EF4-FFF2-40B4-BE49-F238E27FC236}">
                <a16:creationId xmlns:a16="http://schemas.microsoft.com/office/drawing/2014/main" id="{331C729D-E065-4BF0-B6CF-CED1F3D9FD3F}"/>
              </a:ext>
            </a:extLst>
          </p:cNvPr>
          <p:cNvSpPr>
            <a:spLocks noGrp="1" noChangeArrowheads="1"/>
          </p:cNvSpPr>
          <p:nvPr>
            <p:ph type="title"/>
          </p:nvPr>
        </p:nvSpPr>
        <p:spPr/>
        <p:txBody>
          <a:bodyPr/>
          <a:lstStyle/>
          <a:p>
            <a:r>
              <a:rPr lang="en-US" altLang="en-US" dirty="0"/>
              <a:t>The Internet of Things (IoT)</a:t>
            </a:r>
            <a:endParaRPr lang="en-MY" altLang="en-US" dirty="0"/>
          </a:p>
        </p:txBody>
      </p:sp>
      <p:sp>
        <p:nvSpPr>
          <p:cNvPr id="130051" name="Content Placeholder 2">
            <a:extLst>
              <a:ext uri="{FF2B5EF4-FFF2-40B4-BE49-F238E27FC236}">
                <a16:creationId xmlns:a16="http://schemas.microsoft.com/office/drawing/2014/main" id="{B96DCFFA-E046-5011-A86D-D49D424C5491}"/>
              </a:ext>
            </a:extLst>
          </p:cNvPr>
          <p:cNvSpPr>
            <a:spLocks noGrp="1" noChangeArrowheads="1"/>
          </p:cNvSpPr>
          <p:nvPr>
            <p:ph idx="1"/>
          </p:nvPr>
        </p:nvSpPr>
        <p:spPr>
          <a:xfrm>
            <a:off x="946404" y="1828801"/>
            <a:ext cx="7153988" cy="4351337"/>
          </a:xfrm>
        </p:spPr>
        <p:txBody>
          <a:bodyPr/>
          <a:lstStyle/>
          <a:p>
            <a:r>
              <a:rPr lang="en-MY" altLang="en-US" dirty="0"/>
              <a:t>Expanding interconnection of </a:t>
            </a:r>
            <a:r>
              <a:rPr lang="en-MY" altLang="en-US" sz="3600" b="1" dirty="0">
                <a:solidFill>
                  <a:srgbClr val="92D050"/>
                </a:solidFill>
              </a:rPr>
              <a:t>smart devices</a:t>
            </a:r>
            <a:r>
              <a:rPr lang="en-MY" altLang="en-US" dirty="0"/>
              <a:t>, ranging from </a:t>
            </a:r>
            <a:r>
              <a:rPr lang="en-MY" altLang="en-US" sz="3600" b="1" dirty="0">
                <a:solidFill>
                  <a:srgbClr val="FF0000"/>
                </a:solidFill>
              </a:rPr>
              <a:t>appliances</a:t>
            </a:r>
            <a:r>
              <a:rPr lang="en-MY" altLang="en-US" dirty="0"/>
              <a:t> to tiny </a:t>
            </a:r>
            <a:r>
              <a:rPr lang="en-MY" altLang="en-US" sz="3600" b="1" dirty="0">
                <a:solidFill>
                  <a:srgbClr val="0099FF"/>
                </a:solidFill>
              </a:rPr>
              <a:t>sensors</a:t>
            </a:r>
            <a:endParaRPr lang="en-MY" altLang="en-US" b="1" dirty="0">
              <a:solidFill>
                <a:srgbClr val="0099FF"/>
              </a:solidFill>
            </a:endParaRPr>
          </a:p>
          <a:p>
            <a:r>
              <a:rPr lang="en-MY" altLang="en-US" dirty="0"/>
              <a:t>Driven by deeply embedded devices.</a:t>
            </a:r>
          </a:p>
        </p:txBody>
      </p:sp>
      <p:pic>
        <p:nvPicPr>
          <p:cNvPr id="130053" name="Picture 5" descr="What is IoT? The Internet of Things Explained - IoT Cloud Platform - IoT  Connectivity Services and Consulting - SeeControl">
            <a:extLst>
              <a:ext uri="{FF2B5EF4-FFF2-40B4-BE49-F238E27FC236}">
                <a16:creationId xmlns:a16="http://schemas.microsoft.com/office/drawing/2014/main" id="{848E241E-A0C6-10D8-3454-38438F8637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7381" y="3710628"/>
            <a:ext cx="4233011" cy="298882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03ACA-A2E1-05CC-09D2-AB04FB908469}"/>
              </a:ext>
            </a:extLst>
          </p:cNvPr>
          <p:cNvSpPr>
            <a:spLocks noGrp="1"/>
          </p:cNvSpPr>
          <p:nvPr>
            <p:ph type="title"/>
          </p:nvPr>
        </p:nvSpPr>
        <p:spPr>
          <a:xfrm>
            <a:off x="323528" y="152560"/>
            <a:ext cx="7269480" cy="1325562"/>
          </a:xfrm>
        </p:spPr>
        <p:txBody>
          <a:bodyPr/>
          <a:lstStyle/>
          <a:p>
            <a:r>
              <a:rPr lang="en-MY" dirty="0"/>
              <a:t>IoT evolution</a:t>
            </a:r>
          </a:p>
        </p:txBody>
      </p:sp>
      <p:graphicFrame>
        <p:nvGraphicFramePr>
          <p:cNvPr id="4" name="Content Placeholder 3">
            <a:extLst>
              <a:ext uri="{FF2B5EF4-FFF2-40B4-BE49-F238E27FC236}">
                <a16:creationId xmlns:a16="http://schemas.microsoft.com/office/drawing/2014/main" id="{4FBCCD0F-C03B-1E6D-78FD-3B37B78DD1A1}"/>
              </a:ext>
            </a:extLst>
          </p:cNvPr>
          <p:cNvGraphicFramePr>
            <a:graphicFrameLocks noGrp="1"/>
          </p:cNvGraphicFramePr>
          <p:nvPr>
            <p:ph idx="1"/>
            <p:extLst>
              <p:ext uri="{D42A27DB-BD31-4B8C-83A1-F6EECF244321}">
                <p14:modId xmlns:p14="http://schemas.microsoft.com/office/powerpoint/2010/main" val="321625462"/>
              </p:ext>
            </p:extLst>
          </p:nvPr>
        </p:nvGraphicFramePr>
        <p:xfrm>
          <a:off x="378920" y="430916"/>
          <a:ext cx="7892356"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7688D2EA-016E-23F3-EE41-6DBD54B5743B}"/>
              </a:ext>
            </a:extLst>
          </p:cNvPr>
          <p:cNvSpPr txBox="1"/>
          <p:nvPr/>
        </p:nvSpPr>
        <p:spPr>
          <a:xfrm>
            <a:off x="395536" y="3198168"/>
            <a:ext cx="1512168" cy="461665"/>
          </a:xfrm>
          <a:prstGeom prst="rect">
            <a:avLst/>
          </a:prstGeom>
          <a:noFill/>
        </p:spPr>
        <p:txBody>
          <a:bodyPr wrap="square" rtlCol="0">
            <a:spAutoFit/>
          </a:bodyPr>
          <a:lstStyle/>
          <a:p>
            <a:r>
              <a:rPr lang="en-MY" sz="1200" dirty="0"/>
              <a:t>PCs, servers, routers, firewalls </a:t>
            </a:r>
          </a:p>
        </p:txBody>
      </p:sp>
      <p:sp>
        <p:nvSpPr>
          <p:cNvPr id="6" name="TextBox 5">
            <a:extLst>
              <a:ext uri="{FF2B5EF4-FFF2-40B4-BE49-F238E27FC236}">
                <a16:creationId xmlns:a16="http://schemas.microsoft.com/office/drawing/2014/main" id="{1ADDF0C1-80BC-39A4-E4A5-E0FC87BC3539}"/>
              </a:ext>
            </a:extLst>
          </p:cNvPr>
          <p:cNvSpPr txBox="1"/>
          <p:nvPr/>
        </p:nvSpPr>
        <p:spPr>
          <a:xfrm>
            <a:off x="2555776" y="3198167"/>
            <a:ext cx="1512168" cy="461665"/>
          </a:xfrm>
          <a:prstGeom prst="rect">
            <a:avLst/>
          </a:prstGeom>
          <a:noFill/>
        </p:spPr>
        <p:txBody>
          <a:bodyPr wrap="square" rtlCol="0">
            <a:spAutoFit/>
          </a:bodyPr>
          <a:lstStyle/>
          <a:p>
            <a:r>
              <a:rPr lang="en-MY" sz="1200" dirty="0"/>
              <a:t>Machines with embedded IT built </a:t>
            </a:r>
          </a:p>
        </p:txBody>
      </p:sp>
      <p:sp>
        <p:nvSpPr>
          <p:cNvPr id="7" name="TextBox 6">
            <a:extLst>
              <a:ext uri="{FF2B5EF4-FFF2-40B4-BE49-F238E27FC236}">
                <a16:creationId xmlns:a16="http://schemas.microsoft.com/office/drawing/2014/main" id="{CC02F64E-04FF-708B-74AA-D00452F18155}"/>
              </a:ext>
            </a:extLst>
          </p:cNvPr>
          <p:cNvSpPr txBox="1"/>
          <p:nvPr/>
        </p:nvSpPr>
        <p:spPr>
          <a:xfrm>
            <a:off x="4633352" y="3198167"/>
            <a:ext cx="1512168" cy="461665"/>
          </a:xfrm>
          <a:prstGeom prst="rect">
            <a:avLst/>
          </a:prstGeom>
          <a:noFill/>
        </p:spPr>
        <p:txBody>
          <a:bodyPr wrap="square" rtlCol="0">
            <a:spAutoFit/>
          </a:bodyPr>
          <a:lstStyle/>
          <a:p>
            <a:r>
              <a:rPr lang="en-MY" sz="1200" dirty="0"/>
              <a:t>Smartphones, tablets, eBook</a:t>
            </a:r>
          </a:p>
        </p:txBody>
      </p:sp>
      <p:sp>
        <p:nvSpPr>
          <p:cNvPr id="8" name="TextBox 7">
            <a:extLst>
              <a:ext uri="{FF2B5EF4-FFF2-40B4-BE49-F238E27FC236}">
                <a16:creationId xmlns:a16="http://schemas.microsoft.com/office/drawing/2014/main" id="{CD1D10B8-F811-8E27-1EED-4E8571FC25DD}"/>
              </a:ext>
            </a:extLst>
          </p:cNvPr>
          <p:cNvSpPr txBox="1"/>
          <p:nvPr/>
        </p:nvSpPr>
        <p:spPr>
          <a:xfrm>
            <a:off x="6710928" y="3198167"/>
            <a:ext cx="1512168" cy="646331"/>
          </a:xfrm>
          <a:prstGeom prst="rect">
            <a:avLst/>
          </a:prstGeom>
          <a:noFill/>
        </p:spPr>
        <p:txBody>
          <a:bodyPr wrap="square" rtlCol="0">
            <a:spAutoFit/>
          </a:bodyPr>
          <a:lstStyle/>
          <a:p>
            <a:r>
              <a:rPr lang="en-MY" sz="1200" dirty="0"/>
              <a:t>Single-purpose devices bought by customers using</a:t>
            </a:r>
          </a:p>
        </p:txBody>
      </p:sp>
      <p:sp>
        <p:nvSpPr>
          <p:cNvPr id="10" name="TextBox 9">
            <a:extLst>
              <a:ext uri="{FF2B5EF4-FFF2-40B4-BE49-F238E27FC236}">
                <a16:creationId xmlns:a16="http://schemas.microsoft.com/office/drawing/2014/main" id="{CF5A04DF-8594-16BA-8987-69D5624C5AA7}"/>
              </a:ext>
            </a:extLst>
          </p:cNvPr>
          <p:cNvSpPr txBox="1"/>
          <p:nvPr/>
        </p:nvSpPr>
        <p:spPr>
          <a:xfrm>
            <a:off x="6435630" y="4116278"/>
            <a:ext cx="2062764" cy="307777"/>
          </a:xfrm>
          <a:prstGeom prst="rect">
            <a:avLst/>
          </a:prstGeom>
          <a:noFill/>
        </p:spPr>
        <p:txBody>
          <a:bodyPr wrap="square">
            <a:spAutoFit/>
          </a:bodyPr>
          <a:lstStyle/>
          <a:p>
            <a:pPr algn="ctr"/>
            <a:r>
              <a:rPr lang="en-MY" sz="1400" dirty="0"/>
              <a:t>(wireless connectivity) </a:t>
            </a:r>
          </a:p>
        </p:txBody>
      </p:sp>
      <p:sp>
        <p:nvSpPr>
          <p:cNvPr id="11" name="TextBox 10">
            <a:extLst>
              <a:ext uri="{FF2B5EF4-FFF2-40B4-BE49-F238E27FC236}">
                <a16:creationId xmlns:a16="http://schemas.microsoft.com/office/drawing/2014/main" id="{392E519C-2917-2717-0938-41072ADBA447}"/>
              </a:ext>
            </a:extLst>
          </p:cNvPr>
          <p:cNvSpPr txBox="1"/>
          <p:nvPr/>
        </p:nvSpPr>
        <p:spPr>
          <a:xfrm>
            <a:off x="4358054" y="4116277"/>
            <a:ext cx="2062764" cy="307777"/>
          </a:xfrm>
          <a:prstGeom prst="rect">
            <a:avLst/>
          </a:prstGeom>
          <a:noFill/>
        </p:spPr>
        <p:txBody>
          <a:bodyPr wrap="square">
            <a:spAutoFit/>
          </a:bodyPr>
          <a:lstStyle/>
          <a:p>
            <a:pPr algn="ctr"/>
            <a:r>
              <a:rPr lang="en-MY" sz="1400" dirty="0"/>
              <a:t>(wireless connectivity) </a:t>
            </a:r>
          </a:p>
        </p:txBody>
      </p:sp>
      <p:sp>
        <p:nvSpPr>
          <p:cNvPr id="12" name="TextBox 11">
            <a:extLst>
              <a:ext uri="{FF2B5EF4-FFF2-40B4-BE49-F238E27FC236}">
                <a16:creationId xmlns:a16="http://schemas.microsoft.com/office/drawing/2014/main" id="{856EE3C3-5467-94EB-A081-97FCAF685F84}"/>
              </a:ext>
            </a:extLst>
          </p:cNvPr>
          <p:cNvSpPr txBox="1"/>
          <p:nvPr/>
        </p:nvSpPr>
        <p:spPr>
          <a:xfrm>
            <a:off x="2278950" y="4117005"/>
            <a:ext cx="2062764" cy="307777"/>
          </a:xfrm>
          <a:prstGeom prst="rect">
            <a:avLst/>
          </a:prstGeom>
          <a:noFill/>
        </p:spPr>
        <p:txBody>
          <a:bodyPr wrap="square">
            <a:spAutoFit/>
          </a:bodyPr>
          <a:lstStyle/>
          <a:p>
            <a:pPr algn="ctr"/>
            <a:r>
              <a:rPr lang="en-MY" sz="1400" dirty="0"/>
              <a:t>(wired connectivity) </a:t>
            </a:r>
          </a:p>
        </p:txBody>
      </p:sp>
      <p:sp>
        <p:nvSpPr>
          <p:cNvPr id="13" name="TextBox 12">
            <a:extLst>
              <a:ext uri="{FF2B5EF4-FFF2-40B4-BE49-F238E27FC236}">
                <a16:creationId xmlns:a16="http://schemas.microsoft.com/office/drawing/2014/main" id="{E7678EB8-6E79-FF98-51FF-3522D5E6F8BB}"/>
              </a:ext>
            </a:extLst>
          </p:cNvPr>
          <p:cNvSpPr txBox="1"/>
          <p:nvPr/>
        </p:nvSpPr>
        <p:spPr>
          <a:xfrm>
            <a:off x="185034" y="4117005"/>
            <a:ext cx="2062764" cy="307777"/>
          </a:xfrm>
          <a:prstGeom prst="rect">
            <a:avLst/>
          </a:prstGeom>
          <a:noFill/>
        </p:spPr>
        <p:txBody>
          <a:bodyPr wrap="square">
            <a:spAutoFit/>
          </a:bodyPr>
          <a:lstStyle/>
          <a:p>
            <a:pPr algn="ctr"/>
            <a:r>
              <a:rPr lang="en-MY" sz="1400" dirty="0"/>
              <a:t>(wired connectivity) </a:t>
            </a:r>
          </a:p>
        </p:txBody>
      </p:sp>
    </p:spTree>
    <p:extLst>
      <p:ext uri="{BB962C8B-B14F-4D97-AF65-F5344CB8AC3E}">
        <p14:creationId xmlns:p14="http://schemas.microsoft.com/office/powerpoint/2010/main" val="3757611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31649119-E189-3003-102E-A56F5390D9F9}"/>
              </a:ext>
            </a:extLst>
          </p:cNvPr>
          <p:cNvSpPr>
            <a:spLocks noGrp="1" noChangeArrowheads="1"/>
          </p:cNvSpPr>
          <p:nvPr>
            <p:ph type="title"/>
          </p:nvPr>
        </p:nvSpPr>
        <p:spPr/>
        <p:txBody>
          <a:bodyPr/>
          <a:lstStyle/>
          <a:p>
            <a:r>
              <a:rPr lang="en-GB" altLang="en-US"/>
              <a:t>ARM Evolution</a:t>
            </a:r>
          </a:p>
        </p:txBody>
      </p:sp>
      <p:sp>
        <p:nvSpPr>
          <p:cNvPr id="131075" name="Rectangle 3">
            <a:extLst>
              <a:ext uri="{FF2B5EF4-FFF2-40B4-BE49-F238E27FC236}">
                <a16:creationId xmlns:a16="http://schemas.microsoft.com/office/drawing/2014/main" id="{F5A259CE-A0EA-2508-C6F7-B4981C0AFFFB}"/>
              </a:ext>
            </a:extLst>
          </p:cNvPr>
          <p:cNvSpPr>
            <a:spLocks noGrp="1" noChangeArrowheads="1"/>
          </p:cNvSpPr>
          <p:nvPr>
            <p:ph idx="1"/>
          </p:nvPr>
        </p:nvSpPr>
        <p:spPr>
          <a:xfrm>
            <a:off x="946404" y="1828801"/>
            <a:ext cx="7269480" cy="4351337"/>
          </a:xfrm>
        </p:spPr>
        <p:txBody>
          <a:bodyPr/>
          <a:lstStyle/>
          <a:p>
            <a:r>
              <a:rPr lang="en-GB" altLang="en-US" dirty="0"/>
              <a:t>Designed by ARM Inc., Cambridge, England</a:t>
            </a:r>
          </a:p>
          <a:p>
            <a:r>
              <a:rPr lang="en-GB" altLang="en-US" dirty="0"/>
              <a:t>Licensed to manufacturers</a:t>
            </a:r>
          </a:p>
          <a:p>
            <a:r>
              <a:rPr lang="en-GB" altLang="en-US" sz="3600" b="1" dirty="0">
                <a:solidFill>
                  <a:srgbClr val="92D050"/>
                </a:solidFill>
              </a:rPr>
              <a:t>High speed</a:t>
            </a:r>
            <a:r>
              <a:rPr lang="en-GB" altLang="en-US" sz="3600" b="1" dirty="0"/>
              <a:t>, </a:t>
            </a:r>
            <a:r>
              <a:rPr lang="en-GB" altLang="en-US" sz="3600" b="1" dirty="0">
                <a:solidFill>
                  <a:srgbClr val="FF0000"/>
                </a:solidFill>
              </a:rPr>
              <a:t>small die size</a:t>
            </a:r>
            <a:r>
              <a:rPr lang="en-GB" altLang="en-US" sz="3600" b="1" dirty="0"/>
              <a:t>, </a:t>
            </a:r>
            <a:r>
              <a:rPr lang="en-GB" altLang="en-US" sz="3600" b="1" dirty="0">
                <a:solidFill>
                  <a:srgbClr val="00B0F0"/>
                </a:solidFill>
              </a:rPr>
              <a:t>low power consumption</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79356C6D-5FE1-342D-3AFA-AE33501A3351}"/>
              </a:ext>
            </a:extLst>
          </p:cNvPr>
          <p:cNvSpPr>
            <a:spLocks noGrp="1" noChangeArrowheads="1"/>
          </p:cNvSpPr>
          <p:nvPr>
            <p:ph type="title"/>
          </p:nvPr>
        </p:nvSpPr>
        <p:spPr/>
        <p:txBody>
          <a:bodyPr/>
          <a:lstStyle/>
          <a:p>
            <a:r>
              <a:rPr lang="en-GB" altLang="en-US"/>
              <a:t>ARM Evolution</a:t>
            </a:r>
          </a:p>
        </p:txBody>
      </p:sp>
      <p:sp>
        <p:nvSpPr>
          <p:cNvPr id="132099" name="Rectangle 3">
            <a:extLst>
              <a:ext uri="{FF2B5EF4-FFF2-40B4-BE49-F238E27FC236}">
                <a16:creationId xmlns:a16="http://schemas.microsoft.com/office/drawing/2014/main" id="{EF38EA98-7378-34F5-5ADA-1F61F41C8BC5}"/>
              </a:ext>
            </a:extLst>
          </p:cNvPr>
          <p:cNvSpPr>
            <a:spLocks noGrp="1" noChangeArrowheads="1"/>
          </p:cNvSpPr>
          <p:nvPr>
            <p:ph idx="1"/>
          </p:nvPr>
        </p:nvSpPr>
        <p:spPr>
          <a:xfrm>
            <a:off x="946404" y="1828801"/>
            <a:ext cx="7370012" cy="4351337"/>
          </a:xfrm>
        </p:spPr>
        <p:txBody>
          <a:bodyPr/>
          <a:lstStyle/>
          <a:p>
            <a:r>
              <a:rPr lang="en-GB" altLang="en-US" sz="3600" b="1" dirty="0">
                <a:solidFill>
                  <a:srgbClr val="92D050"/>
                </a:solidFill>
              </a:rPr>
              <a:t>PDAs, handheld games, phones</a:t>
            </a:r>
            <a:endParaRPr lang="en-GB" altLang="en-US" b="1" dirty="0">
              <a:solidFill>
                <a:srgbClr val="92D050"/>
              </a:solidFill>
            </a:endParaRPr>
          </a:p>
          <a:p>
            <a:pPr lvl="1"/>
            <a:r>
              <a:rPr lang="en-GB" altLang="en-US" dirty="0"/>
              <a:t>E.g. iPod, iPhone</a:t>
            </a:r>
          </a:p>
          <a:p>
            <a:r>
              <a:rPr lang="en-GB" altLang="en-US" dirty="0"/>
              <a:t>Acorn produced ARM1 &amp; ARM2 in 1985 and ARM3 in 1989</a:t>
            </a:r>
          </a:p>
          <a:p>
            <a:r>
              <a:rPr lang="en-GB" altLang="en-US" dirty="0"/>
              <a:t>Acorn, VLSI and Apple Computer founded ARM Ltd.</a:t>
            </a:r>
          </a:p>
          <a:p>
            <a:pPr>
              <a:buFontTx/>
              <a:buNone/>
            </a:pPr>
            <a:endParaRPr lang="en-GB"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Title 1">
            <a:extLst>
              <a:ext uri="{FF2B5EF4-FFF2-40B4-BE49-F238E27FC236}">
                <a16:creationId xmlns:a16="http://schemas.microsoft.com/office/drawing/2014/main" id="{13857F8F-1B4B-AA36-BC61-5C3E168D2FCE}"/>
              </a:ext>
            </a:extLst>
          </p:cNvPr>
          <p:cNvSpPr>
            <a:spLocks noGrp="1" noChangeArrowheads="1"/>
          </p:cNvSpPr>
          <p:nvPr>
            <p:ph type="title"/>
          </p:nvPr>
        </p:nvSpPr>
        <p:spPr/>
        <p:txBody>
          <a:bodyPr/>
          <a:lstStyle/>
          <a:p>
            <a:r>
              <a:rPr lang="en-US" altLang="en-US"/>
              <a:t>ARM Products</a:t>
            </a:r>
            <a:endParaRPr lang="en-MY" altLang="en-US"/>
          </a:p>
        </p:txBody>
      </p:sp>
      <p:grpSp>
        <p:nvGrpSpPr>
          <p:cNvPr id="133123" name="Group 20">
            <a:extLst>
              <a:ext uri="{FF2B5EF4-FFF2-40B4-BE49-F238E27FC236}">
                <a16:creationId xmlns:a16="http://schemas.microsoft.com/office/drawing/2014/main" id="{FEC01A87-03F4-90A6-E763-7E8AB04DBE01}"/>
              </a:ext>
            </a:extLst>
          </p:cNvPr>
          <p:cNvGrpSpPr>
            <a:grpSpLocks/>
          </p:cNvGrpSpPr>
          <p:nvPr/>
        </p:nvGrpSpPr>
        <p:grpSpPr bwMode="auto">
          <a:xfrm>
            <a:off x="833438" y="2114550"/>
            <a:ext cx="7553325" cy="4022725"/>
            <a:chOff x="833641" y="2114700"/>
            <a:chExt cx="7553252" cy="4023215"/>
          </a:xfrm>
        </p:grpSpPr>
        <p:sp>
          <p:nvSpPr>
            <p:cNvPr id="13" name="L-Shape 12">
              <a:extLst>
                <a:ext uri="{FF2B5EF4-FFF2-40B4-BE49-F238E27FC236}">
                  <a16:creationId xmlns:a16="http://schemas.microsoft.com/office/drawing/2014/main" id="{4EBE7E74-3D47-2348-8FD7-9F5E1E2DE9BC}"/>
                </a:ext>
              </a:extLst>
            </p:cNvPr>
            <p:cNvSpPr/>
            <p:nvPr/>
          </p:nvSpPr>
          <p:spPr>
            <a:xfrm rot="5400000">
              <a:off x="1302650" y="2931723"/>
              <a:ext cx="1413047" cy="2351064"/>
            </a:xfrm>
            <a:prstGeom prst="corner">
              <a:avLst>
                <a:gd name="adj1" fmla="val 16120"/>
                <a:gd name="adj2" fmla="val 16110"/>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MY"/>
            </a:p>
          </p:txBody>
        </p:sp>
        <p:sp>
          <p:nvSpPr>
            <p:cNvPr id="14" name="Freeform: Shape 13">
              <a:extLst>
                <a:ext uri="{FF2B5EF4-FFF2-40B4-BE49-F238E27FC236}">
                  <a16:creationId xmlns:a16="http://schemas.microsoft.com/office/drawing/2014/main" id="{C4E4FEA0-9CDF-6A5B-1CAB-37147BCCE8A6}"/>
                </a:ext>
              </a:extLst>
            </p:cNvPr>
            <p:cNvSpPr/>
            <p:nvPr/>
          </p:nvSpPr>
          <p:spPr>
            <a:xfrm>
              <a:off x="1067001" y="3634123"/>
              <a:ext cx="2122467" cy="2503792"/>
            </a:xfrm>
            <a:custGeom>
              <a:avLst/>
              <a:gdLst>
                <a:gd name="connsiteX0" fmla="*/ 0 w 2122732"/>
                <a:gd name="connsiteY0" fmla="*/ 0 h 1860699"/>
                <a:gd name="connsiteX1" fmla="*/ 2122732 w 2122732"/>
                <a:gd name="connsiteY1" fmla="*/ 0 h 1860699"/>
                <a:gd name="connsiteX2" fmla="*/ 2122732 w 2122732"/>
                <a:gd name="connsiteY2" fmla="*/ 1860699 h 1860699"/>
                <a:gd name="connsiteX3" fmla="*/ 0 w 2122732"/>
                <a:gd name="connsiteY3" fmla="*/ 1860699 h 1860699"/>
                <a:gd name="connsiteX4" fmla="*/ 0 w 2122732"/>
                <a:gd name="connsiteY4" fmla="*/ 0 h 1860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2732" h="1860699">
                  <a:moveTo>
                    <a:pt x="0" y="0"/>
                  </a:moveTo>
                  <a:lnTo>
                    <a:pt x="2122732" y="0"/>
                  </a:lnTo>
                  <a:lnTo>
                    <a:pt x="2122732" y="1860699"/>
                  </a:lnTo>
                  <a:lnTo>
                    <a:pt x="0" y="186069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tIns="91440" bIns="91440"/>
            <a:lstStyle>
              <a:lvl1pPr defTabSz="1066800">
                <a:defRPr kumimoji="1" sz="2000">
                  <a:solidFill>
                    <a:schemeClr val="tx1"/>
                  </a:solidFill>
                  <a:latin typeface="Tahoma" panose="020B0604030504040204" pitchFamily="34" charset="0"/>
                </a:defRPr>
              </a:lvl1pPr>
              <a:lvl2pPr marL="171450" indent="-171450" defTabSz="1066800">
                <a:defRPr kumimoji="1" sz="2000">
                  <a:solidFill>
                    <a:schemeClr val="tx1"/>
                  </a:solidFill>
                  <a:latin typeface="Tahoma" panose="020B0604030504040204" pitchFamily="34" charset="0"/>
                </a:defRPr>
              </a:lvl2pPr>
              <a:lvl3pPr marL="1143000" indent="-228600" defTabSz="1066800">
                <a:defRPr kumimoji="1" sz="2000">
                  <a:solidFill>
                    <a:schemeClr val="tx1"/>
                  </a:solidFill>
                  <a:latin typeface="Tahoma" panose="020B0604030504040204" pitchFamily="34" charset="0"/>
                </a:defRPr>
              </a:lvl3pPr>
              <a:lvl4pPr marL="1600200" indent="-228600" defTabSz="1066800">
                <a:defRPr kumimoji="1" sz="2000">
                  <a:solidFill>
                    <a:schemeClr val="tx1"/>
                  </a:solidFill>
                  <a:latin typeface="Tahoma" panose="020B0604030504040204" pitchFamily="34" charset="0"/>
                </a:defRPr>
              </a:lvl4pPr>
              <a:lvl5pPr marL="2057400" indent="-228600" defTabSz="1066800">
                <a:defRPr kumimoji="1" sz="2000">
                  <a:solidFill>
                    <a:schemeClr val="tx1"/>
                  </a:solidFill>
                  <a:latin typeface="Tahoma" panose="020B0604030504040204" pitchFamily="34" charset="0"/>
                </a:defRPr>
              </a:lvl5pPr>
              <a:lvl6pPr marL="2514600" indent="-228600" defTabSz="10668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defTabSz="10668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defTabSz="10668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defTabSz="1066800" eaLnBrk="0" fontAlgn="base" hangingPunct="0">
                <a:spcBef>
                  <a:spcPct val="0"/>
                </a:spcBef>
                <a:spcAft>
                  <a:spcPct val="0"/>
                </a:spcAft>
                <a:defRPr kumimoji="1" sz="2000">
                  <a:solidFill>
                    <a:schemeClr val="tx1"/>
                  </a:solidFill>
                  <a:latin typeface="Tahoma" panose="020B0604030504040204" pitchFamily="34" charset="0"/>
                </a:defRPr>
              </a:lvl9pPr>
            </a:lstStyle>
            <a:p>
              <a:pPr>
                <a:lnSpc>
                  <a:spcPct val="90000"/>
                </a:lnSpc>
                <a:spcAft>
                  <a:spcPct val="35000"/>
                </a:spcAft>
                <a:defRPr/>
              </a:pPr>
              <a:r>
                <a:rPr lang="en-US" altLang="en-US" sz="2400"/>
                <a:t>Cortex-A</a:t>
              </a:r>
            </a:p>
            <a:p>
              <a:pPr lvl="1">
                <a:lnSpc>
                  <a:spcPct val="90000"/>
                </a:lnSpc>
                <a:spcAft>
                  <a:spcPct val="15000"/>
                </a:spcAft>
                <a:buFontTx/>
                <a:buChar char="•"/>
                <a:defRPr/>
              </a:pPr>
              <a:r>
                <a:rPr lang="en-US" altLang="en-US" sz="1900"/>
                <a:t>Cortex-A5</a:t>
              </a:r>
            </a:p>
            <a:p>
              <a:pPr lvl="1">
                <a:lnSpc>
                  <a:spcPct val="90000"/>
                </a:lnSpc>
                <a:spcAft>
                  <a:spcPct val="15000"/>
                </a:spcAft>
                <a:buFontTx/>
                <a:buChar char="•"/>
                <a:defRPr/>
              </a:pPr>
              <a:r>
                <a:rPr lang="en-US" altLang="en-US" sz="1900"/>
                <a:t>Cortex-A7</a:t>
              </a:r>
            </a:p>
            <a:p>
              <a:pPr lvl="1">
                <a:lnSpc>
                  <a:spcPct val="90000"/>
                </a:lnSpc>
                <a:spcAft>
                  <a:spcPct val="15000"/>
                </a:spcAft>
                <a:buFontTx/>
                <a:buChar char="•"/>
                <a:defRPr/>
              </a:pPr>
              <a:r>
                <a:rPr lang="en-US" altLang="en-US" sz="1900"/>
                <a:t>:</a:t>
              </a:r>
            </a:p>
            <a:p>
              <a:pPr lvl="1">
                <a:lnSpc>
                  <a:spcPct val="90000"/>
                </a:lnSpc>
                <a:spcAft>
                  <a:spcPct val="15000"/>
                </a:spcAft>
                <a:buFontTx/>
                <a:buChar char="•"/>
                <a:defRPr/>
              </a:pPr>
              <a:r>
                <a:rPr lang="en-US" altLang="en-US" sz="1900"/>
                <a:t>:</a:t>
              </a:r>
            </a:p>
            <a:p>
              <a:pPr lvl="1">
                <a:lnSpc>
                  <a:spcPct val="90000"/>
                </a:lnSpc>
                <a:spcAft>
                  <a:spcPct val="15000"/>
                </a:spcAft>
                <a:buFontTx/>
                <a:buChar char="•"/>
                <a:defRPr/>
              </a:pPr>
              <a:r>
                <a:rPr lang="en-US" altLang="en-US" sz="1900"/>
                <a:t>Cortex-A77</a:t>
              </a:r>
            </a:p>
            <a:p>
              <a:pPr lvl="1">
                <a:lnSpc>
                  <a:spcPct val="90000"/>
                </a:lnSpc>
                <a:spcAft>
                  <a:spcPct val="15000"/>
                </a:spcAft>
                <a:buFontTx/>
                <a:buChar char="•"/>
                <a:defRPr/>
              </a:pPr>
              <a:r>
                <a:rPr lang="en-US" altLang="en-US" sz="1900"/>
                <a:t>Cortex-A78</a:t>
              </a:r>
            </a:p>
          </p:txBody>
        </p:sp>
        <p:sp>
          <p:nvSpPr>
            <p:cNvPr id="15" name="Isosceles Triangle 14">
              <a:extLst>
                <a:ext uri="{FF2B5EF4-FFF2-40B4-BE49-F238E27FC236}">
                  <a16:creationId xmlns:a16="http://schemas.microsoft.com/office/drawing/2014/main" id="{58530A47-7C5D-E8BC-3BDC-2B8C8CAD7A38}"/>
                </a:ext>
              </a:extLst>
            </p:cNvPr>
            <p:cNvSpPr/>
            <p:nvPr/>
          </p:nvSpPr>
          <p:spPr>
            <a:xfrm>
              <a:off x="2789422" y="2759304"/>
              <a:ext cx="400046" cy="400099"/>
            </a:xfrm>
            <a:prstGeom prst="triangle">
              <a:avLst>
                <a:gd name="adj" fmla="val 100000"/>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MY"/>
            </a:p>
          </p:txBody>
        </p:sp>
        <p:sp>
          <p:nvSpPr>
            <p:cNvPr id="16" name="L-Shape 15">
              <a:extLst>
                <a:ext uri="{FF2B5EF4-FFF2-40B4-BE49-F238E27FC236}">
                  <a16:creationId xmlns:a16="http://schemas.microsoft.com/office/drawing/2014/main" id="{5B9E1CAE-F08C-0D98-5BC6-ECEDBB52EC6E}"/>
                </a:ext>
              </a:extLst>
            </p:cNvPr>
            <p:cNvSpPr/>
            <p:nvPr/>
          </p:nvSpPr>
          <p:spPr>
            <a:xfrm rot="5400000">
              <a:off x="3901361" y="2288708"/>
              <a:ext cx="1413047" cy="2351065"/>
            </a:xfrm>
            <a:prstGeom prst="corner">
              <a:avLst>
                <a:gd name="adj1" fmla="val 16120"/>
                <a:gd name="adj2" fmla="val 16110"/>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MY"/>
            </a:p>
          </p:txBody>
        </p:sp>
        <p:sp>
          <p:nvSpPr>
            <p:cNvPr id="17" name="Freeform: Shape 16">
              <a:extLst>
                <a:ext uri="{FF2B5EF4-FFF2-40B4-BE49-F238E27FC236}">
                  <a16:creationId xmlns:a16="http://schemas.microsoft.com/office/drawing/2014/main" id="{799653D5-8951-ACFD-078B-574CEBF62036}"/>
                </a:ext>
              </a:extLst>
            </p:cNvPr>
            <p:cNvSpPr/>
            <p:nvPr/>
          </p:nvSpPr>
          <p:spPr>
            <a:xfrm>
              <a:off x="3665714" y="2991107"/>
              <a:ext cx="2122466" cy="2503793"/>
            </a:xfrm>
            <a:custGeom>
              <a:avLst/>
              <a:gdLst>
                <a:gd name="connsiteX0" fmla="*/ 0 w 2122732"/>
                <a:gd name="connsiteY0" fmla="*/ 0 h 1860699"/>
                <a:gd name="connsiteX1" fmla="*/ 2122732 w 2122732"/>
                <a:gd name="connsiteY1" fmla="*/ 0 h 1860699"/>
                <a:gd name="connsiteX2" fmla="*/ 2122732 w 2122732"/>
                <a:gd name="connsiteY2" fmla="*/ 1860699 h 1860699"/>
                <a:gd name="connsiteX3" fmla="*/ 0 w 2122732"/>
                <a:gd name="connsiteY3" fmla="*/ 1860699 h 1860699"/>
                <a:gd name="connsiteX4" fmla="*/ 0 w 2122732"/>
                <a:gd name="connsiteY4" fmla="*/ 0 h 1860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2732" h="1860699">
                  <a:moveTo>
                    <a:pt x="0" y="0"/>
                  </a:moveTo>
                  <a:lnTo>
                    <a:pt x="2122732" y="0"/>
                  </a:lnTo>
                  <a:lnTo>
                    <a:pt x="2122732" y="1860699"/>
                  </a:lnTo>
                  <a:lnTo>
                    <a:pt x="0" y="186069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tIns="91440" bIns="91440"/>
            <a:lstStyle>
              <a:lvl1pPr defTabSz="1066800">
                <a:defRPr kumimoji="1" sz="2000">
                  <a:solidFill>
                    <a:schemeClr val="tx1"/>
                  </a:solidFill>
                  <a:latin typeface="Tahoma" panose="020B0604030504040204" pitchFamily="34" charset="0"/>
                </a:defRPr>
              </a:lvl1pPr>
              <a:lvl2pPr marL="171450" indent="-171450" defTabSz="1066800">
                <a:defRPr kumimoji="1" sz="2000">
                  <a:solidFill>
                    <a:schemeClr val="tx1"/>
                  </a:solidFill>
                  <a:latin typeface="Tahoma" panose="020B0604030504040204" pitchFamily="34" charset="0"/>
                </a:defRPr>
              </a:lvl2pPr>
              <a:lvl3pPr marL="1143000" indent="-228600" defTabSz="1066800">
                <a:defRPr kumimoji="1" sz="2000">
                  <a:solidFill>
                    <a:schemeClr val="tx1"/>
                  </a:solidFill>
                  <a:latin typeface="Tahoma" panose="020B0604030504040204" pitchFamily="34" charset="0"/>
                </a:defRPr>
              </a:lvl3pPr>
              <a:lvl4pPr marL="1600200" indent="-228600" defTabSz="1066800">
                <a:defRPr kumimoji="1" sz="2000">
                  <a:solidFill>
                    <a:schemeClr val="tx1"/>
                  </a:solidFill>
                  <a:latin typeface="Tahoma" panose="020B0604030504040204" pitchFamily="34" charset="0"/>
                </a:defRPr>
              </a:lvl4pPr>
              <a:lvl5pPr marL="2057400" indent="-228600" defTabSz="1066800">
                <a:defRPr kumimoji="1" sz="2000">
                  <a:solidFill>
                    <a:schemeClr val="tx1"/>
                  </a:solidFill>
                  <a:latin typeface="Tahoma" panose="020B0604030504040204" pitchFamily="34" charset="0"/>
                </a:defRPr>
              </a:lvl5pPr>
              <a:lvl6pPr marL="2514600" indent="-228600" defTabSz="10668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defTabSz="10668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defTabSz="10668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defTabSz="1066800" eaLnBrk="0" fontAlgn="base" hangingPunct="0">
                <a:spcBef>
                  <a:spcPct val="0"/>
                </a:spcBef>
                <a:spcAft>
                  <a:spcPct val="0"/>
                </a:spcAft>
                <a:defRPr kumimoji="1" sz="2000">
                  <a:solidFill>
                    <a:schemeClr val="tx1"/>
                  </a:solidFill>
                  <a:latin typeface="Tahoma" panose="020B0604030504040204" pitchFamily="34" charset="0"/>
                </a:defRPr>
              </a:lvl9pPr>
            </a:lstStyle>
            <a:p>
              <a:pPr>
                <a:lnSpc>
                  <a:spcPct val="90000"/>
                </a:lnSpc>
                <a:spcAft>
                  <a:spcPct val="35000"/>
                </a:spcAft>
                <a:defRPr/>
              </a:pPr>
              <a:r>
                <a:rPr lang="en-US" altLang="en-US" sz="2400" dirty="0"/>
                <a:t>Cortex-R</a:t>
              </a:r>
            </a:p>
            <a:p>
              <a:pPr lvl="1">
                <a:lnSpc>
                  <a:spcPct val="90000"/>
                </a:lnSpc>
                <a:spcAft>
                  <a:spcPct val="15000"/>
                </a:spcAft>
                <a:buFontTx/>
                <a:buChar char="•"/>
                <a:defRPr/>
              </a:pPr>
              <a:r>
                <a:rPr lang="en-US" altLang="en-US" sz="1900" dirty="0"/>
                <a:t>Cortex-R4(F)</a:t>
              </a:r>
            </a:p>
            <a:p>
              <a:pPr lvl="1">
                <a:lnSpc>
                  <a:spcPct val="90000"/>
                </a:lnSpc>
                <a:spcAft>
                  <a:spcPct val="15000"/>
                </a:spcAft>
                <a:buFontTx/>
                <a:buChar char="•"/>
                <a:defRPr/>
              </a:pPr>
              <a:r>
                <a:rPr lang="en-US" altLang="en-US" sz="1900" dirty="0"/>
                <a:t>Cortex-R5(F)</a:t>
              </a:r>
            </a:p>
            <a:p>
              <a:pPr lvl="1">
                <a:lnSpc>
                  <a:spcPct val="90000"/>
                </a:lnSpc>
                <a:spcAft>
                  <a:spcPct val="15000"/>
                </a:spcAft>
                <a:buFontTx/>
                <a:buChar char="•"/>
                <a:defRPr/>
              </a:pPr>
              <a:r>
                <a:rPr lang="en-US" altLang="en-US" sz="1900" dirty="0"/>
                <a:t>:</a:t>
              </a:r>
            </a:p>
            <a:p>
              <a:pPr lvl="1">
                <a:lnSpc>
                  <a:spcPct val="90000"/>
                </a:lnSpc>
                <a:spcAft>
                  <a:spcPct val="15000"/>
                </a:spcAft>
                <a:buFontTx/>
                <a:buChar char="•"/>
                <a:defRPr/>
              </a:pPr>
              <a:r>
                <a:rPr lang="en-US" altLang="en-US" sz="1900" dirty="0"/>
                <a:t>:</a:t>
              </a:r>
            </a:p>
            <a:p>
              <a:pPr lvl="1">
                <a:lnSpc>
                  <a:spcPct val="90000"/>
                </a:lnSpc>
                <a:spcAft>
                  <a:spcPct val="15000"/>
                </a:spcAft>
                <a:buFontTx/>
                <a:buChar char="•"/>
                <a:defRPr/>
              </a:pPr>
              <a:r>
                <a:rPr lang="en-US" altLang="en-US" sz="1900" dirty="0"/>
                <a:t>Cortex-R52(F)</a:t>
              </a:r>
            </a:p>
            <a:p>
              <a:pPr lvl="1">
                <a:lnSpc>
                  <a:spcPct val="90000"/>
                </a:lnSpc>
                <a:spcAft>
                  <a:spcPct val="15000"/>
                </a:spcAft>
                <a:buFontTx/>
                <a:buChar char="•"/>
                <a:defRPr/>
              </a:pPr>
              <a:r>
                <a:rPr lang="en-US" altLang="en-US" sz="1900" dirty="0"/>
                <a:t>Cortex-R82(F)</a:t>
              </a:r>
            </a:p>
          </p:txBody>
        </p:sp>
        <p:sp>
          <p:nvSpPr>
            <p:cNvPr id="18" name="Isosceles Triangle 17">
              <a:extLst>
                <a:ext uri="{FF2B5EF4-FFF2-40B4-BE49-F238E27FC236}">
                  <a16:creationId xmlns:a16="http://schemas.microsoft.com/office/drawing/2014/main" id="{7DE66006-A78D-70D0-829C-E8960AF907DC}"/>
                </a:ext>
              </a:extLst>
            </p:cNvPr>
            <p:cNvSpPr/>
            <p:nvPr/>
          </p:nvSpPr>
          <p:spPr>
            <a:xfrm>
              <a:off x="5388134" y="2116288"/>
              <a:ext cx="400046" cy="400099"/>
            </a:xfrm>
            <a:prstGeom prst="triangle">
              <a:avLst>
                <a:gd name="adj" fmla="val 100000"/>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MY"/>
            </a:p>
          </p:txBody>
        </p:sp>
        <p:sp>
          <p:nvSpPr>
            <p:cNvPr id="19" name="L-Shape 18">
              <a:extLst>
                <a:ext uri="{FF2B5EF4-FFF2-40B4-BE49-F238E27FC236}">
                  <a16:creationId xmlns:a16="http://schemas.microsoft.com/office/drawing/2014/main" id="{D36EECE0-DF9B-717E-FEEB-DE6C62F936A6}"/>
                </a:ext>
              </a:extLst>
            </p:cNvPr>
            <p:cNvSpPr/>
            <p:nvPr/>
          </p:nvSpPr>
          <p:spPr>
            <a:xfrm rot="5400000">
              <a:off x="6500074" y="1645691"/>
              <a:ext cx="1413047" cy="2351064"/>
            </a:xfrm>
            <a:prstGeom prst="corner">
              <a:avLst>
                <a:gd name="adj1" fmla="val 16120"/>
                <a:gd name="adj2" fmla="val 16110"/>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MY"/>
            </a:p>
          </p:txBody>
        </p:sp>
        <p:sp>
          <p:nvSpPr>
            <p:cNvPr id="20" name="Freeform: Shape 19">
              <a:extLst>
                <a:ext uri="{FF2B5EF4-FFF2-40B4-BE49-F238E27FC236}">
                  <a16:creationId xmlns:a16="http://schemas.microsoft.com/office/drawing/2014/main" id="{B3DF491E-CF4A-A44F-A6AB-E81B98DB3352}"/>
                </a:ext>
              </a:extLst>
            </p:cNvPr>
            <p:cNvSpPr/>
            <p:nvPr/>
          </p:nvSpPr>
          <p:spPr>
            <a:xfrm>
              <a:off x="6264426" y="2348091"/>
              <a:ext cx="2122467" cy="2881663"/>
            </a:xfrm>
            <a:custGeom>
              <a:avLst/>
              <a:gdLst>
                <a:gd name="connsiteX0" fmla="*/ 0 w 2122732"/>
                <a:gd name="connsiteY0" fmla="*/ 0 h 1860699"/>
                <a:gd name="connsiteX1" fmla="*/ 2122732 w 2122732"/>
                <a:gd name="connsiteY1" fmla="*/ 0 h 1860699"/>
                <a:gd name="connsiteX2" fmla="*/ 2122732 w 2122732"/>
                <a:gd name="connsiteY2" fmla="*/ 1860699 h 1860699"/>
                <a:gd name="connsiteX3" fmla="*/ 0 w 2122732"/>
                <a:gd name="connsiteY3" fmla="*/ 1860699 h 1860699"/>
                <a:gd name="connsiteX4" fmla="*/ 0 w 2122732"/>
                <a:gd name="connsiteY4" fmla="*/ 0 h 18606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22732" h="1860699">
                  <a:moveTo>
                    <a:pt x="0" y="0"/>
                  </a:moveTo>
                  <a:lnTo>
                    <a:pt x="2122732" y="0"/>
                  </a:lnTo>
                  <a:lnTo>
                    <a:pt x="2122732" y="1860699"/>
                  </a:lnTo>
                  <a:lnTo>
                    <a:pt x="0" y="1860699"/>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tIns="91440" bIns="91440"/>
            <a:lstStyle>
              <a:lvl1pPr defTabSz="1066800">
                <a:defRPr kumimoji="1" sz="2000">
                  <a:solidFill>
                    <a:schemeClr val="tx1"/>
                  </a:solidFill>
                  <a:latin typeface="Tahoma" panose="020B0604030504040204" pitchFamily="34" charset="0"/>
                </a:defRPr>
              </a:lvl1pPr>
              <a:lvl2pPr marL="171450" indent="-171450" defTabSz="1066800">
                <a:defRPr kumimoji="1" sz="2000">
                  <a:solidFill>
                    <a:schemeClr val="tx1"/>
                  </a:solidFill>
                  <a:latin typeface="Tahoma" panose="020B0604030504040204" pitchFamily="34" charset="0"/>
                </a:defRPr>
              </a:lvl2pPr>
              <a:lvl3pPr marL="1143000" indent="-228600" defTabSz="1066800">
                <a:defRPr kumimoji="1" sz="2000">
                  <a:solidFill>
                    <a:schemeClr val="tx1"/>
                  </a:solidFill>
                  <a:latin typeface="Tahoma" panose="020B0604030504040204" pitchFamily="34" charset="0"/>
                </a:defRPr>
              </a:lvl3pPr>
              <a:lvl4pPr marL="1600200" indent="-228600" defTabSz="1066800">
                <a:defRPr kumimoji="1" sz="2000">
                  <a:solidFill>
                    <a:schemeClr val="tx1"/>
                  </a:solidFill>
                  <a:latin typeface="Tahoma" panose="020B0604030504040204" pitchFamily="34" charset="0"/>
                </a:defRPr>
              </a:lvl4pPr>
              <a:lvl5pPr marL="2057400" indent="-228600" defTabSz="1066800">
                <a:defRPr kumimoji="1" sz="2000">
                  <a:solidFill>
                    <a:schemeClr val="tx1"/>
                  </a:solidFill>
                  <a:latin typeface="Tahoma" panose="020B0604030504040204" pitchFamily="34" charset="0"/>
                </a:defRPr>
              </a:lvl5pPr>
              <a:lvl6pPr marL="2514600" indent="-228600" defTabSz="1066800" eaLnBrk="0" fontAlgn="base" hangingPunct="0">
                <a:spcBef>
                  <a:spcPct val="0"/>
                </a:spcBef>
                <a:spcAft>
                  <a:spcPct val="0"/>
                </a:spcAft>
                <a:defRPr kumimoji="1" sz="2000">
                  <a:solidFill>
                    <a:schemeClr val="tx1"/>
                  </a:solidFill>
                  <a:latin typeface="Tahoma" panose="020B0604030504040204" pitchFamily="34" charset="0"/>
                </a:defRPr>
              </a:lvl6pPr>
              <a:lvl7pPr marL="2971800" indent="-228600" defTabSz="1066800" eaLnBrk="0" fontAlgn="base" hangingPunct="0">
                <a:spcBef>
                  <a:spcPct val="0"/>
                </a:spcBef>
                <a:spcAft>
                  <a:spcPct val="0"/>
                </a:spcAft>
                <a:defRPr kumimoji="1" sz="2000">
                  <a:solidFill>
                    <a:schemeClr val="tx1"/>
                  </a:solidFill>
                  <a:latin typeface="Tahoma" panose="020B0604030504040204" pitchFamily="34" charset="0"/>
                </a:defRPr>
              </a:lvl7pPr>
              <a:lvl8pPr marL="3429000" indent="-228600" defTabSz="1066800" eaLnBrk="0" fontAlgn="base" hangingPunct="0">
                <a:spcBef>
                  <a:spcPct val="0"/>
                </a:spcBef>
                <a:spcAft>
                  <a:spcPct val="0"/>
                </a:spcAft>
                <a:defRPr kumimoji="1" sz="2000">
                  <a:solidFill>
                    <a:schemeClr val="tx1"/>
                  </a:solidFill>
                  <a:latin typeface="Tahoma" panose="020B0604030504040204" pitchFamily="34" charset="0"/>
                </a:defRPr>
              </a:lvl8pPr>
              <a:lvl9pPr marL="3886200" indent="-228600" defTabSz="1066800" eaLnBrk="0" fontAlgn="base" hangingPunct="0">
                <a:spcBef>
                  <a:spcPct val="0"/>
                </a:spcBef>
                <a:spcAft>
                  <a:spcPct val="0"/>
                </a:spcAft>
                <a:defRPr kumimoji="1" sz="2000">
                  <a:solidFill>
                    <a:schemeClr val="tx1"/>
                  </a:solidFill>
                  <a:latin typeface="Tahoma" panose="020B0604030504040204" pitchFamily="34" charset="0"/>
                </a:defRPr>
              </a:lvl9pPr>
            </a:lstStyle>
            <a:p>
              <a:pPr>
                <a:lnSpc>
                  <a:spcPct val="90000"/>
                </a:lnSpc>
                <a:spcAft>
                  <a:spcPct val="35000"/>
                </a:spcAft>
                <a:defRPr/>
              </a:pPr>
              <a:r>
                <a:rPr lang="en-US" altLang="en-US" sz="2400"/>
                <a:t>Cortex-M</a:t>
              </a:r>
            </a:p>
            <a:p>
              <a:pPr lvl="1">
                <a:lnSpc>
                  <a:spcPct val="90000"/>
                </a:lnSpc>
                <a:spcAft>
                  <a:spcPct val="15000"/>
                </a:spcAft>
                <a:buFontTx/>
                <a:buChar char="•"/>
                <a:defRPr/>
              </a:pPr>
              <a:r>
                <a:rPr lang="en-US" altLang="en-US" sz="1900"/>
                <a:t>Cortex-M0</a:t>
              </a:r>
            </a:p>
            <a:p>
              <a:pPr lvl="1">
                <a:lnSpc>
                  <a:spcPct val="90000"/>
                </a:lnSpc>
                <a:spcAft>
                  <a:spcPct val="15000"/>
                </a:spcAft>
                <a:buFontTx/>
                <a:buChar char="•"/>
                <a:defRPr/>
              </a:pPr>
              <a:r>
                <a:rPr lang="en-US" altLang="en-US" sz="1900"/>
                <a:t>Cortex-M0+</a:t>
              </a:r>
            </a:p>
            <a:p>
              <a:pPr lvl="1">
                <a:lnSpc>
                  <a:spcPct val="90000"/>
                </a:lnSpc>
                <a:spcAft>
                  <a:spcPct val="15000"/>
                </a:spcAft>
                <a:buFontTx/>
                <a:buChar char="•"/>
                <a:defRPr/>
              </a:pPr>
              <a:r>
                <a:rPr lang="en-US" altLang="en-US" sz="1900"/>
                <a:t>Cortex-M3</a:t>
              </a:r>
            </a:p>
            <a:p>
              <a:pPr lvl="1">
                <a:lnSpc>
                  <a:spcPct val="90000"/>
                </a:lnSpc>
                <a:spcAft>
                  <a:spcPct val="15000"/>
                </a:spcAft>
                <a:buFontTx/>
                <a:buChar char="•"/>
                <a:defRPr/>
              </a:pPr>
              <a:r>
                <a:rPr lang="en-US" altLang="en-US" sz="1900"/>
                <a:t>Cortex-M4</a:t>
              </a:r>
            </a:p>
            <a:p>
              <a:pPr lvl="1">
                <a:lnSpc>
                  <a:spcPct val="90000"/>
                </a:lnSpc>
                <a:spcAft>
                  <a:spcPct val="15000"/>
                </a:spcAft>
                <a:buFontTx/>
                <a:buChar char="•"/>
                <a:defRPr/>
              </a:pPr>
              <a:r>
                <a:rPr lang="en-US" altLang="en-US" sz="1900"/>
                <a:t>:</a:t>
              </a:r>
            </a:p>
            <a:p>
              <a:pPr lvl="1">
                <a:lnSpc>
                  <a:spcPct val="90000"/>
                </a:lnSpc>
                <a:spcAft>
                  <a:spcPct val="15000"/>
                </a:spcAft>
                <a:buFontTx/>
                <a:buChar char="•"/>
                <a:defRPr/>
              </a:pPr>
              <a:r>
                <a:rPr lang="en-US" altLang="en-US" sz="1900"/>
                <a:t>:</a:t>
              </a:r>
            </a:p>
            <a:p>
              <a:pPr lvl="1">
                <a:lnSpc>
                  <a:spcPct val="90000"/>
                </a:lnSpc>
                <a:spcAft>
                  <a:spcPct val="15000"/>
                </a:spcAft>
                <a:buFontTx/>
                <a:buChar char="•"/>
                <a:defRPr/>
              </a:pPr>
              <a:r>
                <a:rPr lang="en-US" altLang="en-US" sz="1900"/>
                <a:t>Cortex-M55</a:t>
              </a:r>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7" name="Title 1">
            <a:extLst>
              <a:ext uri="{FF2B5EF4-FFF2-40B4-BE49-F238E27FC236}">
                <a16:creationId xmlns:a16="http://schemas.microsoft.com/office/drawing/2014/main" id="{EBD0FAA9-CFFC-894F-E164-342C3F3E1C8B}"/>
              </a:ext>
            </a:extLst>
          </p:cNvPr>
          <p:cNvSpPr>
            <a:spLocks noGrp="1" noChangeArrowheads="1"/>
          </p:cNvSpPr>
          <p:nvPr>
            <p:ph type="title"/>
          </p:nvPr>
        </p:nvSpPr>
        <p:spPr>
          <a:xfrm>
            <a:off x="107504" y="2824994"/>
            <a:ext cx="3456384" cy="1325562"/>
          </a:xfrm>
        </p:spPr>
        <p:txBody>
          <a:bodyPr>
            <a:normAutofit fontScale="90000"/>
          </a:bodyPr>
          <a:lstStyle/>
          <a:p>
            <a:r>
              <a:rPr lang="en-US" altLang="en-US" dirty="0"/>
              <a:t>ARM Cortext-M3-based Microcontroller</a:t>
            </a:r>
            <a:endParaRPr lang="en-MY" altLang="en-US" dirty="0"/>
          </a:p>
        </p:txBody>
      </p:sp>
      <p:pic>
        <p:nvPicPr>
          <p:cNvPr id="134148" name="Picture 2" descr="f16.pdf">
            <a:extLst>
              <a:ext uri="{FF2B5EF4-FFF2-40B4-BE49-F238E27FC236}">
                <a16:creationId xmlns:a16="http://schemas.microsoft.com/office/drawing/2014/main" id="{7B1AE2DA-0C52-F909-0053-A3BAA140B5AA}"/>
              </a:ext>
            </a:extLst>
          </p:cNvPr>
          <p:cNvPicPr>
            <a:picLocks noChangeAspect="1"/>
          </p:cNvPicPr>
          <p:nvPr/>
        </p:nvPicPr>
        <p:blipFill>
          <a:blip r:embed="rId2">
            <a:extLst>
              <a:ext uri="{28A0092B-C50C-407E-A947-70E740481C1C}">
                <a14:useLocalDpi xmlns:a14="http://schemas.microsoft.com/office/drawing/2010/main" val="0"/>
              </a:ext>
            </a:extLst>
          </a:blip>
          <a:srcRect l="8385" t="1749" r="4988" b="8638"/>
          <a:stretch>
            <a:fillRect/>
          </a:stretch>
        </p:blipFill>
        <p:spPr bwMode="auto">
          <a:xfrm>
            <a:off x="3694684" y="461206"/>
            <a:ext cx="4521200" cy="6053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35170" name="Picture 1">
            <a:extLst>
              <a:ext uri="{FF2B5EF4-FFF2-40B4-BE49-F238E27FC236}">
                <a16:creationId xmlns:a16="http://schemas.microsoft.com/office/drawing/2014/main" id="{7525E988-44CB-B056-3465-9CE8C8FAA1C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91624" y="3555368"/>
            <a:ext cx="2600164" cy="2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1" name="Title 1">
            <a:extLst>
              <a:ext uri="{FF2B5EF4-FFF2-40B4-BE49-F238E27FC236}">
                <a16:creationId xmlns:a16="http://schemas.microsoft.com/office/drawing/2014/main" id="{2FBE5B9F-25B9-75F1-55F6-D613DA434B69}"/>
              </a:ext>
            </a:extLst>
          </p:cNvPr>
          <p:cNvSpPr>
            <a:spLocks noGrp="1" noChangeArrowheads="1"/>
          </p:cNvSpPr>
          <p:nvPr>
            <p:ph type="title"/>
          </p:nvPr>
        </p:nvSpPr>
        <p:spPr/>
        <p:txBody>
          <a:bodyPr/>
          <a:lstStyle/>
          <a:p>
            <a:r>
              <a:rPr lang="en-US" altLang="en-US">
                <a:solidFill>
                  <a:schemeClr val="bg2"/>
                </a:solidFill>
              </a:rPr>
              <a:t>Quick Research</a:t>
            </a:r>
            <a:endParaRPr lang="en-MY" altLang="en-US">
              <a:solidFill>
                <a:schemeClr val="bg2"/>
              </a:solidFill>
            </a:endParaRPr>
          </a:p>
        </p:txBody>
      </p:sp>
      <p:grpSp>
        <p:nvGrpSpPr>
          <p:cNvPr id="135172" name="Group 1">
            <a:extLst>
              <a:ext uri="{FF2B5EF4-FFF2-40B4-BE49-F238E27FC236}">
                <a16:creationId xmlns:a16="http://schemas.microsoft.com/office/drawing/2014/main" id="{5DADED02-F526-8BFD-4A13-E66F89BEA013}"/>
              </a:ext>
            </a:extLst>
          </p:cNvPr>
          <p:cNvGrpSpPr>
            <a:grpSpLocks/>
          </p:cNvGrpSpPr>
          <p:nvPr/>
        </p:nvGrpSpPr>
        <p:grpSpPr bwMode="auto">
          <a:xfrm>
            <a:off x="107950" y="1930400"/>
            <a:ext cx="6767513" cy="3028950"/>
            <a:chOff x="108223" y="1930520"/>
            <a:chExt cx="6767315" cy="3028461"/>
          </a:xfrm>
        </p:grpSpPr>
        <p:sp>
          <p:nvSpPr>
            <p:cNvPr id="3" name="L-Shape 2">
              <a:extLst>
                <a:ext uri="{FF2B5EF4-FFF2-40B4-BE49-F238E27FC236}">
                  <a16:creationId xmlns:a16="http://schemas.microsoft.com/office/drawing/2014/main" id="{1F9CEA4A-EF77-0A15-9A8B-E5C0503AB2C7}"/>
                </a:ext>
              </a:extLst>
            </p:cNvPr>
            <p:cNvSpPr/>
            <p:nvPr/>
          </p:nvSpPr>
          <p:spPr>
            <a:xfrm rot="5400000">
              <a:off x="528188" y="2662893"/>
              <a:ext cx="1266620" cy="2106551"/>
            </a:xfrm>
            <a:prstGeom prst="corner">
              <a:avLst>
                <a:gd name="adj1" fmla="val 16120"/>
                <a:gd name="adj2" fmla="val 16110"/>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MY"/>
            </a:p>
          </p:txBody>
        </p:sp>
        <p:sp>
          <p:nvSpPr>
            <p:cNvPr id="4" name="Freeform: Shape 3">
              <a:extLst>
                <a:ext uri="{FF2B5EF4-FFF2-40B4-BE49-F238E27FC236}">
                  <a16:creationId xmlns:a16="http://schemas.microsoft.com/office/drawing/2014/main" id="{831EE6FD-AB47-4751-2691-E47C76FCEE75}"/>
                </a:ext>
              </a:extLst>
            </p:cNvPr>
            <p:cNvSpPr/>
            <p:nvPr/>
          </p:nvSpPr>
          <p:spPr>
            <a:xfrm>
              <a:off x="317767" y="3292375"/>
              <a:ext cx="1901769" cy="1666606"/>
            </a:xfrm>
            <a:custGeom>
              <a:avLst/>
              <a:gdLst>
                <a:gd name="connsiteX0" fmla="*/ 0 w 1901856"/>
                <a:gd name="connsiteY0" fmla="*/ 0 h 1667088"/>
                <a:gd name="connsiteX1" fmla="*/ 1901856 w 1901856"/>
                <a:gd name="connsiteY1" fmla="*/ 0 h 1667088"/>
                <a:gd name="connsiteX2" fmla="*/ 1901856 w 1901856"/>
                <a:gd name="connsiteY2" fmla="*/ 1667088 h 1667088"/>
                <a:gd name="connsiteX3" fmla="*/ 0 w 1901856"/>
                <a:gd name="connsiteY3" fmla="*/ 1667088 h 1667088"/>
                <a:gd name="connsiteX4" fmla="*/ 0 w 1901856"/>
                <a:gd name="connsiteY4" fmla="*/ 0 h 1667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1856" h="1667088">
                  <a:moveTo>
                    <a:pt x="0" y="0"/>
                  </a:moveTo>
                  <a:lnTo>
                    <a:pt x="1901856" y="0"/>
                  </a:lnTo>
                  <a:lnTo>
                    <a:pt x="1901856" y="1667088"/>
                  </a:lnTo>
                  <a:lnTo>
                    <a:pt x="0" y="166708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83820" tIns="83820" rIns="83820" bIns="83820" spcCol="1270"/>
            <a:lstStyle/>
            <a:p>
              <a:pPr defTabSz="977900">
                <a:lnSpc>
                  <a:spcPct val="90000"/>
                </a:lnSpc>
                <a:spcAft>
                  <a:spcPct val="35000"/>
                </a:spcAft>
                <a:defRPr/>
              </a:pPr>
              <a:r>
                <a:rPr lang="en-US" sz="2200" dirty="0">
                  <a:solidFill>
                    <a:schemeClr val="bg1"/>
                  </a:solidFill>
                </a:rPr>
                <a:t>Cortex-A</a:t>
              </a:r>
            </a:p>
          </p:txBody>
        </p:sp>
        <p:sp>
          <p:nvSpPr>
            <p:cNvPr id="7" name="Isosceles Triangle 6">
              <a:extLst>
                <a:ext uri="{FF2B5EF4-FFF2-40B4-BE49-F238E27FC236}">
                  <a16:creationId xmlns:a16="http://schemas.microsoft.com/office/drawing/2014/main" id="{BC39E56A-69E0-B966-1F19-9A6B73A637CD}"/>
                </a:ext>
              </a:extLst>
            </p:cNvPr>
            <p:cNvSpPr/>
            <p:nvPr/>
          </p:nvSpPr>
          <p:spPr>
            <a:xfrm>
              <a:off x="1860772" y="2506690"/>
              <a:ext cx="358765" cy="360304"/>
            </a:xfrm>
            <a:prstGeom prst="triangle">
              <a:avLst>
                <a:gd name="adj" fmla="val 100000"/>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MY"/>
            </a:p>
          </p:txBody>
        </p:sp>
        <p:sp>
          <p:nvSpPr>
            <p:cNvPr id="8" name="L-Shape 7">
              <a:extLst>
                <a:ext uri="{FF2B5EF4-FFF2-40B4-BE49-F238E27FC236}">
                  <a16:creationId xmlns:a16="http://schemas.microsoft.com/office/drawing/2014/main" id="{343FA693-5CAC-F2E5-9DF5-EB1F4B784688}"/>
                </a:ext>
              </a:extLst>
            </p:cNvPr>
            <p:cNvSpPr/>
            <p:nvPr/>
          </p:nvSpPr>
          <p:spPr>
            <a:xfrm rot="5400000">
              <a:off x="2856982" y="2086726"/>
              <a:ext cx="1266620" cy="2106550"/>
            </a:xfrm>
            <a:prstGeom prst="corner">
              <a:avLst>
                <a:gd name="adj1" fmla="val 16120"/>
                <a:gd name="adj2" fmla="val 16110"/>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MY"/>
            </a:p>
          </p:txBody>
        </p:sp>
        <p:sp>
          <p:nvSpPr>
            <p:cNvPr id="9" name="Freeform: Shape 8">
              <a:extLst>
                <a:ext uri="{FF2B5EF4-FFF2-40B4-BE49-F238E27FC236}">
                  <a16:creationId xmlns:a16="http://schemas.microsoft.com/office/drawing/2014/main" id="{4957A6D5-CE31-2B0A-580F-1A2A47A1F2D5}"/>
                </a:ext>
              </a:extLst>
            </p:cNvPr>
            <p:cNvSpPr/>
            <p:nvPr/>
          </p:nvSpPr>
          <p:spPr>
            <a:xfrm>
              <a:off x="2644974" y="2716206"/>
              <a:ext cx="1901769" cy="1666606"/>
            </a:xfrm>
            <a:custGeom>
              <a:avLst/>
              <a:gdLst>
                <a:gd name="connsiteX0" fmla="*/ 0 w 1901856"/>
                <a:gd name="connsiteY0" fmla="*/ 0 h 1667088"/>
                <a:gd name="connsiteX1" fmla="*/ 1901856 w 1901856"/>
                <a:gd name="connsiteY1" fmla="*/ 0 h 1667088"/>
                <a:gd name="connsiteX2" fmla="*/ 1901856 w 1901856"/>
                <a:gd name="connsiteY2" fmla="*/ 1667088 h 1667088"/>
                <a:gd name="connsiteX3" fmla="*/ 0 w 1901856"/>
                <a:gd name="connsiteY3" fmla="*/ 1667088 h 1667088"/>
                <a:gd name="connsiteX4" fmla="*/ 0 w 1901856"/>
                <a:gd name="connsiteY4" fmla="*/ 0 h 1667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1856" h="1667088">
                  <a:moveTo>
                    <a:pt x="0" y="0"/>
                  </a:moveTo>
                  <a:lnTo>
                    <a:pt x="1901856" y="0"/>
                  </a:lnTo>
                  <a:lnTo>
                    <a:pt x="1901856" y="1667088"/>
                  </a:lnTo>
                  <a:lnTo>
                    <a:pt x="0" y="166708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83820" tIns="83820" rIns="83820" bIns="83820" spcCol="1270"/>
            <a:lstStyle/>
            <a:p>
              <a:pPr defTabSz="977900">
                <a:lnSpc>
                  <a:spcPct val="90000"/>
                </a:lnSpc>
                <a:spcAft>
                  <a:spcPct val="35000"/>
                </a:spcAft>
                <a:defRPr/>
              </a:pPr>
              <a:r>
                <a:rPr lang="en-US" sz="2200" dirty="0">
                  <a:solidFill>
                    <a:schemeClr val="bg1"/>
                  </a:solidFill>
                </a:rPr>
                <a:t>Cortex-R</a:t>
              </a:r>
            </a:p>
          </p:txBody>
        </p:sp>
        <p:sp>
          <p:nvSpPr>
            <p:cNvPr id="10" name="Isosceles Triangle 9">
              <a:extLst>
                <a:ext uri="{FF2B5EF4-FFF2-40B4-BE49-F238E27FC236}">
                  <a16:creationId xmlns:a16="http://schemas.microsoft.com/office/drawing/2014/main" id="{12020C47-26DE-CF7C-DB9B-0DCBE384B4DE}"/>
                </a:ext>
              </a:extLst>
            </p:cNvPr>
            <p:cNvSpPr/>
            <p:nvPr/>
          </p:nvSpPr>
          <p:spPr>
            <a:xfrm>
              <a:off x="4187979" y="1930520"/>
              <a:ext cx="358765" cy="360305"/>
            </a:xfrm>
            <a:prstGeom prst="triangle">
              <a:avLst>
                <a:gd name="adj" fmla="val 100000"/>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MY"/>
            </a:p>
          </p:txBody>
        </p:sp>
        <p:sp>
          <p:nvSpPr>
            <p:cNvPr id="11" name="L-Shape 10">
              <a:extLst>
                <a:ext uri="{FF2B5EF4-FFF2-40B4-BE49-F238E27FC236}">
                  <a16:creationId xmlns:a16="http://schemas.microsoft.com/office/drawing/2014/main" id="{4AF747FE-10E8-7B0F-BE63-5A7EF4CABE68}"/>
                </a:ext>
              </a:extLst>
            </p:cNvPr>
            <p:cNvSpPr/>
            <p:nvPr/>
          </p:nvSpPr>
          <p:spPr>
            <a:xfrm rot="5400000">
              <a:off x="5184189" y="1510556"/>
              <a:ext cx="1266620" cy="2106550"/>
            </a:xfrm>
            <a:prstGeom prst="corner">
              <a:avLst>
                <a:gd name="adj1" fmla="val 16120"/>
                <a:gd name="adj2" fmla="val 16110"/>
              </a:avLst>
            </a:prstGeom>
          </p:spPr>
          <p:style>
            <a:lnRef idx="1">
              <a:schemeClr val="accent1">
                <a:hueOff val="0"/>
                <a:satOff val="0"/>
                <a:lumOff val="0"/>
                <a:alphaOff val="0"/>
              </a:schemeClr>
            </a:lnRef>
            <a:fillRef idx="3">
              <a:schemeClr val="accent1">
                <a:hueOff val="0"/>
                <a:satOff val="0"/>
                <a:lumOff val="0"/>
                <a:alphaOff val="0"/>
              </a:schemeClr>
            </a:fillRef>
            <a:effectRef idx="2">
              <a:schemeClr val="accent1">
                <a:hueOff val="0"/>
                <a:satOff val="0"/>
                <a:lumOff val="0"/>
                <a:alphaOff val="0"/>
              </a:schemeClr>
            </a:effectRef>
            <a:fontRef idx="minor">
              <a:schemeClr val="lt1"/>
            </a:fontRef>
          </p:style>
          <p:txBody>
            <a:bodyPr/>
            <a:lstStyle/>
            <a:p>
              <a:endParaRPr lang="en-MY"/>
            </a:p>
          </p:txBody>
        </p:sp>
        <p:sp>
          <p:nvSpPr>
            <p:cNvPr id="12" name="Freeform: Shape 11">
              <a:extLst>
                <a:ext uri="{FF2B5EF4-FFF2-40B4-BE49-F238E27FC236}">
                  <a16:creationId xmlns:a16="http://schemas.microsoft.com/office/drawing/2014/main" id="{DBD20069-0801-E928-C68E-59366A938B7A}"/>
                </a:ext>
              </a:extLst>
            </p:cNvPr>
            <p:cNvSpPr/>
            <p:nvPr/>
          </p:nvSpPr>
          <p:spPr>
            <a:xfrm>
              <a:off x="4973769" y="2140036"/>
              <a:ext cx="1901769" cy="1666606"/>
            </a:xfrm>
            <a:custGeom>
              <a:avLst/>
              <a:gdLst>
                <a:gd name="connsiteX0" fmla="*/ 0 w 1901856"/>
                <a:gd name="connsiteY0" fmla="*/ 0 h 1667088"/>
                <a:gd name="connsiteX1" fmla="*/ 1901856 w 1901856"/>
                <a:gd name="connsiteY1" fmla="*/ 0 h 1667088"/>
                <a:gd name="connsiteX2" fmla="*/ 1901856 w 1901856"/>
                <a:gd name="connsiteY2" fmla="*/ 1667088 h 1667088"/>
                <a:gd name="connsiteX3" fmla="*/ 0 w 1901856"/>
                <a:gd name="connsiteY3" fmla="*/ 1667088 h 1667088"/>
                <a:gd name="connsiteX4" fmla="*/ 0 w 1901856"/>
                <a:gd name="connsiteY4" fmla="*/ 0 h 1667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1856" h="1667088">
                  <a:moveTo>
                    <a:pt x="0" y="0"/>
                  </a:moveTo>
                  <a:lnTo>
                    <a:pt x="1901856" y="0"/>
                  </a:lnTo>
                  <a:lnTo>
                    <a:pt x="1901856" y="1667088"/>
                  </a:lnTo>
                  <a:lnTo>
                    <a:pt x="0" y="1667088"/>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lIns="83820" tIns="83820" rIns="83820" bIns="83820" spcCol="1270"/>
            <a:lstStyle/>
            <a:p>
              <a:pPr defTabSz="977900">
                <a:lnSpc>
                  <a:spcPct val="90000"/>
                </a:lnSpc>
                <a:spcAft>
                  <a:spcPct val="35000"/>
                </a:spcAft>
                <a:defRPr/>
              </a:pPr>
              <a:r>
                <a:rPr lang="en-US" sz="2200" dirty="0">
                  <a:solidFill>
                    <a:schemeClr val="bg1"/>
                  </a:solidFill>
                </a:rPr>
                <a:t>Cortex-M</a:t>
              </a:r>
            </a:p>
          </p:txBody>
        </p:sp>
      </p:grpSp>
      <p:sp>
        <p:nvSpPr>
          <p:cNvPr id="6" name="Rectangle 3">
            <a:extLst>
              <a:ext uri="{FF2B5EF4-FFF2-40B4-BE49-F238E27FC236}">
                <a16:creationId xmlns:a16="http://schemas.microsoft.com/office/drawing/2014/main" id="{5C5276F0-01B7-7EC3-C5E3-070F7EA2B346}"/>
              </a:ext>
            </a:extLst>
          </p:cNvPr>
          <p:cNvSpPr txBox="1">
            <a:spLocks noChangeArrowheads="1"/>
          </p:cNvSpPr>
          <p:nvPr/>
        </p:nvSpPr>
        <p:spPr>
          <a:xfrm>
            <a:off x="457200" y="4149725"/>
            <a:ext cx="5410200" cy="1655763"/>
          </a:xfrm>
          <a:prstGeom prst="rect">
            <a:avLst/>
          </a:prstGeom>
        </p:spPr>
        <p:txBody>
          <a:bodyPr/>
          <a:lstStyle>
            <a:lvl1pPr marL="342900" indent="-342900" algn="l" rtl="0" eaLnBrk="0" fontAlgn="base" hangingPunct="0">
              <a:spcBef>
                <a:spcPct val="20000"/>
              </a:spcBef>
              <a:spcAft>
                <a:spcPct val="0"/>
              </a:spcAft>
              <a:buClr>
                <a:srgbClr val="FF0000"/>
              </a:buClr>
              <a:buChar char="•"/>
              <a:defRPr kumimoji="1" sz="2800">
                <a:solidFill>
                  <a:schemeClr val="tx1"/>
                </a:solidFill>
                <a:latin typeface="+mn-lt"/>
                <a:ea typeface="+mn-ea"/>
                <a:cs typeface="+mn-cs"/>
              </a:defRPr>
            </a:lvl1pPr>
            <a:lvl2pPr marL="742950" indent="-285750" algn="l" rtl="0" eaLnBrk="0" fontAlgn="base" hangingPunct="0">
              <a:spcBef>
                <a:spcPct val="20000"/>
              </a:spcBef>
              <a:spcAft>
                <a:spcPct val="0"/>
              </a:spcAft>
              <a:buClr>
                <a:srgbClr val="FF0000"/>
              </a:buClr>
              <a:buChar char="o"/>
              <a:defRPr kumimoji="1" sz="2400">
                <a:solidFill>
                  <a:schemeClr val="tx1"/>
                </a:solidFill>
                <a:latin typeface="+mn-lt"/>
              </a:defRPr>
            </a:lvl2pPr>
            <a:lvl3pPr marL="1143000" indent="-228600" algn="l" rtl="0" eaLnBrk="0" fontAlgn="base" hangingPunct="0">
              <a:spcBef>
                <a:spcPct val="20000"/>
              </a:spcBef>
              <a:spcAft>
                <a:spcPct val="0"/>
              </a:spcAft>
              <a:buClr>
                <a:srgbClr val="FF0000"/>
              </a:buClr>
              <a:buFont typeface="Times New Roman" panose="02020603050405020304" pitchFamily="18" charset="0"/>
              <a:buChar char="–"/>
              <a:defRPr kumimoji="1" sz="2000">
                <a:solidFill>
                  <a:schemeClr val="tx1"/>
                </a:solidFill>
                <a:latin typeface="+mn-lt"/>
              </a:defRPr>
            </a:lvl3pPr>
            <a:lvl4pPr marL="1600200" indent="-228600" algn="l" rtl="0" eaLnBrk="0" fontAlgn="base" hangingPunct="0">
              <a:spcBef>
                <a:spcPct val="20000"/>
              </a:spcBef>
              <a:spcAft>
                <a:spcPct val="0"/>
              </a:spcAft>
              <a:buClr>
                <a:srgbClr val="FF0000"/>
              </a:buClr>
              <a:buChar char="•"/>
              <a:defRPr kumimoji="1">
                <a:solidFill>
                  <a:schemeClr val="tx1"/>
                </a:solidFill>
                <a:latin typeface="+mn-lt"/>
              </a:defRPr>
            </a:lvl4pPr>
            <a:lvl5pPr marL="2057400" indent="-228600" algn="l" rtl="0" eaLnBrk="0" fontAlgn="base" hangingPunct="0">
              <a:spcBef>
                <a:spcPct val="20000"/>
              </a:spcBef>
              <a:spcAft>
                <a:spcPct val="0"/>
              </a:spcAft>
              <a:buClr>
                <a:srgbClr val="FF0000"/>
              </a:buClr>
              <a:buChar char="–"/>
              <a:defRPr kumimoji="1">
                <a:solidFill>
                  <a:schemeClr val="tx1"/>
                </a:solidFill>
                <a:latin typeface="+mn-lt"/>
              </a:defRPr>
            </a:lvl5pPr>
            <a:lvl6pPr marL="2514600" indent="-228600" algn="l" rtl="0" eaLnBrk="0" fontAlgn="base" hangingPunct="0">
              <a:spcBef>
                <a:spcPct val="20000"/>
              </a:spcBef>
              <a:spcAft>
                <a:spcPct val="0"/>
              </a:spcAft>
              <a:buClr>
                <a:srgbClr val="FF0000"/>
              </a:buClr>
              <a:buChar char="–"/>
              <a:defRPr kumimoji="1">
                <a:solidFill>
                  <a:schemeClr val="tx1"/>
                </a:solidFill>
                <a:latin typeface="+mn-lt"/>
              </a:defRPr>
            </a:lvl6pPr>
            <a:lvl7pPr marL="2971800" indent="-228600" algn="l" rtl="0" eaLnBrk="0" fontAlgn="base" hangingPunct="0">
              <a:spcBef>
                <a:spcPct val="20000"/>
              </a:spcBef>
              <a:spcAft>
                <a:spcPct val="0"/>
              </a:spcAft>
              <a:buClr>
                <a:srgbClr val="FF0000"/>
              </a:buClr>
              <a:buChar char="–"/>
              <a:defRPr kumimoji="1">
                <a:solidFill>
                  <a:schemeClr val="tx1"/>
                </a:solidFill>
                <a:latin typeface="+mn-lt"/>
              </a:defRPr>
            </a:lvl7pPr>
            <a:lvl8pPr marL="3429000" indent="-228600" algn="l" rtl="0" eaLnBrk="0" fontAlgn="base" hangingPunct="0">
              <a:spcBef>
                <a:spcPct val="20000"/>
              </a:spcBef>
              <a:spcAft>
                <a:spcPct val="0"/>
              </a:spcAft>
              <a:buClr>
                <a:srgbClr val="FF0000"/>
              </a:buClr>
              <a:buChar char="–"/>
              <a:defRPr kumimoji="1">
                <a:solidFill>
                  <a:schemeClr val="tx1"/>
                </a:solidFill>
                <a:latin typeface="+mn-lt"/>
              </a:defRPr>
            </a:lvl8pPr>
            <a:lvl9pPr marL="3886200" indent="-228600" algn="l" rtl="0" eaLnBrk="0" fontAlgn="base" hangingPunct="0">
              <a:spcBef>
                <a:spcPct val="20000"/>
              </a:spcBef>
              <a:spcAft>
                <a:spcPct val="0"/>
              </a:spcAft>
              <a:buClr>
                <a:srgbClr val="FF0000"/>
              </a:buClr>
              <a:buChar char="–"/>
              <a:defRPr kumimoji="1">
                <a:solidFill>
                  <a:schemeClr val="tx1"/>
                </a:solidFill>
                <a:latin typeface="+mn-lt"/>
              </a:defRPr>
            </a:lvl9pPr>
          </a:lstStyle>
          <a:p>
            <a:pPr>
              <a:defRPr/>
            </a:pPr>
            <a:r>
              <a:rPr lang="en-GB" altLang="en-US" kern="0" dirty="0">
                <a:solidFill>
                  <a:schemeClr val="bg2"/>
                </a:solidFill>
              </a:rPr>
              <a:t>What’s the difference between the Cortex A, R, and M series?</a:t>
            </a:r>
          </a:p>
        </p:txBody>
      </p:sp>
      <p:sp>
        <p:nvSpPr>
          <p:cNvPr id="135174" name="TextBox 6">
            <a:extLst>
              <a:ext uri="{FF2B5EF4-FFF2-40B4-BE49-F238E27FC236}">
                <a16:creationId xmlns:a16="http://schemas.microsoft.com/office/drawing/2014/main" id="{4349722D-8B1A-E681-5000-CFC5297CEF9C}"/>
              </a:ext>
            </a:extLst>
          </p:cNvPr>
          <p:cNvSpPr txBox="1">
            <a:spLocks noChangeArrowheads="1"/>
          </p:cNvSpPr>
          <p:nvPr/>
        </p:nvSpPr>
        <p:spPr bwMode="auto">
          <a:xfrm>
            <a:off x="107950" y="6505575"/>
            <a:ext cx="8280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spcBef>
                <a:spcPct val="0"/>
              </a:spcBef>
              <a:buClrTx/>
              <a:buFontTx/>
              <a:buNone/>
            </a:pPr>
            <a:r>
              <a:rPr lang="en-US" altLang="en-US" sz="1400">
                <a:solidFill>
                  <a:schemeClr val="bg2"/>
                </a:solidFill>
              </a:rPr>
              <a:t>Source: https://commons.wikimedia.org/wiki/File:Stopwatch_ballonicon2.svg</a:t>
            </a:r>
            <a:endParaRPr lang="en-MY" altLang="en-US" sz="1400">
              <a:solidFill>
                <a:schemeClr val="bg2"/>
              </a:solidFil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2">
            <a:extLst>
              <a:ext uri="{FF2B5EF4-FFF2-40B4-BE49-F238E27FC236}">
                <a16:creationId xmlns:a16="http://schemas.microsoft.com/office/drawing/2014/main" id="{A0139A15-132B-849B-3916-C49C116083FF}"/>
              </a:ext>
            </a:extLst>
          </p:cNvPr>
          <p:cNvSpPr>
            <a:spLocks noGrp="1" noChangeArrowheads="1"/>
          </p:cNvSpPr>
          <p:nvPr>
            <p:ph type="title"/>
          </p:nvPr>
        </p:nvSpPr>
        <p:spPr/>
        <p:txBody>
          <a:bodyPr/>
          <a:lstStyle/>
          <a:p>
            <a:r>
              <a:rPr lang="en-GB" altLang="en-US"/>
              <a:t>ARM Systems Categories</a:t>
            </a:r>
          </a:p>
        </p:txBody>
      </p:sp>
      <p:sp>
        <p:nvSpPr>
          <p:cNvPr id="136195" name="Rectangle 3">
            <a:extLst>
              <a:ext uri="{FF2B5EF4-FFF2-40B4-BE49-F238E27FC236}">
                <a16:creationId xmlns:a16="http://schemas.microsoft.com/office/drawing/2014/main" id="{CCFC483F-39E8-8599-78DC-EB4E8904E206}"/>
              </a:ext>
            </a:extLst>
          </p:cNvPr>
          <p:cNvSpPr>
            <a:spLocks noGrp="1" noChangeArrowheads="1"/>
          </p:cNvSpPr>
          <p:nvPr>
            <p:ph idx="1"/>
          </p:nvPr>
        </p:nvSpPr>
        <p:spPr>
          <a:xfrm>
            <a:off x="946404" y="1828801"/>
            <a:ext cx="7269480" cy="4351337"/>
          </a:xfrm>
        </p:spPr>
        <p:txBody>
          <a:bodyPr/>
          <a:lstStyle/>
          <a:p>
            <a:r>
              <a:rPr lang="en-GB" altLang="en-US" dirty="0"/>
              <a:t>Embedded </a:t>
            </a:r>
            <a:r>
              <a:rPr lang="en-GB" altLang="en-US" sz="3600" b="1" dirty="0">
                <a:solidFill>
                  <a:srgbClr val="92D050"/>
                </a:solidFill>
              </a:rPr>
              <a:t>real time</a:t>
            </a:r>
            <a:r>
              <a:rPr lang="en-GB" altLang="en-US" dirty="0"/>
              <a:t>, safety-critical</a:t>
            </a:r>
            <a:endParaRPr lang="en-GB" altLang="en-US" b="1" dirty="0">
              <a:solidFill>
                <a:srgbClr val="92D050"/>
              </a:solidFill>
            </a:endParaRPr>
          </a:p>
          <a:p>
            <a:r>
              <a:rPr lang="en-GB" altLang="en-US" sz="3600" b="1" dirty="0">
                <a:solidFill>
                  <a:srgbClr val="FF0000"/>
                </a:solidFill>
              </a:rPr>
              <a:t>Application</a:t>
            </a:r>
            <a:r>
              <a:rPr lang="en-GB" altLang="en-US" dirty="0"/>
              <a:t> platform</a:t>
            </a:r>
          </a:p>
          <a:p>
            <a:pPr lvl="1"/>
            <a:r>
              <a:rPr lang="en-GB" altLang="en-US" dirty="0"/>
              <a:t>Linux, Palm OS, Symbian OS, Windows mobile, Android</a:t>
            </a:r>
          </a:p>
          <a:p>
            <a:r>
              <a:rPr lang="en-US" altLang="en-US" sz="3600" b="1" dirty="0">
                <a:solidFill>
                  <a:srgbClr val="00B0F0"/>
                </a:solidFill>
              </a:rPr>
              <a:t>Microcontrollers</a:t>
            </a:r>
            <a:endParaRPr lang="en-GB" altLang="en-US" b="1" dirty="0">
              <a:solidFill>
                <a:srgbClr val="00B0F0"/>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708BDED-F569-51AF-DCDB-39ECCDF91226}"/>
              </a:ext>
            </a:extLst>
          </p:cNvPr>
          <p:cNvSpPr>
            <a:spLocks noGrp="1" noChangeArrowheads="1"/>
          </p:cNvSpPr>
          <p:nvPr>
            <p:ph type="title"/>
          </p:nvPr>
        </p:nvSpPr>
        <p:spPr/>
        <p:txBody>
          <a:bodyPr/>
          <a:lstStyle/>
          <a:p>
            <a:r>
              <a:rPr lang="en-US" altLang="en-US" dirty="0"/>
              <a:t>Outline</a:t>
            </a:r>
          </a:p>
        </p:txBody>
      </p:sp>
      <p:sp>
        <p:nvSpPr>
          <p:cNvPr id="6" name="Freeform: Shape 5">
            <a:extLst>
              <a:ext uri="{FF2B5EF4-FFF2-40B4-BE49-F238E27FC236}">
                <a16:creationId xmlns:a16="http://schemas.microsoft.com/office/drawing/2014/main" id="{0B209CC5-AD04-D67D-2187-94409B4525EA}"/>
              </a:ext>
            </a:extLst>
          </p:cNvPr>
          <p:cNvSpPr/>
          <p:nvPr/>
        </p:nvSpPr>
        <p:spPr>
          <a:xfrm>
            <a:off x="388629" y="2437566"/>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err="1"/>
              <a:t>Organisation</a:t>
            </a:r>
            <a:r>
              <a:rPr lang="en-US" sz="2900" kern="1200" dirty="0"/>
              <a:t> and architecture</a:t>
            </a:r>
            <a:endParaRPr lang="en-MY" sz="2900" kern="1200" dirty="0"/>
          </a:p>
        </p:txBody>
      </p:sp>
      <p:sp>
        <p:nvSpPr>
          <p:cNvPr id="7" name="Freeform: Shape 6">
            <a:extLst>
              <a:ext uri="{FF2B5EF4-FFF2-40B4-BE49-F238E27FC236}">
                <a16:creationId xmlns:a16="http://schemas.microsoft.com/office/drawing/2014/main" id="{9977E4AE-40C1-B102-A235-C518545F4AB8}"/>
              </a:ext>
            </a:extLst>
          </p:cNvPr>
          <p:cNvSpPr/>
          <p:nvPr/>
        </p:nvSpPr>
        <p:spPr>
          <a:xfrm>
            <a:off x="3191306" y="2437566"/>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1689636"/>
              <a:satOff val="-4355"/>
              <a:lumOff val="-2941"/>
              <a:alphaOff val="0"/>
            </a:schemeClr>
          </a:fillRef>
          <a:effectRef idx="0">
            <a:schemeClr val="accent5">
              <a:hueOff val="-1689636"/>
              <a:satOff val="-4355"/>
              <a:lumOff val="-2941"/>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Structure and function</a:t>
            </a:r>
            <a:endParaRPr lang="en-MY" sz="2900" kern="1200"/>
          </a:p>
        </p:txBody>
      </p:sp>
      <p:sp>
        <p:nvSpPr>
          <p:cNvPr id="8" name="Freeform: Shape 7">
            <a:extLst>
              <a:ext uri="{FF2B5EF4-FFF2-40B4-BE49-F238E27FC236}">
                <a16:creationId xmlns:a16="http://schemas.microsoft.com/office/drawing/2014/main" id="{FEFDD1BC-A78F-129E-C6F3-C4E91EE1C9AA}"/>
              </a:ext>
            </a:extLst>
          </p:cNvPr>
          <p:cNvSpPr/>
          <p:nvPr/>
        </p:nvSpPr>
        <p:spPr>
          <a:xfrm>
            <a:off x="5993982" y="2437566"/>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Computer evolution and performance</a:t>
            </a:r>
            <a:endParaRPr lang="en-MY" sz="2900" kern="1200"/>
          </a:p>
        </p:txBody>
      </p:sp>
      <p:sp>
        <p:nvSpPr>
          <p:cNvPr id="9" name="Freeform: Shape 8">
            <a:extLst>
              <a:ext uri="{FF2B5EF4-FFF2-40B4-BE49-F238E27FC236}">
                <a16:creationId xmlns:a16="http://schemas.microsoft.com/office/drawing/2014/main" id="{B1BCAC25-C085-9552-93E3-9CBA40B5DCED}"/>
              </a:ext>
            </a:extLst>
          </p:cNvPr>
          <p:cNvSpPr/>
          <p:nvPr/>
        </p:nvSpPr>
        <p:spPr>
          <a:xfrm>
            <a:off x="1789967" y="4221088"/>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5068907"/>
              <a:satOff val="-13064"/>
              <a:lumOff val="-8824"/>
              <a:alphaOff val="0"/>
            </a:schemeClr>
          </a:fillRef>
          <a:effectRef idx="0">
            <a:schemeClr val="accent5">
              <a:hueOff val="-5068907"/>
              <a:satOff val="-13064"/>
              <a:lumOff val="-8824"/>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Cloud Computing</a:t>
            </a:r>
            <a:endParaRPr lang="en-MY" sz="2900" kern="1200"/>
          </a:p>
        </p:txBody>
      </p:sp>
      <p:sp>
        <p:nvSpPr>
          <p:cNvPr id="10" name="Freeform: Shape 9">
            <a:extLst>
              <a:ext uri="{FF2B5EF4-FFF2-40B4-BE49-F238E27FC236}">
                <a16:creationId xmlns:a16="http://schemas.microsoft.com/office/drawing/2014/main" id="{65989F70-D366-0175-FB01-04CD9A90457D}"/>
              </a:ext>
            </a:extLst>
          </p:cNvPr>
          <p:cNvSpPr/>
          <p:nvPr/>
        </p:nvSpPr>
        <p:spPr>
          <a:xfrm>
            <a:off x="4592644" y="4221088"/>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Performance Issues</a:t>
            </a:r>
            <a:endParaRPr lang="en-MY" sz="2900" kern="1200"/>
          </a:p>
        </p:txBody>
      </p:sp>
      <p:sp>
        <p:nvSpPr>
          <p:cNvPr id="4" name="TextBox 3">
            <a:extLst>
              <a:ext uri="{FF2B5EF4-FFF2-40B4-BE49-F238E27FC236}">
                <a16:creationId xmlns:a16="http://schemas.microsoft.com/office/drawing/2014/main" id="{1055F6A5-41D8-8D08-3FAF-F4BAE80924B3}"/>
              </a:ext>
            </a:extLst>
          </p:cNvPr>
          <p:cNvSpPr txBox="1"/>
          <p:nvPr/>
        </p:nvSpPr>
        <p:spPr>
          <a:xfrm>
            <a:off x="5500293" y="1571507"/>
            <a:ext cx="3059832" cy="738664"/>
          </a:xfrm>
          <a:prstGeom prst="rect">
            <a:avLst/>
          </a:prstGeom>
          <a:noFill/>
        </p:spPr>
        <p:txBody>
          <a:bodyPr wrap="square">
            <a:spAutoFit/>
          </a:bodyPr>
          <a:lstStyle/>
          <a:p>
            <a:pPr marL="742950" lvl="1" indent="-285750">
              <a:buFont typeface="Arial" panose="020B0604020202020204" pitchFamily="34" charset="0"/>
              <a:buChar char="•"/>
            </a:pPr>
            <a:r>
              <a:rPr lang="en-US" altLang="en-US" sz="1400" dirty="0"/>
              <a:t>History of computers</a:t>
            </a:r>
          </a:p>
          <a:p>
            <a:pPr marL="742950" lvl="1" indent="-285750">
              <a:buFont typeface="Arial" panose="020B0604020202020204" pitchFamily="34" charset="0"/>
              <a:buChar char="•"/>
            </a:pPr>
            <a:r>
              <a:rPr lang="en-US" altLang="en-US" sz="1400" dirty="0"/>
              <a:t>X86, PowerPC and ARM evolution</a:t>
            </a:r>
          </a:p>
        </p:txBody>
      </p:sp>
    </p:spTree>
    <p:extLst>
      <p:ext uri="{BB962C8B-B14F-4D97-AF65-F5344CB8AC3E}">
        <p14:creationId xmlns:p14="http://schemas.microsoft.com/office/powerpoint/2010/main" val="2839055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ppt_x"/>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7"/>
                                        </p:tgtEl>
                                        <p:attrNameLst>
                                          <p:attrName>ppt_x</p:attrName>
                                        </p:attrNameLst>
                                      </p:cBhvr>
                                      <p:tavLst>
                                        <p:tav tm="0">
                                          <p:val>
                                            <p:strVal val="ppt_x"/>
                                          </p:val>
                                        </p:tav>
                                        <p:tav tm="100000">
                                          <p:val>
                                            <p:strVal val="ppt_x"/>
                                          </p:val>
                                        </p:tav>
                                      </p:tavLst>
                                    </p:anim>
                                    <p:anim calcmode="lin" valueType="num">
                                      <p:cBhvr additive="base">
                                        <p:cTn id="11" dur="500"/>
                                        <p:tgtEl>
                                          <p:spTgt spid="7"/>
                                        </p:tgtEl>
                                        <p:attrNameLst>
                                          <p:attrName>ppt_y</p:attrName>
                                        </p:attrNameLst>
                                      </p:cBhvr>
                                      <p:tavLst>
                                        <p:tav tm="0">
                                          <p:val>
                                            <p:strVal val="ppt_y"/>
                                          </p:val>
                                        </p:tav>
                                        <p:tav tm="100000">
                                          <p:val>
                                            <p:strVal val="1+ppt_h/2"/>
                                          </p:val>
                                        </p:tav>
                                      </p:tavLst>
                                    </p:anim>
                                    <p:set>
                                      <p:cBhvr>
                                        <p:cTn id="12" dur="1" fill="hold">
                                          <p:stCondLst>
                                            <p:cond delay="499"/>
                                          </p:stCondLst>
                                        </p:cTn>
                                        <p:tgtEl>
                                          <p:spTgt spid="7"/>
                                        </p:tgtEl>
                                        <p:attrNameLst>
                                          <p:attrName>style.visibility</p:attrName>
                                        </p:attrNameLst>
                                      </p:cBhvr>
                                      <p:to>
                                        <p:strVal val="hidden"/>
                                      </p:to>
                                    </p:set>
                                  </p:childTnLst>
                                </p:cTn>
                              </p:par>
                              <p:par>
                                <p:cTn id="13" presetID="2" presetClass="exit" presetSubtype="4" fill="hold" grpId="0" nodeType="withEffect">
                                  <p:stCondLst>
                                    <p:cond delay="0"/>
                                  </p:stCondLst>
                                  <p:childTnLst>
                                    <p:anim calcmode="lin" valueType="num">
                                      <p:cBhvr additive="base">
                                        <p:cTn id="14" dur="500"/>
                                        <p:tgtEl>
                                          <p:spTgt spid="8"/>
                                        </p:tgtEl>
                                        <p:attrNameLst>
                                          <p:attrName>ppt_x</p:attrName>
                                        </p:attrNameLst>
                                      </p:cBhvr>
                                      <p:tavLst>
                                        <p:tav tm="0">
                                          <p:val>
                                            <p:strVal val="ppt_x"/>
                                          </p:val>
                                        </p:tav>
                                        <p:tav tm="100000">
                                          <p:val>
                                            <p:strVal val="ppt_x"/>
                                          </p:val>
                                        </p:tav>
                                      </p:tavLst>
                                    </p:anim>
                                    <p:anim calcmode="lin" valueType="num">
                                      <p:cBhvr additive="base">
                                        <p:cTn id="15" dur="500"/>
                                        <p:tgtEl>
                                          <p:spTgt spid="8"/>
                                        </p:tgtEl>
                                        <p:attrNameLst>
                                          <p:attrName>ppt_y</p:attrName>
                                        </p:attrNameLst>
                                      </p:cBhvr>
                                      <p:tavLst>
                                        <p:tav tm="0">
                                          <p:val>
                                            <p:strVal val="ppt_y"/>
                                          </p:val>
                                        </p:tav>
                                        <p:tav tm="100000">
                                          <p:val>
                                            <p:strVal val="1+ppt_h/2"/>
                                          </p:val>
                                        </p:tav>
                                      </p:tavLst>
                                    </p:anim>
                                    <p:set>
                                      <p:cBhvr>
                                        <p:cTn id="16" dur="1" fill="hold">
                                          <p:stCondLst>
                                            <p:cond delay="499"/>
                                          </p:stCondLst>
                                        </p:cTn>
                                        <p:tgtEl>
                                          <p:spTgt spid="8"/>
                                        </p:tgtEl>
                                        <p:attrNameLst>
                                          <p:attrName>style.visibility</p:attrName>
                                        </p:attrNameLst>
                                      </p:cBhvr>
                                      <p:to>
                                        <p:strVal val="hidden"/>
                                      </p:to>
                                    </p:set>
                                  </p:childTnLst>
                                </p:cTn>
                              </p:par>
                              <p:par>
                                <p:cTn id="17" presetID="2" presetClass="exit" presetSubtype="4" fill="hold" grpId="0" nodeType="withEffect">
                                  <p:stCondLst>
                                    <p:cond delay="0"/>
                                  </p:stCondLst>
                                  <p:childTnLst>
                                    <p:anim calcmode="lin" valueType="num">
                                      <p:cBhvr additive="base">
                                        <p:cTn id="18" dur="500"/>
                                        <p:tgtEl>
                                          <p:spTgt spid="4"/>
                                        </p:tgtEl>
                                        <p:attrNameLst>
                                          <p:attrName>ppt_x</p:attrName>
                                        </p:attrNameLst>
                                      </p:cBhvr>
                                      <p:tavLst>
                                        <p:tav tm="0">
                                          <p:val>
                                            <p:strVal val="ppt_x"/>
                                          </p:val>
                                        </p:tav>
                                        <p:tav tm="100000">
                                          <p:val>
                                            <p:strVal val="ppt_x"/>
                                          </p:val>
                                        </p:tav>
                                      </p:tavLst>
                                    </p:anim>
                                    <p:anim calcmode="lin" valueType="num">
                                      <p:cBhvr additive="base">
                                        <p:cTn id="19" dur="500"/>
                                        <p:tgtEl>
                                          <p:spTgt spid="4"/>
                                        </p:tgtEl>
                                        <p:attrNameLst>
                                          <p:attrName>ppt_y</p:attrName>
                                        </p:attrNameLst>
                                      </p:cBhvr>
                                      <p:tavLst>
                                        <p:tav tm="0">
                                          <p:val>
                                            <p:strVal val="ppt_y"/>
                                          </p:val>
                                        </p:tav>
                                        <p:tav tm="100000">
                                          <p:val>
                                            <p:strVal val="1+ppt_h/2"/>
                                          </p:val>
                                        </p:tav>
                                      </p:tavLst>
                                    </p:anim>
                                    <p:set>
                                      <p:cBhvr>
                                        <p:cTn id="20" dur="1" fill="hold">
                                          <p:stCondLst>
                                            <p:cond delay="499"/>
                                          </p:stCondLst>
                                        </p:cTn>
                                        <p:tgtEl>
                                          <p:spTgt spid="4"/>
                                        </p:tgtEl>
                                        <p:attrNameLst>
                                          <p:attrName>style.visibility</p:attrName>
                                        </p:attrNameLst>
                                      </p:cBhvr>
                                      <p:to>
                                        <p:strVal val="hidden"/>
                                      </p:to>
                                    </p:set>
                                  </p:childTnLst>
                                </p:cTn>
                              </p:par>
                              <p:par>
                                <p:cTn id="21" presetID="2" presetClass="exit" presetSubtype="4" fill="hold" grpId="0" nodeType="withEffect">
                                  <p:stCondLst>
                                    <p:cond delay="0"/>
                                  </p:stCondLst>
                                  <p:childTnLst>
                                    <p:anim calcmode="lin" valueType="num">
                                      <p:cBhvr additive="base">
                                        <p:cTn id="22" dur="500"/>
                                        <p:tgtEl>
                                          <p:spTgt spid="10"/>
                                        </p:tgtEl>
                                        <p:attrNameLst>
                                          <p:attrName>ppt_x</p:attrName>
                                        </p:attrNameLst>
                                      </p:cBhvr>
                                      <p:tavLst>
                                        <p:tav tm="0">
                                          <p:val>
                                            <p:strVal val="ppt_x"/>
                                          </p:val>
                                        </p:tav>
                                        <p:tav tm="100000">
                                          <p:val>
                                            <p:strVal val="ppt_x"/>
                                          </p:val>
                                        </p:tav>
                                      </p:tavLst>
                                    </p:anim>
                                    <p:anim calcmode="lin" valueType="num">
                                      <p:cBhvr additive="base">
                                        <p:cTn id="23" dur="500"/>
                                        <p:tgtEl>
                                          <p:spTgt spid="10"/>
                                        </p:tgtEl>
                                        <p:attrNameLst>
                                          <p:attrName>ppt_y</p:attrName>
                                        </p:attrNameLst>
                                      </p:cBhvr>
                                      <p:tavLst>
                                        <p:tav tm="0">
                                          <p:val>
                                            <p:strVal val="ppt_y"/>
                                          </p:val>
                                        </p:tav>
                                        <p:tav tm="100000">
                                          <p:val>
                                            <p:strVal val="1+ppt_h/2"/>
                                          </p:val>
                                        </p:tav>
                                      </p:tavLst>
                                    </p:anim>
                                    <p:set>
                                      <p:cBhvr>
                                        <p:cTn id="24"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4"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itle 1">
            <a:extLst>
              <a:ext uri="{FF2B5EF4-FFF2-40B4-BE49-F238E27FC236}">
                <a16:creationId xmlns:a16="http://schemas.microsoft.com/office/drawing/2014/main" id="{5ADB9337-EE44-ED1F-F09E-2F3794B8EB4A}"/>
              </a:ext>
            </a:extLst>
          </p:cNvPr>
          <p:cNvSpPr>
            <a:spLocks noGrp="1" noChangeArrowheads="1"/>
          </p:cNvSpPr>
          <p:nvPr>
            <p:ph type="title"/>
          </p:nvPr>
        </p:nvSpPr>
        <p:spPr/>
        <p:txBody>
          <a:bodyPr/>
          <a:lstStyle/>
          <a:p>
            <a:r>
              <a:rPr lang="en-US" altLang="en-US"/>
              <a:t>Cloud Computing</a:t>
            </a:r>
            <a:endParaRPr lang="en-MY" altLang="en-US"/>
          </a:p>
        </p:txBody>
      </p:sp>
      <p:sp>
        <p:nvSpPr>
          <p:cNvPr id="138243" name="Content Placeholder 2">
            <a:extLst>
              <a:ext uri="{FF2B5EF4-FFF2-40B4-BE49-F238E27FC236}">
                <a16:creationId xmlns:a16="http://schemas.microsoft.com/office/drawing/2014/main" id="{756F886B-FBE9-5609-5146-AF3AE9A124A4}"/>
              </a:ext>
            </a:extLst>
          </p:cNvPr>
          <p:cNvSpPr>
            <a:spLocks noGrp="1" noChangeArrowheads="1"/>
          </p:cNvSpPr>
          <p:nvPr>
            <p:ph idx="1"/>
          </p:nvPr>
        </p:nvSpPr>
        <p:spPr>
          <a:xfrm>
            <a:off x="946404" y="1828801"/>
            <a:ext cx="7269480" cy="4351337"/>
          </a:xfrm>
        </p:spPr>
        <p:txBody>
          <a:bodyPr/>
          <a:lstStyle/>
          <a:p>
            <a:r>
              <a:rPr lang="en-US" altLang="en-US" dirty="0"/>
              <a:t>Internet-connected </a:t>
            </a:r>
            <a:r>
              <a:rPr lang="en-US" altLang="en-US" sz="3600" b="1" dirty="0">
                <a:solidFill>
                  <a:srgbClr val="00B0F0"/>
                </a:solidFill>
              </a:rPr>
              <a:t>infrastructure</a:t>
            </a:r>
            <a:endParaRPr lang="en-US" altLang="en-US" b="1" dirty="0">
              <a:solidFill>
                <a:srgbClr val="00B0F0"/>
              </a:solidFill>
            </a:endParaRPr>
          </a:p>
          <a:p>
            <a:r>
              <a:rPr lang="en-US" altLang="en-US" dirty="0"/>
              <a:t>Model for enabling </a:t>
            </a:r>
            <a:r>
              <a:rPr lang="en-US" altLang="en-US" sz="3600" b="1" dirty="0" err="1">
                <a:solidFill>
                  <a:srgbClr val="92D050"/>
                </a:solidFill>
              </a:rPr>
              <a:t>ubiquitious</a:t>
            </a:r>
            <a:r>
              <a:rPr lang="en-US" altLang="en-US" dirty="0"/>
              <a:t>, </a:t>
            </a:r>
            <a:r>
              <a:rPr lang="en-US" altLang="en-US" sz="3600" b="1" dirty="0">
                <a:solidFill>
                  <a:srgbClr val="FF0000"/>
                </a:solidFill>
              </a:rPr>
              <a:t>convenient</a:t>
            </a:r>
            <a:r>
              <a:rPr lang="en-US" altLang="en-US" dirty="0"/>
              <a:t>, </a:t>
            </a:r>
            <a:r>
              <a:rPr lang="en-US" altLang="en-US" sz="3600" b="1" dirty="0">
                <a:solidFill>
                  <a:srgbClr val="FFC000"/>
                </a:solidFill>
              </a:rPr>
              <a:t>on-demand</a:t>
            </a:r>
            <a:r>
              <a:rPr lang="en-US" altLang="en-US" dirty="0"/>
              <a:t> network access to a </a:t>
            </a:r>
            <a:r>
              <a:rPr lang="en-US" altLang="en-US" sz="3600" b="1" dirty="0">
                <a:solidFill>
                  <a:srgbClr val="FF6699"/>
                </a:solidFill>
              </a:rPr>
              <a:t>shared pool </a:t>
            </a:r>
            <a:r>
              <a:rPr lang="en-US" altLang="en-US" dirty="0"/>
              <a:t>of configurable </a:t>
            </a:r>
            <a:r>
              <a:rPr lang="en-US" altLang="en-US" sz="3600" b="1" dirty="0">
                <a:solidFill>
                  <a:srgbClr val="92D050"/>
                </a:solidFill>
              </a:rPr>
              <a:t>computing resources</a:t>
            </a:r>
            <a:r>
              <a:rPr lang="en-US" altLang="en-US" dirty="0"/>
              <a:t>… (NIST)</a:t>
            </a:r>
            <a:endParaRPr lang="en-MY" altLang="en-US"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Title 1">
            <a:extLst>
              <a:ext uri="{FF2B5EF4-FFF2-40B4-BE49-F238E27FC236}">
                <a16:creationId xmlns:a16="http://schemas.microsoft.com/office/drawing/2014/main" id="{8AACC500-688F-B049-C4DE-83EA3CBF0DF9}"/>
              </a:ext>
            </a:extLst>
          </p:cNvPr>
          <p:cNvSpPr>
            <a:spLocks noGrp="1" noChangeArrowheads="1"/>
          </p:cNvSpPr>
          <p:nvPr>
            <p:ph type="title"/>
          </p:nvPr>
        </p:nvSpPr>
        <p:spPr/>
        <p:txBody>
          <a:bodyPr/>
          <a:lstStyle/>
          <a:p>
            <a:r>
              <a:rPr lang="en-US" altLang="en-US"/>
              <a:t>Cloud Services</a:t>
            </a:r>
            <a:endParaRPr lang="en-MY" altLang="en-US"/>
          </a:p>
        </p:txBody>
      </p:sp>
      <p:sp>
        <p:nvSpPr>
          <p:cNvPr id="139267" name="Content Placeholder 2">
            <a:extLst>
              <a:ext uri="{FF2B5EF4-FFF2-40B4-BE49-F238E27FC236}">
                <a16:creationId xmlns:a16="http://schemas.microsoft.com/office/drawing/2014/main" id="{F234452E-475C-2B62-8BE3-74B6188DF695}"/>
              </a:ext>
            </a:extLst>
          </p:cNvPr>
          <p:cNvSpPr>
            <a:spLocks noGrp="1" noChangeArrowheads="1"/>
          </p:cNvSpPr>
          <p:nvPr>
            <p:ph idx="1"/>
          </p:nvPr>
        </p:nvSpPr>
        <p:spPr>
          <a:xfrm>
            <a:off x="946404" y="1828801"/>
            <a:ext cx="7153988" cy="4351337"/>
          </a:xfrm>
        </p:spPr>
        <p:txBody>
          <a:bodyPr/>
          <a:lstStyle/>
          <a:p>
            <a:r>
              <a:rPr lang="en-US" altLang="en-US" dirty="0"/>
              <a:t>Software as a Service (SaaS)</a:t>
            </a:r>
          </a:p>
          <a:p>
            <a:pPr lvl="1"/>
            <a:r>
              <a:rPr lang="en-US" altLang="en-US" sz="3200" b="1" dirty="0">
                <a:solidFill>
                  <a:srgbClr val="92D050"/>
                </a:solidFill>
              </a:rPr>
              <a:t>Application software</a:t>
            </a:r>
            <a:r>
              <a:rPr lang="en-US" altLang="en-US" dirty="0"/>
              <a:t> running on and accessible in the cloud.</a:t>
            </a:r>
          </a:p>
          <a:p>
            <a:pPr lvl="1"/>
            <a:r>
              <a:rPr lang="en-US" altLang="en-US" dirty="0"/>
              <a:t>E.g. Google Apps, Microsoft Office 365, Dropbox, …</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itle 1">
            <a:extLst>
              <a:ext uri="{FF2B5EF4-FFF2-40B4-BE49-F238E27FC236}">
                <a16:creationId xmlns:a16="http://schemas.microsoft.com/office/drawing/2014/main" id="{7183857B-6AAE-E2ED-46D9-4D55360C1D62}"/>
              </a:ext>
            </a:extLst>
          </p:cNvPr>
          <p:cNvSpPr>
            <a:spLocks noGrp="1" noChangeArrowheads="1"/>
          </p:cNvSpPr>
          <p:nvPr>
            <p:ph type="title"/>
          </p:nvPr>
        </p:nvSpPr>
        <p:spPr/>
        <p:txBody>
          <a:bodyPr/>
          <a:lstStyle/>
          <a:p>
            <a:r>
              <a:rPr lang="en-US" altLang="en-US"/>
              <a:t>Cloud Services</a:t>
            </a:r>
            <a:endParaRPr lang="en-MY" altLang="en-US"/>
          </a:p>
        </p:txBody>
      </p:sp>
      <p:sp>
        <p:nvSpPr>
          <p:cNvPr id="140291" name="Content Placeholder 2">
            <a:extLst>
              <a:ext uri="{FF2B5EF4-FFF2-40B4-BE49-F238E27FC236}">
                <a16:creationId xmlns:a16="http://schemas.microsoft.com/office/drawing/2014/main" id="{16530BED-3222-4BFD-BB36-A888E74931AE}"/>
              </a:ext>
            </a:extLst>
          </p:cNvPr>
          <p:cNvSpPr>
            <a:spLocks noGrp="1" noChangeArrowheads="1"/>
          </p:cNvSpPr>
          <p:nvPr>
            <p:ph idx="1"/>
          </p:nvPr>
        </p:nvSpPr>
        <p:spPr>
          <a:xfrm>
            <a:off x="946404" y="1828801"/>
            <a:ext cx="7269480" cy="4351337"/>
          </a:xfrm>
        </p:spPr>
        <p:txBody>
          <a:bodyPr/>
          <a:lstStyle/>
          <a:p>
            <a:r>
              <a:rPr lang="en-US" altLang="en-US" dirty="0"/>
              <a:t>Platform as a Service (PaaS)</a:t>
            </a:r>
          </a:p>
          <a:p>
            <a:pPr lvl="1"/>
            <a:r>
              <a:rPr lang="en-US" altLang="en-US" dirty="0"/>
              <a:t>Platform on which customer’s applications can run.</a:t>
            </a:r>
          </a:p>
          <a:p>
            <a:pPr lvl="1"/>
            <a:r>
              <a:rPr lang="en-US" altLang="en-US" dirty="0"/>
              <a:t>Software </a:t>
            </a:r>
            <a:r>
              <a:rPr lang="en-US" altLang="en-US" sz="3200" b="1" dirty="0">
                <a:solidFill>
                  <a:srgbClr val="FF0000"/>
                </a:solidFill>
              </a:rPr>
              <a:t>building blocks</a:t>
            </a:r>
            <a:r>
              <a:rPr lang="en-US" altLang="en-US" dirty="0"/>
              <a:t>, development/programming </a:t>
            </a:r>
            <a:r>
              <a:rPr lang="en-US" altLang="en-US" sz="3200" b="1" dirty="0">
                <a:solidFill>
                  <a:srgbClr val="0099FF"/>
                </a:solidFill>
              </a:rPr>
              <a:t>tools</a:t>
            </a:r>
            <a:r>
              <a:rPr lang="en-US" altLang="en-US" dirty="0"/>
              <a:t>, and </a:t>
            </a:r>
            <a:r>
              <a:rPr lang="en-US" altLang="en-US" sz="3200" b="1" dirty="0">
                <a:solidFill>
                  <a:srgbClr val="FFC000"/>
                </a:solidFill>
              </a:rPr>
              <a:t>environments to deploy </a:t>
            </a:r>
            <a:r>
              <a:rPr lang="en-US" altLang="en-US" dirty="0"/>
              <a:t>new applications.</a:t>
            </a:r>
          </a:p>
          <a:p>
            <a:pPr lvl="1"/>
            <a:r>
              <a:rPr lang="en-US" altLang="en-US" dirty="0"/>
              <a:t>E.g. Windows Azure, Google App Engine, …</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itle 1">
            <a:extLst>
              <a:ext uri="{FF2B5EF4-FFF2-40B4-BE49-F238E27FC236}">
                <a16:creationId xmlns:a16="http://schemas.microsoft.com/office/drawing/2014/main" id="{A82D04B4-2E83-D9B1-1F9F-BF3907F57779}"/>
              </a:ext>
            </a:extLst>
          </p:cNvPr>
          <p:cNvSpPr>
            <a:spLocks noGrp="1" noChangeArrowheads="1"/>
          </p:cNvSpPr>
          <p:nvPr>
            <p:ph type="title"/>
          </p:nvPr>
        </p:nvSpPr>
        <p:spPr/>
        <p:txBody>
          <a:bodyPr/>
          <a:lstStyle/>
          <a:p>
            <a:r>
              <a:rPr lang="en-US" altLang="en-US"/>
              <a:t>Cloud Services</a:t>
            </a:r>
            <a:endParaRPr lang="en-MY" altLang="en-US"/>
          </a:p>
        </p:txBody>
      </p:sp>
      <p:sp>
        <p:nvSpPr>
          <p:cNvPr id="141315" name="Content Placeholder 2">
            <a:extLst>
              <a:ext uri="{FF2B5EF4-FFF2-40B4-BE49-F238E27FC236}">
                <a16:creationId xmlns:a16="http://schemas.microsoft.com/office/drawing/2014/main" id="{3085AC94-A2CB-2934-33F7-C5835C8DBCB1}"/>
              </a:ext>
            </a:extLst>
          </p:cNvPr>
          <p:cNvSpPr>
            <a:spLocks noGrp="1" noChangeArrowheads="1"/>
          </p:cNvSpPr>
          <p:nvPr>
            <p:ph idx="1"/>
          </p:nvPr>
        </p:nvSpPr>
        <p:spPr/>
        <p:txBody>
          <a:bodyPr/>
          <a:lstStyle/>
          <a:p>
            <a:r>
              <a:rPr lang="en-US" altLang="en-US"/>
              <a:t>Infrastructure as a Service (IaaS)</a:t>
            </a:r>
          </a:p>
          <a:p>
            <a:pPr lvl="1"/>
            <a:r>
              <a:rPr lang="en-US" altLang="en-US"/>
              <a:t>Access to cloud infrastructure.</a:t>
            </a:r>
          </a:p>
          <a:p>
            <a:pPr lvl="1"/>
            <a:r>
              <a:rPr lang="en-US" altLang="en-US" sz="3200" b="1">
                <a:solidFill>
                  <a:srgbClr val="92D050"/>
                </a:solidFill>
              </a:rPr>
              <a:t>Processing</a:t>
            </a:r>
            <a:r>
              <a:rPr lang="en-US" altLang="en-US"/>
              <a:t>, </a:t>
            </a:r>
            <a:r>
              <a:rPr lang="en-US" altLang="en-US" sz="3200" b="1">
                <a:solidFill>
                  <a:srgbClr val="FF0000"/>
                </a:solidFill>
              </a:rPr>
              <a:t>storage</a:t>
            </a:r>
            <a:r>
              <a:rPr lang="en-US" altLang="en-US"/>
              <a:t>, </a:t>
            </a:r>
            <a:r>
              <a:rPr lang="en-US" altLang="en-US" sz="3200" b="1">
                <a:solidFill>
                  <a:srgbClr val="00B0F0"/>
                </a:solidFill>
              </a:rPr>
              <a:t>networks</a:t>
            </a:r>
            <a:r>
              <a:rPr lang="en-US" altLang="en-US"/>
              <a:t>, and other resources.</a:t>
            </a:r>
          </a:p>
          <a:p>
            <a:pPr lvl="1"/>
            <a:r>
              <a:rPr lang="en-US" altLang="en-US"/>
              <a:t>E.g. Windows Azure, Google Compute Engine, Amazon Web Services, …</a:t>
            </a:r>
            <a:endParaRPr lang="en-MY" alt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708BDED-F569-51AF-DCDB-39ECCDF91226}"/>
              </a:ext>
            </a:extLst>
          </p:cNvPr>
          <p:cNvSpPr>
            <a:spLocks noGrp="1" noChangeArrowheads="1"/>
          </p:cNvSpPr>
          <p:nvPr>
            <p:ph type="title"/>
          </p:nvPr>
        </p:nvSpPr>
        <p:spPr/>
        <p:txBody>
          <a:bodyPr/>
          <a:lstStyle/>
          <a:p>
            <a:r>
              <a:rPr lang="en-US" altLang="en-US" dirty="0"/>
              <a:t>Outline</a:t>
            </a:r>
          </a:p>
        </p:txBody>
      </p:sp>
      <p:sp>
        <p:nvSpPr>
          <p:cNvPr id="6" name="Freeform: Shape 5">
            <a:extLst>
              <a:ext uri="{FF2B5EF4-FFF2-40B4-BE49-F238E27FC236}">
                <a16:creationId xmlns:a16="http://schemas.microsoft.com/office/drawing/2014/main" id="{0B209CC5-AD04-D67D-2187-94409B4525EA}"/>
              </a:ext>
            </a:extLst>
          </p:cNvPr>
          <p:cNvSpPr/>
          <p:nvPr/>
        </p:nvSpPr>
        <p:spPr>
          <a:xfrm>
            <a:off x="388629" y="2437566"/>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dirty="0" err="1"/>
              <a:t>Organisation</a:t>
            </a:r>
            <a:r>
              <a:rPr lang="en-US" sz="2900" kern="1200" dirty="0"/>
              <a:t> and architecture</a:t>
            </a:r>
            <a:endParaRPr lang="en-MY" sz="2900" kern="1200" dirty="0"/>
          </a:p>
        </p:txBody>
      </p:sp>
      <p:sp>
        <p:nvSpPr>
          <p:cNvPr id="7" name="Freeform: Shape 6">
            <a:extLst>
              <a:ext uri="{FF2B5EF4-FFF2-40B4-BE49-F238E27FC236}">
                <a16:creationId xmlns:a16="http://schemas.microsoft.com/office/drawing/2014/main" id="{9977E4AE-40C1-B102-A235-C518545F4AB8}"/>
              </a:ext>
            </a:extLst>
          </p:cNvPr>
          <p:cNvSpPr/>
          <p:nvPr/>
        </p:nvSpPr>
        <p:spPr>
          <a:xfrm>
            <a:off x="3191306" y="2437566"/>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1689636"/>
              <a:satOff val="-4355"/>
              <a:lumOff val="-2941"/>
              <a:alphaOff val="0"/>
            </a:schemeClr>
          </a:fillRef>
          <a:effectRef idx="0">
            <a:schemeClr val="accent5">
              <a:hueOff val="-1689636"/>
              <a:satOff val="-4355"/>
              <a:lumOff val="-2941"/>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Structure and function</a:t>
            </a:r>
            <a:endParaRPr lang="en-MY" sz="2900" kern="1200"/>
          </a:p>
        </p:txBody>
      </p:sp>
      <p:sp>
        <p:nvSpPr>
          <p:cNvPr id="8" name="Freeform: Shape 7">
            <a:extLst>
              <a:ext uri="{FF2B5EF4-FFF2-40B4-BE49-F238E27FC236}">
                <a16:creationId xmlns:a16="http://schemas.microsoft.com/office/drawing/2014/main" id="{FEFDD1BC-A78F-129E-C6F3-C4E91EE1C9AA}"/>
              </a:ext>
            </a:extLst>
          </p:cNvPr>
          <p:cNvSpPr/>
          <p:nvPr/>
        </p:nvSpPr>
        <p:spPr>
          <a:xfrm>
            <a:off x="5993982" y="2437566"/>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3379271"/>
              <a:satOff val="-8710"/>
              <a:lumOff val="-5883"/>
              <a:alphaOff val="0"/>
            </a:schemeClr>
          </a:fillRef>
          <a:effectRef idx="0">
            <a:schemeClr val="accent5">
              <a:hueOff val="-3379271"/>
              <a:satOff val="-8710"/>
              <a:lumOff val="-5883"/>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Computer evolution and performance</a:t>
            </a:r>
            <a:endParaRPr lang="en-MY" sz="2900" kern="1200"/>
          </a:p>
        </p:txBody>
      </p:sp>
      <p:sp>
        <p:nvSpPr>
          <p:cNvPr id="9" name="Freeform: Shape 8">
            <a:extLst>
              <a:ext uri="{FF2B5EF4-FFF2-40B4-BE49-F238E27FC236}">
                <a16:creationId xmlns:a16="http://schemas.microsoft.com/office/drawing/2014/main" id="{B1BCAC25-C085-9552-93E3-9CBA40B5DCED}"/>
              </a:ext>
            </a:extLst>
          </p:cNvPr>
          <p:cNvSpPr/>
          <p:nvPr/>
        </p:nvSpPr>
        <p:spPr>
          <a:xfrm>
            <a:off x="1789967" y="4221088"/>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5068907"/>
              <a:satOff val="-13064"/>
              <a:lumOff val="-8824"/>
              <a:alphaOff val="0"/>
            </a:schemeClr>
          </a:fillRef>
          <a:effectRef idx="0">
            <a:schemeClr val="accent5">
              <a:hueOff val="-5068907"/>
              <a:satOff val="-13064"/>
              <a:lumOff val="-8824"/>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Cloud Computing</a:t>
            </a:r>
            <a:endParaRPr lang="en-MY" sz="2900" kern="1200"/>
          </a:p>
        </p:txBody>
      </p:sp>
      <p:sp>
        <p:nvSpPr>
          <p:cNvPr id="10" name="Freeform: Shape 9">
            <a:extLst>
              <a:ext uri="{FF2B5EF4-FFF2-40B4-BE49-F238E27FC236}">
                <a16:creationId xmlns:a16="http://schemas.microsoft.com/office/drawing/2014/main" id="{65989F70-D366-0175-FB01-04CD9A90457D}"/>
              </a:ext>
            </a:extLst>
          </p:cNvPr>
          <p:cNvSpPr/>
          <p:nvPr/>
        </p:nvSpPr>
        <p:spPr>
          <a:xfrm>
            <a:off x="4592644" y="4221088"/>
            <a:ext cx="2547887" cy="1528732"/>
          </a:xfrm>
          <a:custGeom>
            <a:avLst/>
            <a:gdLst>
              <a:gd name="connsiteX0" fmla="*/ 0 w 2547887"/>
              <a:gd name="connsiteY0" fmla="*/ 0 h 1528732"/>
              <a:gd name="connsiteX1" fmla="*/ 2547887 w 2547887"/>
              <a:gd name="connsiteY1" fmla="*/ 0 h 1528732"/>
              <a:gd name="connsiteX2" fmla="*/ 2547887 w 2547887"/>
              <a:gd name="connsiteY2" fmla="*/ 1528732 h 1528732"/>
              <a:gd name="connsiteX3" fmla="*/ 0 w 2547887"/>
              <a:gd name="connsiteY3" fmla="*/ 1528732 h 1528732"/>
              <a:gd name="connsiteX4" fmla="*/ 0 w 2547887"/>
              <a:gd name="connsiteY4" fmla="*/ 0 h 15287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47887" h="1528732">
                <a:moveTo>
                  <a:pt x="0" y="0"/>
                </a:moveTo>
                <a:lnTo>
                  <a:pt x="2547887" y="0"/>
                </a:lnTo>
                <a:lnTo>
                  <a:pt x="2547887" y="1528732"/>
                </a:lnTo>
                <a:lnTo>
                  <a:pt x="0" y="1528732"/>
                </a:lnTo>
                <a:lnTo>
                  <a:pt x="0" y="0"/>
                </a:lnTo>
                <a:close/>
              </a:path>
            </a:pathLst>
          </a:custGeom>
        </p:spPr>
        <p:style>
          <a:lnRef idx="2">
            <a:schemeClr val="lt1">
              <a:hueOff val="0"/>
              <a:satOff val="0"/>
              <a:lumOff val="0"/>
              <a:alphaOff val="0"/>
            </a:schemeClr>
          </a:lnRef>
          <a:fillRef idx="1">
            <a:schemeClr val="accent5">
              <a:hueOff val="-6758543"/>
              <a:satOff val="-17419"/>
              <a:lumOff val="-11765"/>
              <a:alphaOff val="0"/>
            </a:schemeClr>
          </a:fillRef>
          <a:effectRef idx="0">
            <a:schemeClr val="accent5">
              <a:hueOff val="-6758543"/>
              <a:satOff val="-17419"/>
              <a:lumOff val="-11765"/>
              <a:alphaOff val="0"/>
            </a:schemeClr>
          </a:effectRef>
          <a:fontRef idx="minor">
            <a:schemeClr val="lt1"/>
          </a:fontRef>
        </p:style>
        <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US" sz="2900" kern="1200"/>
              <a:t>Performance Issues</a:t>
            </a:r>
            <a:endParaRPr lang="en-MY" sz="2900" kern="1200"/>
          </a:p>
        </p:txBody>
      </p:sp>
      <p:sp>
        <p:nvSpPr>
          <p:cNvPr id="4" name="TextBox 3">
            <a:extLst>
              <a:ext uri="{FF2B5EF4-FFF2-40B4-BE49-F238E27FC236}">
                <a16:creationId xmlns:a16="http://schemas.microsoft.com/office/drawing/2014/main" id="{1055F6A5-41D8-8D08-3FAF-F4BAE80924B3}"/>
              </a:ext>
            </a:extLst>
          </p:cNvPr>
          <p:cNvSpPr txBox="1"/>
          <p:nvPr/>
        </p:nvSpPr>
        <p:spPr>
          <a:xfrm>
            <a:off x="5500293" y="1571507"/>
            <a:ext cx="3059832" cy="738664"/>
          </a:xfrm>
          <a:prstGeom prst="rect">
            <a:avLst/>
          </a:prstGeom>
          <a:noFill/>
        </p:spPr>
        <p:txBody>
          <a:bodyPr wrap="square">
            <a:spAutoFit/>
          </a:bodyPr>
          <a:lstStyle/>
          <a:p>
            <a:pPr marL="742950" lvl="1" indent="-285750">
              <a:buFont typeface="Arial" panose="020B0604020202020204" pitchFamily="34" charset="0"/>
              <a:buChar char="•"/>
            </a:pPr>
            <a:r>
              <a:rPr lang="en-US" altLang="en-US" sz="1400" dirty="0"/>
              <a:t>History of computers</a:t>
            </a:r>
          </a:p>
          <a:p>
            <a:pPr marL="742950" lvl="1" indent="-285750">
              <a:buFont typeface="Arial" panose="020B0604020202020204" pitchFamily="34" charset="0"/>
              <a:buChar char="•"/>
            </a:pPr>
            <a:r>
              <a:rPr lang="en-US" altLang="en-US" sz="1400" dirty="0"/>
              <a:t>X86, PowerPC and ARM evolution</a:t>
            </a:r>
          </a:p>
        </p:txBody>
      </p:sp>
    </p:spTree>
    <p:extLst>
      <p:ext uri="{BB962C8B-B14F-4D97-AF65-F5344CB8AC3E}">
        <p14:creationId xmlns:p14="http://schemas.microsoft.com/office/powerpoint/2010/main" val="2073480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grpId="0" nodeType="clickEffect">
                                  <p:stCondLst>
                                    <p:cond delay="0"/>
                                  </p:stCondLst>
                                  <p:childTnLst>
                                    <p:anim calcmode="lin" valueType="num">
                                      <p:cBhvr additive="base">
                                        <p:cTn id="6" dur="500"/>
                                        <p:tgtEl>
                                          <p:spTgt spid="6"/>
                                        </p:tgtEl>
                                        <p:attrNameLst>
                                          <p:attrName>ppt_x</p:attrName>
                                        </p:attrNameLst>
                                      </p:cBhvr>
                                      <p:tavLst>
                                        <p:tav tm="0">
                                          <p:val>
                                            <p:strVal val="ppt_x"/>
                                          </p:val>
                                        </p:tav>
                                        <p:tav tm="100000">
                                          <p:val>
                                            <p:strVal val="ppt_x"/>
                                          </p:val>
                                        </p:tav>
                                      </p:tavLst>
                                    </p:anim>
                                    <p:anim calcmode="lin" valueType="num">
                                      <p:cBhvr additive="base">
                                        <p:cTn id="7" dur="500"/>
                                        <p:tgtEl>
                                          <p:spTgt spid="6"/>
                                        </p:tgtEl>
                                        <p:attrNameLst>
                                          <p:attrName>ppt_y</p:attrName>
                                        </p:attrNameLst>
                                      </p:cBhvr>
                                      <p:tavLst>
                                        <p:tav tm="0">
                                          <p:val>
                                            <p:strVal val="ppt_y"/>
                                          </p:val>
                                        </p:tav>
                                        <p:tav tm="100000">
                                          <p:val>
                                            <p:strVal val="1+ppt_h/2"/>
                                          </p:val>
                                        </p:tav>
                                      </p:tavLst>
                                    </p:anim>
                                    <p:set>
                                      <p:cBhvr>
                                        <p:cTn id="8" dur="1" fill="hold">
                                          <p:stCondLst>
                                            <p:cond delay="499"/>
                                          </p:stCondLst>
                                        </p:cTn>
                                        <p:tgtEl>
                                          <p:spTgt spid="6"/>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7"/>
                                        </p:tgtEl>
                                        <p:attrNameLst>
                                          <p:attrName>ppt_x</p:attrName>
                                        </p:attrNameLst>
                                      </p:cBhvr>
                                      <p:tavLst>
                                        <p:tav tm="0">
                                          <p:val>
                                            <p:strVal val="ppt_x"/>
                                          </p:val>
                                        </p:tav>
                                        <p:tav tm="100000">
                                          <p:val>
                                            <p:strVal val="ppt_x"/>
                                          </p:val>
                                        </p:tav>
                                      </p:tavLst>
                                    </p:anim>
                                    <p:anim calcmode="lin" valueType="num">
                                      <p:cBhvr additive="base">
                                        <p:cTn id="11" dur="500"/>
                                        <p:tgtEl>
                                          <p:spTgt spid="7"/>
                                        </p:tgtEl>
                                        <p:attrNameLst>
                                          <p:attrName>ppt_y</p:attrName>
                                        </p:attrNameLst>
                                      </p:cBhvr>
                                      <p:tavLst>
                                        <p:tav tm="0">
                                          <p:val>
                                            <p:strVal val="ppt_y"/>
                                          </p:val>
                                        </p:tav>
                                        <p:tav tm="100000">
                                          <p:val>
                                            <p:strVal val="1+ppt_h/2"/>
                                          </p:val>
                                        </p:tav>
                                      </p:tavLst>
                                    </p:anim>
                                    <p:set>
                                      <p:cBhvr>
                                        <p:cTn id="12" dur="1" fill="hold">
                                          <p:stCondLst>
                                            <p:cond delay="499"/>
                                          </p:stCondLst>
                                        </p:cTn>
                                        <p:tgtEl>
                                          <p:spTgt spid="7"/>
                                        </p:tgtEl>
                                        <p:attrNameLst>
                                          <p:attrName>style.visibility</p:attrName>
                                        </p:attrNameLst>
                                      </p:cBhvr>
                                      <p:to>
                                        <p:strVal val="hidden"/>
                                      </p:to>
                                    </p:set>
                                  </p:childTnLst>
                                </p:cTn>
                              </p:par>
                              <p:par>
                                <p:cTn id="13" presetID="2" presetClass="exit" presetSubtype="4" fill="hold" grpId="0" nodeType="withEffect">
                                  <p:stCondLst>
                                    <p:cond delay="0"/>
                                  </p:stCondLst>
                                  <p:childTnLst>
                                    <p:anim calcmode="lin" valueType="num">
                                      <p:cBhvr additive="base">
                                        <p:cTn id="14" dur="500"/>
                                        <p:tgtEl>
                                          <p:spTgt spid="4"/>
                                        </p:tgtEl>
                                        <p:attrNameLst>
                                          <p:attrName>ppt_x</p:attrName>
                                        </p:attrNameLst>
                                      </p:cBhvr>
                                      <p:tavLst>
                                        <p:tav tm="0">
                                          <p:val>
                                            <p:strVal val="ppt_x"/>
                                          </p:val>
                                        </p:tav>
                                        <p:tav tm="100000">
                                          <p:val>
                                            <p:strVal val="ppt_x"/>
                                          </p:val>
                                        </p:tav>
                                      </p:tavLst>
                                    </p:anim>
                                    <p:anim calcmode="lin" valueType="num">
                                      <p:cBhvr additive="base">
                                        <p:cTn id="15" dur="500"/>
                                        <p:tgtEl>
                                          <p:spTgt spid="4"/>
                                        </p:tgtEl>
                                        <p:attrNameLst>
                                          <p:attrName>ppt_y</p:attrName>
                                        </p:attrNameLst>
                                      </p:cBhvr>
                                      <p:tavLst>
                                        <p:tav tm="0">
                                          <p:val>
                                            <p:strVal val="ppt_y"/>
                                          </p:val>
                                        </p:tav>
                                        <p:tav tm="100000">
                                          <p:val>
                                            <p:strVal val="1+ppt_h/2"/>
                                          </p:val>
                                        </p:tav>
                                      </p:tavLst>
                                    </p:anim>
                                    <p:set>
                                      <p:cBhvr>
                                        <p:cTn id="16" dur="1" fill="hold">
                                          <p:stCondLst>
                                            <p:cond delay="499"/>
                                          </p:stCondLst>
                                        </p:cTn>
                                        <p:tgtEl>
                                          <p:spTgt spid="4"/>
                                        </p:tgtEl>
                                        <p:attrNameLst>
                                          <p:attrName>style.visibility</p:attrName>
                                        </p:attrNameLst>
                                      </p:cBhvr>
                                      <p:to>
                                        <p:strVal val="hidden"/>
                                      </p:to>
                                    </p:set>
                                  </p:childTnLst>
                                </p:cTn>
                              </p:par>
                              <p:par>
                                <p:cTn id="17" presetID="2" presetClass="exit" presetSubtype="4" fill="hold" grpId="0" nodeType="withEffect">
                                  <p:stCondLst>
                                    <p:cond delay="0"/>
                                  </p:stCondLst>
                                  <p:childTnLst>
                                    <p:anim calcmode="lin" valueType="num">
                                      <p:cBhvr additive="base">
                                        <p:cTn id="18" dur="500"/>
                                        <p:tgtEl>
                                          <p:spTgt spid="8"/>
                                        </p:tgtEl>
                                        <p:attrNameLst>
                                          <p:attrName>ppt_x</p:attrName>
                                        </p:attrNameLst>
                                      </p:cBhvr>
                                      <p:tavLst>
                                        <p:tav tm="0">
                                          <p:val>
                                            <p:strVal val="ppt_x"/>
                                          </p:val>
                                        </p:tav>
                                        <p:tav tm="100000">
                                          <p:val>
                                            <p:strVal val="ppt_x"/>
                                          </p:val>
                                        </p:tav>
                                      </p:tavLst>
                                    </p:anim>
                                    <p:anim calcmode="lin" valueType="num">
                                      <p:cBhvr additive="base">
                                        <p:cTn id="19" dur="500"/>
                                        <p:tgtEl>
                                          <p:spTgt spid="8"/>
                                        </p:tgtEl>
                                        <p:attrNameLst>
                                          <p:attrName>ppt_y</p:attrName>
                                        </p:attrNameLst>
                                      </p:cBhvr>
                                      <p:tavLst>
                                        <p:tav tm="0">
                                          <p:val>
                                            <p:strVal val="ppt_y"/>
                                          </p:val>
                                        </p:tav>
                                        <p:tav tm="100000">
                                          <p:val>
                                            <p:strVal val="1+ppt_h/2"/>
                                          </p:val>
                                        </p:tav>
                                      </p:tavLst>
                                    </p:anim>
                                    <p:set>
                                      <p:cBhvr>
                                        <p:cTn id="20" dur="1" fill="hold">
                                          <p:stCondLst>
                                            <p:cond delay="499"/>
                                          </p:stCondLst>
                                        </p:cTn>
                                        <p:tgtEl>
                                          <p:spTgt spid="8"/>
                                        </p:tgtEl>
                                        <p:attrNameLst>
                                          <p:attrName>style.visibility</p:attrName>
                                        </p:attrNameLst>
                                      </p:cBhvr>
                                      <p:to>
                                        <p:strVal val="hidden"/>
                                      </p:to>
                                    </p:set>
                                  </p:childTnLst>
                                </p:cTn>
                              </p:par>
                              <p:par>
                                <p:cTn id="21" presetID="2" presetClass="exit" presetSubtype="4" fill="hold" grpId="0" nodeType="withEffect">
                                  <p:stCondLst>
                                    <p:cond delay="0"/>
                                  </p:stCondLst>
                                  <p:childTnLst>
                                    <p:anim calcmode="lin" valueType="num">
                                      <p:cBhvr additive="base">
                                        <p:cTn id="22" dur="500"/>
                                        <p:tgtEl>
                                          <p:spTgt spid="9"/>
                                        </p:tgtEl>
                                        <p:attrNameLst>
                                          <p:attrName>ppt_x</p:attrName>
                                        </p:attrNameLst>
                                      </p:cBhvr>
                                      <p:tavLst>
                                        <p:tav tm="0">
                                          <p:val>
                                            <p:strVal val="ppt_x"/>
                                          </p:val>
                                        </p:tav>
                                        <p:tav tm="100000">
                                          <p:val>
                                            <p:strVal val="ppt_x"/>
                                          </p:val>
                                        </p:tav>
                                      </p:tavLst>
                                    </p:anim>
                                    <p:anim calcmode="lin" valueType="num">
                                      <p:cBhvr additive="base">
                                        <p:cTn id="23" dur="500"/>
                                        <p:tgtEl>
                                          <p:spTgt spid="9"/>
                                        </p:tgtEl>
                                        <p:attrNameLst>
                                          <p:attrName>ppt_y</p:attrName>
                                        </p:attrNameLst>
                                      </p:cBhvr>
                                      <p:tavLst>
                                        <p:tav tm="0">
                                          <p:val>
                                            <p:strVal val="ppt_y"/>
                                          </p:val>
                                        </p:tav>
                                        <p:tav tm="100000">
                                          <p:val>
                                            <p:strVal val="1+ppt_h/2"/>
                                          </p:val>
                                        </p:tav>
                                      </p:tavLst>
                                    </p:anim>
                                    <p:set>
                                      <p:cBhvr>
                                        <p:cTn id="24"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4"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3CE8456D-5D18-8FDB-B5B2-58B7E7CDEFED}"/>
              </a:ext>
            </a:extLst>
          </p:cNvPr>
          <p:cNvSpPr>
            <a:spLocks noGrp="1" noChangeArrowheads="1"/>
          </p:cNvSpPr>
          <p:nvPr>
            <p:ph type="title"/>
          </p:nvPr>
        </p:nvSpPr>
        <p:spPr>
          <a:xfrm>
            <a:off x="649228" y="365760"/>
            <a:ext cx="7269480" cy="1325562"/>
          </a:xfrm>
        </p:spPr>
        <p:txBody>
          <a:bodyPr/>
          <a:lstStyle/>
          <a:p>
            <a:r>
              <a:rPr lang="en-GB" altLang="en-US" dirty="0"/>
              <a:t>Performance Assessment</a:t>
            </a:r>
          </a:p>
        </p:txBody>
      </p:sp>
      <p:sp>
        <p:nvSpPr>
          <p:cNvPr id="143363" name="Rectangle 3">
            <a:extLst>
              <a:ext uri="{FF2B5EF4-FFF2-40B4-BE49-F238E27FC236}">
                <a16:creationId xmlns:a16="http://schemas.microsoft.com/office/drawing/2014/main" id="{D1B1EDD0-B689-3053-DB52-83E240F8BD4A}"/>
              </a:ext>
            </a:extLst>
          </p:cNvPr>
          <p:cNvSpPr>
            <a:spLocks noGrp="1" noChangeArrowheads="1"/>
          </p:cNvSpPr>
          <p:nvPr>
            <p:ph idx="1"/>
          </p:nvPr>
        </p:nvSpPr>
        <p:spPr>
          <a:xfrm>
            <a:off x="649228" y="1844824"/>
            <a:ext cx="7523172" cy="4351337"/>
          </a:xfrm>
        </p:spPr>
        <p:txBody>
          <a:bodyPr/>
          <a:lstStyle/>
          <a:p>
            <a:pPr marL="0" indent="0">
              <a:lnSpc>
                <a:spcPct val="90000"/>
              </a:lnSpc>
              <a:buNone/>
            </a:pPr>
            <a:r>
              <a:rPr lang="en-GB" altLang="en-US" sz="2400" dirty="0"/>
              <a:t>Key parameters</a:t>
            </a:r>
          </a:p>
        </p:txBody>
      </p:sp>
      <p:graphicFrame>
        <p:nvGraphicFramePr>
          <p:cNvPr id="3" name="Diagram 2">
            <a:extLst>
              <a:ext uri="{FF2B5EF4-FFF2-40B4-BE49-F238E27FC236}">
                <a16:creationId xmlns:a16="http://schemas.microsoft.com/office/drawing/2014/main" id="{1C86580E-6315-C102-ECDF-087930E4F29E}"/>
              </a:ext>
            </a:extLst>
          </p:cNvPr>
          <p:cNvGraphicFramePr/>
          <p:nvPr>
            <p:extLst>
              <p:ext uri="{D42A27DB-BD31-4B8C-83A1-F6EECF244321}">
                <p14:modId xmlns:p14="http://schemas.microsoft.com/office/powerpoint/2010/main" val="742985143"/>
              </p:ext>
            </p:extLst>
          </p:nvPr>
        </p:nvGraphicFramePr>
        <p:xfrm>
          <a:off x="755576" y="1966280"/>
          <a:ext cx="7056784" cy="43513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8C31A672-EC80-43BF-A8A5-9DB11BDBFDE6}"/>
              </a:ext>
            </a:extLst>
          </p:cNvPr>
          <p:cNvSpPr>
            <a:spLocks noGrp="1" noChangeArrowheads="1"/>
          </p:cNvSpPr>
          <p:nvPr>
            <p:ph type="title"/>
          </p:nvPr>
        </p:nvSpPr>
        <p:spPr/>
        <p:txBody>
          <a:bodyPr/>
          <a:lstStyle/>
          <a:p>
            <a:r>
              <a:rPr lang="en-GB" altLang="en-US" dirty="0"/>
              <a:t>Clock Speed</a:t>
            </a:r>
          </a:p>
        </p:txBody>
      </p:sp>
      <p:sp>
        <p:nvSpPr>
          <p:cNvPr id="144387" name="Rectangle 3">
            <a:extLst>
              <a:ext uri="{FF2B5EF4-FFF2-40B4-BE49-F238E27FC236}">
                <a16:creationId xmlns:a16="http://schemas.microsoft.com/office/drawing/2014/main" id="{10F5822C-CA04-769B-BA2B-09183FEE714F}"/>
              </a:ext>
            </a:extLst>
          </p:cNvPr>
          <p:cNvSpPr>
            <a:spLocks noGrp="1" noChangeArrowheads="1"/>
          </p:cNvSpPr>
          <p:nvPr>
            <p:ph idx="1"/>
          </p:nvPr>
        </p:nvSpPr>
        <p:spPr>
          <a:xfrm>
            <a:off x="946404" y="1828801"/>
            <a:ext cx="7370012" cy="4351337"/>
          </a:xfrm>
        </p:spPr>
        <p:txBody>
          <a:bodyPr>
            <a:normAutofit fontScale="77500" lnSpcReduction="20000"/>
          </a:bodyPr>
          <a:lstStyle/>
          <a:p>
            <a:pPr>
              <a:lnSpc>
                <a:spcPct val="90000"/>
              </a:lnSpc>
            </a:pPr>
            <a:r>
              <a:rPr lang="en-US" altLang="en-US" sz="2400" dirty="0"/>
              <a:t>The speed of a processor is dictated by the pulse frequency produced by the clock, measured in </a:t>
            </a:r>
          </a:p>
          <a:p>
            <a:pPr lvl="1"/>
            <a:r>
              <a:rPr lang="en-US" altLang="en-US" sz="2200" dirty="0"/>
              <a:t>cycles per second</a:t>
            </a:r>
          </a:p>
          <a:p>
            <a:pPr lvl="1"/>
            <a:r>
              <a:rPr lang="en-US" altLang="en-US" sz="2200" dirty="0"/>
              <a:t>Hertz (Hz)</a:t>
            </a:r>
          </a:p>
          <a:p>
            <a:pPr>
              <a:lnSpc>
                <a:spcPct val="90000"/>
              </a:lnSpc>
            </a:pPr>
            <a:r>
              <a:rPr lang="en-US" altLang="en-US" sz="2400" dirty="0"/>
              <a:t>Clock signals are generated by a quartz crystal, which generates a constant sine wave while power is applied. This wave is converted into a digital voltage</a:t>
            </a:r>
            <a:endParaRPr lang="en-GB" altLang="en-US" sz="2400" dirty="0"/>
          </a:p>
          <a:p>
            <a:pPr>
              <a:lnSpc>
                <a:spcPct val="90000"/>
              </a:lnSpc>
            </a:pPr>
            <a:r>
              <a:rPr lang="en-GB" altLang="en-US" sz="2400" dirty="0"/>
              <a:t>Signals in CPU take time to settle down to 1 or 0</a:t>
            </a:r>
          </a:p>
          <a:p>
            <a:pPr>
              <a:lnSpc>
                <a:spcPct val="90000"/>
              </a:lnSpc>
            </a:pPr>
            <a:r>
              <a:rPr lang="en-GB" altLang="en-US" sz="2400" dirty="0"/>
              <a:t>Signals may change at different speeds</a:t>
            </a:r>
          </a:p>
          <a:p>
            <a:pPr>
              <a:lnSpc>
                <a:spcPct val="90000"/>
              </a:lnSpc>
            </a:pPr>
            <a:r>
              <a:rPr lang="en-GB" altLang="en-US" sz="2400" dirty="0"/>
              <a:t>Operations need to be synchronised</a:t>
            </a:r>
          </a:p>
          <a:p>
            <a:pPr>
              <a:lnSpc>
                <a:spcPct val="90000"/>
              </a:lnSpc>
            </a:pPr>
            <a:r>
              <a:rPr lang="en-GB" altLang="en-US" sz="2400" dirty="0"/>
              <a:t>Instruction execution in discrete steps</a:t>
            </a:r>
          </a:p>
          <a:p>
            <a:pPr lvl="1">
              <a:lnSpc>
                <a:spcPct val="90000"/>
              </a:lnSpc>
            </a:pPr>
            <a:r>
              <a:rPr lang="en-GB" altLang="en-US" sz="2000" dirty="0"/>
              <a:t>Fetch, decode, load and store, arithmetic or logical</a:t>
            </a:r>
          </a:p>
          <a:p>
            <a:pPr lvl="1">
              <a:lnSpc>
                <a:spcPct val="90000"/>
              </a:lnSpc>
            </a:pPr>
            <a:r>
              <a:rPr lang="en-GB" altLang="en-US" sz="2000" dirty="0"/>
              <a:t>Usually require multiple clock cycles per instruction</a:t>
            </a:r>
          </a:p>
          <a:p>
            <a:pPr>
              <a:lnSpc>
                <a:spcPct val="90000"/>
              </a:lnSpc>
            </a:pPr>
            <a:r>
              <a:rPr lang="en-GB" altLang="en-US" sz="2400" dirty="0"/>
              <a:t>Pipelining gives simultaneous execution of instructions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5F4E0-9396-6510-BD06-B2AD6EEAC4C4}"/>
              </a:ext>
            </a:extLst>
          </p:cNvPr>
          <p:cNvSpPr>
            <a:spLocks noGrp="1"/>
          </p:cNvSpPr>
          <p:nvPr>
            <p:ph type="title"/>
          </p:nvPr>
        </p:nvSpPr>
        <p:spPr/>
        <p:txBody>
          <a:bodyPr/>
          <a:lstStyle/>
          <a:p>
            <a:r>
              <a:rPr lang="en-GB" altLang="en-US" dirty="0"/>
              <a:t>Clock Speed</a:t>
            </a:r>
            <a:endParaRPr lang="en-MY" dirty="0"/>
          </a:p>
        </p:txBody>
      </p:sp>
      <p:graphicFrame>
        <p:nvGraphicFramePr>
          <p:cNvPr id="4" name="Content Placeholder 3">
            <a:extLst>
              <a:ext uri="{FF2B5EF4-FFF2-40B4-BE49-F238E27FC236}">
                <a16:creationId xmlns:a16="http://schemas.microsoft.com/office/drawing/2014/main" id="{2D92392B-D455-1701-EF53-86EE7C8A8CB7}"/>
              </a:ext>
            </a:extLst>
          </p:cNvPr>
          <p:cNvGraphicFramePr>
            <a:graphicFrameLocks noGrp="1"/>
          </p:cNvGraphicFramePr>
          <p:nvPr>
            <p:ph idx="1"/>
            <p:extLst>
              <p:ext uri="{D42A27DB-BD31-4B8C-83A1-F6EECF244321}">
                <p14:modId xmlns:p14="http://schemas.microsoft.com/office/powerpoint/2010/main" val="3330966304"/>
              </p:ext>
            </p:extLst>
          </p:nvPr>
        </p:nvGraphicFramePr>
        <p:xfrm>
          <a:off x="946404" y="1828801"/>
          <a:ext cx="6446520"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2027963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5415" name="Rectangle 145414">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29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useBgFill="1">
        <p:nvSpPr>
          <p:cNvPr id="145417" name="Rectangle 145416">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0"/>
            <a:ext cx="812673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145419" name="Rectangle 145418">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2900" y="5105400"/>
            <a:ext cx="812673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145410" name="Rectangle 2">
            <a:extLst>
              <a:ext uri="{FF2B5EF4-FFF2-40B4-BE49-F238E27FC236}">
                <a16:creationId xmlns:a16="http://schemas.microsoft.com/office/drawing/2014/main" id="{25520769-3E22-DB28-A714-08BDD046B0C3}"/>
              </a:ext>
            </a:extLst>
          </p:cNvPr>
          <p:cNvSpPr>
            <a:spLocks noGrp="1" noChangeArrowheads="1"/>
          </p:cNvSpPr>
          <p:nvPr>
            <p:ph type="title"/>
          </p:nvPr>
        </p:nvSpPr>
        <p:spPr>
          <a:xfrm>
            <a:off x="708137" y="5181600"/>
            <a:ext cx="7617326" cy="1076324"/>
          </a:xfrm>
        </p:spPr>
        <p:txBody>
          <a:bodyPr vert="horz" lIns="91440" tIns="45720" rIns="91440" bIns="45720" rtlCol="0" anchor="b">
            <a:normAutofit/>
          </a:bodyPr>
          <a:lstStyle/>
          <a:p>
            <a:pPr>
              <a:lnSpc>
                <a:spcPct val="85000"/>
              </a:lnSpc>
            </a:pPr>
            <a:r>
              <a:rPr lang="en-US" altLang="en-US" sz="4700">
                <a:solidFill>
                  <a:srgbClr val="FFFFFF"/>
                </a:solidFill>
              </a:rPr>
              <a:t>System Clock</a:t>
            </a:r>
          </a:p>
        </p:txBody>
      </p:sp>
      <p:sp>
        <p:nvSpPr>
          <p:cNvPr id="145421" name="Rectangle 145420">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29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BB845E46-2D5A-CF2C-91D9-0D68E5BFCDEC}"/>
              </a:ext>
            </a:extLst>
          </p:cNvPr>
          <p:cNvPicPr>
            <a:picLocks noChangeAspect="1"/>
          </p:cNvPicPr>
          <p:nvPr/>
        </p:nvPicPr>
        <p:blipFill>
          <a:blip r:embed="rId3"/>
          <a:stretch>
            <a:fillRect/>
          </a:stretch>
        </p:blipFill>
        <p:spPr>
          <a:xfrm>
            <a:off x="822960" y="1698171"/>
            <a:ext cx="7196042" cy="1709059"/>
          </a:xfrm>
          <a:prstGeom prst="rect">
            <a:avLst/>
          </a:prstGeom>
        </p:spPr>
      </p:pic>
      <p:sp>
        <p:nvSpPr>
          <p:cNvPr id="145423" name="Rectangle 145422">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69630" y="0"/>
            <a:ext cx="67437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05EAE6C-A987-6337-6A97-A7A86A50F8D4}"/>
              </a:ext>
            </a:extLst>
          </p:cNvPr>
          <p:cNvSpPr txBox="1"/>
          <p:nvPr/>
        </p:nvSpPr>
        <p:spPr>
          <a:xfrm>
            <a:off x="2699792" y="1844824"/>
            <a:ext cx="1326453" cy="400110"/>
          </a:xfrm>
          <a:prstGeom prst="rect">
            <a:avLst/>
          </a:prstGeom>
          <a:noFill/>
        </p:spPr>
        <p:txBody>
          <a:bodyPr wrap="none" rtlCol="0">
            <a:spAutoFit/>
          </a:bodyPr>
          <a:lstStyle/>
          <a:p>
            <a:r>
              <a:rPr lang="en-MY" dirty="0"/>
              <a:t>Sine wave</a:t>
            </a:r>
          </a:p>
        </p:txBody>
      </p:sp>
      <p:sp>
        <p:nvSpPr>
          <p:cNvPr id="5" name="TextBox 4">
            <a:extLst>
              <a:ext uri="{FF2B5EF4-FFF2-40B4-BE49-F238E27FC236}">
                <a16:creationId xmlns:a16="http://schemas.microsoft.com/office/drawing/2014/main" id="{2A434537-AB3E-A352-5E45-47CD8193672A}"/>
              </a:ext>
            </a:extLst>
          </p:cNvPr>
          <p:cNvSpPr txBox="1"/>
          <p:nvPr/>
        </p:nvSpPr>
        <p:spPr>
          <a:xfrm>
            <a:off x="5899507" y="1822046"/>
            <a:ext cx="1816972" cy="400110"/>
          </a:xfrm>
          <a:prstGeom prst="rect">
            <a:avLst/>
          </a:prstGeom>
          <a:noFill/>
        </p:spPr>
        <p:txBody>
          <a:bodyPr wrap="none" rtlCol="0">
            <a:spAutoFit/>
          </a:bodyPr>
          <a:lstStyle/>
          <a:p>
            <a:r>
              <a:rPr lang="en-MY" dirty="0"/>
              <a:t>Digital Voltage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A8226D79-557A-36A4-6CF9-22611EBDB13E}"/>
              </a:ext>
            </a:extLst>
          </p:cNvPr>
          <p:cNvSpPr>
            <a:spLocks noGrp="1" noChangeArrowheads="1"/>
          </p:cNvSpPr>
          <p:nvPr>
            <p:ph type="title"/>
          </p:nvPr>
        </p:nvSpPr>
        <p:spPr/>
        <p:txBody>
          <a:bodyPr/>
          <a:lstStyle/>
          <a:p>
            <a:r>
              <a:rPr lang="en-GB" altLang="en-US" dirty="0"/>
              <a:t>Instruction Execution Rate</a:t>
            </a:r>
          </a:p>
        </p:txBody>
      </p:sp>
      <p:sp>
        <p:nvSpPr>
          <p:cNvPr id="146435" name="Rectangle 3">
            <a:extLst>
              <a:ext uri="{FF2B5EF4-FFF2-40B4-BE49-F238E27FC236}">
                <a16:creationId xmlns:a16="http://schemas.microsoft.com/office/drawing/2014/main" id="{EDFA30E7-84F2-5CFA-8EFD-87393CAADF9E}"/>
              </a:ext>
            </a:extLst>
          </p:cNvPr>
          <p:cNvSpPr>
            <a:spLocks noGrp="1" noChangeArrowheads="1"/>
          </p:cNvSpPr>
          <p:nvPr>
            <p:ph type="body" sz="half" idx="1"/>
          </p:nvPr>
        </p:nvSpPr>
        <p:spPr>
          <a:xfrm>
            <a:off x="457200" y="1371600"/>
            <a:ext cx="8147050" cy="5297488"/>
          </a:xfrm>
        </p:spPr>
        <p:txBody>
          <a:bodyPr>
            <a:normAutofit/>
          </a:bodyPr>
          <a:lstStyle/>
          <a:p>
            <a:r>
              <a:rPr lang="en-US" sz="1600" b="0" i="0" dirty="0">
                <a:solidFill>
                  <a:srgbClr val="242021"/>
                </a:solidFill>
                <a:effectLst/>
                <a:latin typeface="TimesTenLTStd-Roman"/>
              </a:rPr>
              <a:t>Most computers run synchronously utilizing a CPU clock running at a constant clock rate, where clock rate = 1/f</a:t>
            </a:r>
          </a:p>
          <a:p>
            <a:endParaRPr lang="en-US" sz="1600" dirty="0">
              <a:solidFill>
                <a:srgbClr val="242021"/>
              </a:solidFill>
              <a:latin typeface="TimesTenLTStd-Roman"/>
            </a:endParaRPr>
          </a:p>
          <a:p>
            <a:endParaRPr lang="en-US" sz="1600" b="0" i="0" dirty="0">
              <a:solidFill>
                <a:srgbClr val="242021"/>
              </a:solidFill>
              <a:effectLst/>
              <a:latin typeface="TimesTenLTStd-Roman"/>
            </a:endParaRPr>
          </a:p>
          <a:p>
            <a:endParaRPr lang="en-US" sz="1600" dirty="0">
              <a:solidFill>
                <a:srgbClr val="242021"/>
              </a:solidFill>
              <a:latin typeface="TimesTenLTStd-Roman"/>
            </a:endParaRPr>
          </a:p>
          <a:p>
            <a:endParaRPr lang="en-US" sz="1600" dirty="0">
              <a:solidFill>
                <a:srgbClr val="242021"/>
              </a:solidFill>
              <a:latin typeface="TimesTenLTStd-Roman"/>
            </a:endParaRPr>
          </a:p>
          <a:p>
            <a:endParaRPr lang="en-US" sz="1600" dirty="0">
              <a:solidFill>
                <a:srgbClr val="242021"/>
              </a:solidFill>
              <a:latin typeface="TimesTenLTStd-Roman"/>
            </a:endParaRPr>
          </a:p>
          <a:p>
            <a:endParaRPr lang="en-US" sz="1600" dirty="0">
              <a:solidFill>
                <a:srgbClr val="242021"/>
              </a:solidFill>
              <a:latin typeface="TimesTenLTStd-Roman"/>
            </a:endParaRPr>
          </a:p>
          <a:p>
            <a:endParaRPr lang="en-US" sz="1600" dirty="0">
              <a:solidFill>
                <a:srgbClr val="242021"/>
              </a:solidFill>
              <a:latin typeface="TimesTenLTStd-Roman"/>
            </a:endParaRPr>
          </a:p>
          <a:p>
            <a:r>
              <a:rPr lang="en-US" sz="1600" dirty="0"/>
              <a:t>The CPU clock rate depends on the specific CPU organization (design) and hardware implementation technology (VLSI) used</a:t>
            </a:r>
          </a:p>
          <a:p>
            <a:r>
              <a:rPr lang="en-US" sz="1600" dirty="0"/>
              <a:t>A single machine instruction may take one or more CPU cycles to complete termed as the </a:t>
            </a:r>
            <a:r>
              <a:rPr lang="en-US" sz="1600" b="1" u="sng" dirty="0"/>
              <a:t>Cycles Per Instruction (CPI).</a:t>
            </a:r>
            <a:br>
              <a:rPr lang="en-US" sz="1600" b="1" u="sng" dirty="0"/>
            </a:br>
            <a:endParaRPr lang="en-GB" altLang="en-US" sz="1600" b="1" u="sng" dirty="0"/>
          </a:p>
          <a:p>
            <a:pPr>
              <a:buFontTx/>
              <a:buNone/>
            </a:pPr>
            <a:endParaRPr lang="en-GB" altLang="en-US" sz="1600" dirty="0"/>
          </a:p>
          <a:p>
            <a:pPr>
              <a:buFontTx/>
              <a:buNone/>
            </a:pPr>
            <a:endParaRPr lang="en-GB" altLang="en-US" sz="1600" dirty="0"/>
          </a:p>
        </p:txBody>
      </p:sp>
      <p:sp>
        <p:nvSpPr>
          <p:cNvPr id="5" name="TextBox 4">
            <a:extLst>
              <a:ext uri="{FF2B5EF4-FFF2-40B4-BE49-F238E27FC236}">
                <a16:creationId xmlns:a16="http://schemas.microsoft.com/office/drawing/2014/main" id="{E87CE16A-215E-E70D-2E41-4BEFFF90DF87}"/>
              </a:ext>
            </a:extLst>
          </p:cNvPr>
          <p:cNvSpPr txBox="1"/>
          <p:nvPr/>
        </p:nvSpPr>
        <p:spPr>
          <a:xfrm>
            <a:off x="3487713" y="1929825"/>
            <a:ext cx="1565920" cy="584775"/>
          </a:xfrm>
          <a:prstGeom prst="rect">
            <a:avLst/>
          </a:prstGeom>
          <a:noFill/>
        </p:spPr>
        <p:txBody>
          <a:bodyPr wrap="square">
            <a:spAutoFit/>
          </a:bodyPr>
          <a:lstStyle/>
          <a:p>
            <a:pPr>
              <a:buFontTx/>
              <a:buNone/>
            </a:pPr>
            <a:r>
              <a:rPr lang="en-GB" altLang="en-US" sz="3200" dirty="0"/>
              <a:t>t= 1/f</a:t>
            </a:r>
          </a:p>
        </p:txBody>
      </p:sp>
      <p:pic>
        <p:nvPicPr>
          <p:cNvPr id="7" name="Picture 6">
            <a:extLst>
              <a:ext uri="{FF2B5EF4-FFF2-40B4-BE49-F238E27FC236}">
                <a16:creationId xmlns:a16="http://schemas.microsoft.com/office/drawing/2014/main" id="{03D329B3-D8E0-2EA5-A9F7-5C7CC7C0748E}"/>
              </a:ext>
            </a:extLst>
          </p:cNvPr>
          <p:cNvPicPr>
            <a:picLocks noChangeAspect="1"/>
          </p:cNvPicPr>
          <p:nvPr/>
        </p:nvPicPr>
        <p:blipFill>
          <a:blip r:embed="rId3"/>
          <a:stretch>
            <a:fillRect/>
          </a:stretch>
        </p:blipFill>
        <p:spPr>
          <a:xfrm>
            <a:off x="827584" y="2780928"/>
            <a:ext cx="6886179" cy="2016224"/>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224B19B-C38D-F461-77E7-82B407489E9C}"/>
              </a:ext>
            </a:extLst>
          </p:cNvPr>
          <p:cNvSpPr>
            <a:spLocks noGrp="1"/>
          </p:cNvSpPr>
          <p:nvPr>
            <p:ph type="title"/>
          </p:nvPr>
        </p:nvSpPr>
        <p:spPr>
          <a:xfrm>
            <a:off x="467544" y="365760"/>
            <a:ext cx="7748340" cy="1325562"/>
          </a:xfrm>
        </p:spPr>
        <p:txBody>
          <a:bodyPr/>
          <a:lstStyle/>
          <a:p>
            <a:r>
              <a:rPr lang="en-MY" dirty="0"/>
              <a:t>Cycle per instruction (CPI)</a:t>
            </a:r>
          </a:p>
        </p:txBody>
      </p:sp>
      <p:sp>
        <p:nvSpPr>
          <p:cNvPr id="7" name="Content Placeholder 6">
            <a:extLst>
              <a:ext uri="{FF2B5EF4-FFF2-40B4-BE49-F238E27FC236}">
                <a16:creationId xmlns:a16="http://schemas.microsoft.com/office/drawing/2014/main" id="{9D86C150-85CB-4A3D-3945-446794E2F177}"/>
              </a:ext>
            </a:extLst>
          </p:cNvPr>
          <p:cNvSpPr>
            <a:spLocks noGrp="1"/>
          </p:cNvSpPr>
          <p:nvPr>
            <p:ph idx="1"/>
          </p:nvPr>
        </p:nvSpPr>
        <p:spPr>
          <a:xfrm>
            <a:off x="521755" y="2140903"/>
            <a:ext cx="7694129" cy="2800265"/>
          </a:xfrm>
        </p:spPr>
        <p:txBody>
          <a:bodyPr>
            <a:normAutofit/>
          </a:bodyPr>
          <a:lstStyle/>
          <a:p>
            <a:r>
              <a:rPr lang="en-MY" sz="2800" dirty="0"/>
              <a:t>Cycle/sec = Hertz = Hz </a:t>
            </a:r>
          </a:p>
          <a:p>
            <a:r>
              <a:rPr lang="en-MY" sz="2800" dirty="0"/>
              <a:t>MHz = 10</a:t>
            </a:r>
            <a:r>
              <a:rPr lang="en-MY" sz="2800" baseline="30000" dirty="0"/>
              <a:t>6</a:t>
            </a:r>
            <a:r>
              <a:rPr lang="en-MY" sz="2800" dirty="0"/>
              <a:t> Hz </a:t>
            </a:r>
          </a:p>
          <a:p>
            <a:r>
              <a:rPr lang="en-MY" sz="2800" dirty="0"/>
              <a:t>GHz = 10</a:t>
            </a:r>
            <a:r>
              <a:rPr lang="en-MY" sz="2800" baseline="30000" dirty="0"/>
              <a:t>9</a:t>
            </a:r>
            <a:r>
              <a:rPr lang="en-MY" sz="2800" dirty="0"/>
              <a:t> Hz </a:t>
            </a:r>
          </a:p>
        </p:txBody>
      </p:sp>
    </p:spTree>
    <p:extLst>
      <p:ext uri="{BB962C8B-B14F-4D97-AF65-F5344CB8AC3E}">
        <p14:creationId xmlns:p14="http://schemas.microsoft.com/office/powerpoint/2010/main" val="344080077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903CA84-03BA-54B0-316A-439DCABFF115}"/>
              </a:ext>
            </a:extLst>
          </p:cNvPr>
          <p:cNvSpPr>
            <a:spLocks noGrp="1"/>
          </p:cNvSpPr>
          <p:nvPr>
            <p:ph type="title"/>
          </p:nvPr>
        </p:nvSpPr>
        <p:spPr>
          <a:xfrm>
            <a:off x="467544" y="365760"/>
            <a:ext cx="7748340" cy="1325562"/>
          </a:xfrm>
        </p:spPr>
        <p:txBody>
          <a:bodyPr/>
          <a:lstStyle/>
          <a:p>
            <a:r>
              <a:rPr lang="en-MY" dirty="0"/>
              <a:t>Average instruction (CPI)</a:t>
            </a:r>
          </a:p>
        </p:txBody>
      </p:sp>
      <p:sp>
        <p:nvSpPr>
          <p:cNvPr id="7" name="Content Placeholder 6">
            <a:extLst>
              <a:ext uri="{FF2B5EF4-FFF2-40B4-BE49-F238E27FC236}">
                <a16:creationId xmlns:a16="http://schemas.microsoft.com/office/drawing/2014/main" id="{DC2D8960-A172-AB48-9033-BEEEAE46D43E}"/>
              </a:ext>
            </a:extLst>
          </p:cNvPr>
          <p:cNvSpPr>
            <a:spLocks noGrp="1"/>
          </p:cNvSpPr>
          <p:nvPr>
            <p:ph idx="1"/>
          </p:nvPr>
        </p:nvSpPr>
        <p:spPr>
          <a:xfrm>
            <a:off x="467544" y="1828801"/>
            <a:ext cx="7748339" cy="4351337"/>
          </a:xfrm>
        </p:spPr>
        <p:txBody>
          <a:bodyPr/>
          <a:lstStyle/>
          <a:p>
            <a:r>
              <a:rPr lang="en-MY" dirty="0"/>
              <a:t>What’s an “average instruction” (CPI)?</a:t>
            </a:r>
          </a:p>
          <a:p>
            <a:r>
              <a:rPr lang="en-MY" dirty="0"/>
              <a:t>Given a program, how many cycles does an instruction typically take? </a:t>
            </a:r>
          </a:p>
        </p:txBody>
      </p:sp>
      <p:sp>
        <p:nvSpPr>
          <p:cNvPr id="8" name="Rectangle: Rounded Corners 7">
            <a:extLst>
              <a:ext uri="{FF2B5EF4-FFF2-40B4-BE49-F238E27FC236}">
                <a16:creationId xmlns:a16="http://schemas.microsoft.com/office/drawing/2014/main" id="{7BEC6394-43AE-7D7B-B51A-5E97C0418A4F}"/>
              </a:ext>
            </a:extLst>
          </p:cNvPr>
          <p:cNvSpPr/>
          <p:nvPr/>
        </p:nvSpPr>
        <p:spPr>
          <a:xfrm>
            <a:off x="1043608" y="3284984"/>
            <a:ext cx="6336704" cy="1152128"/>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MY" dirty="0">
                <a:solidFill>
                  <a:schemeClr val="tx1"/>
                </a:solidFill>
              </a:rPr>
              <a:t>Depends on how many instructions and what are the types of instructions </a:t>
            </a:r>
          </a:p>
        </p:txBody>
      </p:sp>
      <p:sp>
        <p:nvSpPr>
          <p:cNvPr id="9" name="Rectangle: Rounded Corners 8">
            <a:extLst>
              <a:ext uri="{FF2B5EF4-FFF2-40B4-BE49-F238E27FC236}">
                <a16:creationId xmlns:a16="http://schemas.microsoft.com/office/drawing/2014/main" id="{92FB66A0-2E26-F554-F1B0-23186805017A}"/>
              </a:ext>
            </a:extLst>
          </p:cNvPr>
          <p:cNvSpPr/>
          <p:nvPr/>
        </p:nvSpPr>
        <p:spPr>
          <a:xfrm>
            <a:off x="1619672" y="4574591"/>
            <a:ext cx="6336704" cy="1152128"/>
          </a:xfrm>
          <a:prstGeom prst="round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MY" dirty="0">
                <a:solidFill>
                  <a:schemeClr val="tx1"/>
                </a:solidFill>
              </a:rPr>
              <a:t>E.g. all addition vs all loads for multi-cycle implementation </a:t>
            </a:r>
          </a:p>
        </p:txBody>
      </p:sp>
    </p:spTree>
    <p:extLst>
      <p:ext uri="{BB962C8B-B14F-4D97-AF65-F5344CB8AC3E}">
        <p14:creationId xmlns:p14="http://schemas.microsoft.com/office/powerpoint/2010/main" val="3662664833"/>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A278BD58-FB83-D4FA-2285-8C089A4B5CBE}"/>
              </a:ext>
            </a:extLst>
          </p:cNvPr>
          <p:cNvGrpSpPr/>
          <p:nvPr/>
        </p:nvGrpSpPr>
        <p:grpSpPr>
          <a:xfrm>
            <a:off x="395536" y="288390"/>
            <a:ext cx="7961489" cy="6281219"/>
            <a:chOff x="395536" y="288390"/>
            <a:chExt cx="7961489" cy="6281219"/>
          </a:xfrm>
        </p:grpSpPr>
        <p:pic>
          <p:nvPicPr>
            <p:cNvPr id="7" name="Picture 6">
              <a:extLst>
                <a:ext uri="{FF2B5EF4-FFF2-40B4-BE49-F238E27FC236}">
                  <a16:creationId xmlns:a16="http://schemas.microsoft.com/office/drawing/2014/main" id="{7EB91B2B-3AE5-BAE0-EBEB-778D6CCCC0CD}"/>
                </a:ext>
              </a:extLst>
            </p:cNvPr>
            <p:cNvPicPr>
              <a:picLocks noChangeAspect="1"/>
            </p:cNvPicPr>
            <p:nvPr/>
          </p:nvPicPr>
          <p:blipFill>
            <a:blip r:embed="rId2"/>
            <a:stretch>
              <a:fillRect/>
            </a:stretch>
          </p:blipFill>
          <p:spPr>
            <a:xfrm>
              <a:off x="395536" y="288390"/>
              <a:ext cx="7961489" cy="6281219"/>
            </a:xfrm>
            <a:prstGeom prst="rect">
              <a:avLst/>
            </a:prstGeom>
          </p:spPr>
        </p:pic>
        <p:sp>
          <p:nvSpPr>
            <p:cNvPr id="8" name="Rectangle 7">
              <a:extLst>
                <a:ext uri="{FF2B5EF4-FFF2-40B4-BE49-F238E27FC236}">
                  <a16:creationId xmlns:a16="http://schemas.microsoft.com/office/drawing/2014/main" id="{A57D01C8-5D2B-3F4D-8C70-6C09DC393743}"/>
                </a:ext>
              </a:extLst>
            </p:cNvPr>
            <p:cNvSpPr/>
            <p:nvPr/>
          </p:nvSpPr>
          <p:spPr>
            <a:xfrm>
              <a:off x="5436096" y="5805264"/>
              <a:ext cx="2592288" cy="764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cxnSp>
          <p:nvCxnSpPr>
            <p:cNvPr id="10" name="Straight Connector 9">
              <a:extLst>
                <a:ext uri="{FF2B5EF4-FFF2-40B4-BE49-F238E27FC236}">
                  <a16:creationId xmlns:a16="http://schemas.microsoft.com/office/drawing/2014/main" id="{DAE5476B-D50C-5B3D-F328-6D15E1C9EDCF}"/>
                </a:ext>
              </a:extLst>
            </p:cNvPr>
            <p:cNvCxnSpPr>
              <a:cxnSpLocks/>
            </p:cNvCxnSpPr>
            <p:nvPr/>
          </p:nvCxnSpPr>
          <p:spPr>
            <a:xfrm>
              <a:off x="5436096" y="6093296"/>
              <a:ext cx="2592288" cy="0"/>
            </a:xfrm>
            <a:prstGeom prst="line">
              <a:avLst/>
            </a:prstGeom>
            <a:ln w="38100"/>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8148352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a:extLst>
              <a:ext uri="{FF2B5EF4-FFF2-40B4-BE49-F238E27FC236}">
                <a16:creationId xmlns:a16="http://schemas.microsoft.com/office/drawing/2014/main" id="{E2CA494A-58CC-B011-A362-D357293E7714}"/>
              </a:ext>
            </a:extLst>
          </p:cNvPr>
          <p:cNvSpPr>
            <a:spLocks noGrp="1" noChangeArrowheads="1"/>
          </p:cNvSpPr>
          <p:nvPr>
            <p:ph type="title"/>
          </p:nvPr>
        </p:nvSpPr>
        <p:spPr/>
        <p:txBody>
          <a:bodyPr/>
          <a:lstStyle/>
          <a:p>
            <a:r>
              <a:rPr lang="en-GB" altLang="en-US"/>
              <a:t>Instruction Execution Rate</a:t>
            </a:r>
          </a:p>
        </p:txBody>
      </p:sp>
      <p:sp>
        <p:nvSpPr>
          <p:cNvPr id="147459" name="Rectangle 3">
            <a:extLst>
              <a:ext uri="{FF2B5EF4-FFF2-40B4-BE49-F238E27FC236}">
                <a16:creationId xmlns:a16="http://schemas.microsoft.com/office/drawing/2014/main" id="{02B75548-0E4F-AFEA-93D8-7F9B01E742CF}"/>
              </a:ext>
            </a:extLst>
          </p:cNvPr>
          <p:cNvSpPr>
            <a:spLocks noGrp="1" noChangeArrowheads="1"/>
          </p:cNvSpPr>
          <p:nvPr>
            <p:ph type="body" sz="half" idx="1"/>
          </p:nvPr>
        </p:nvSpPr>
        <p:spPr>
          <a:xfrm>
            <a:off x="457200" y="1885950"/>
            <a:ext cx="7499328" cy="3198813"/>
          </a:xfrm>
        </p:spPr>
        <p:txBody>
          <a:bodyPr>
            <a:normAutofit/>
          </a:bodyPr>
          <a:lstStyle/>
          <a:p>
            <a:r>
              <a:rPr lang="en-US" altLang="en-US" sz="2400" dirty="0"/>
              <a:t>A </a:t>
            </a:r>
            <a:r>
              <a:rPr lang="en-US" altLang="en-US" sz="3200" b="1" dirty="0">
                <a:solidFill>
                  <a:srgbClr val="FF0000"/>
                </a:solidFill>
              </a:rPr>
              <a:t>common measure of performance for a processor </a:t>
            </a:r>
            <a:r>
              <a:rPr lang="en-US" altLang="en-US" sz="2400" dirty="0"/>
              <a:t>is the rate at which instructions are executed, expressed as millions of instructions per second (MIPS)</a:t>
            </a:r>
            <a:endParaRPr lang="en-GB" altLang="en-US" sz="2400" dirty="0"/>
          </a:p>
        </p:txBody>
      </p:sp>
      <p:pic>
        <p:nvPicPr>
          <p:cNvPr id="6" name="Picture 5">
            <a:extLst>
              <a:ext uri="{FF2B5EF4-FFF2-40B4-BE49-F238E27FC236}">
                <a16:creationId xmlns:a16="http://schemas.microsoft.com/office/drawing/2014/main" id="{B7BD064E-5FE2-5E41-A55F-2B768F419ED1}"/>
              </a:ext>
            </a:extLst>
          </p:cNvPr>
          <p:cNvPicPr>
            <a:picLocks noChangeAspect="1"/>
          </p:cNvPicPr>
          <p:nvPr/>
        </p:nvPicPr>
        <p:blipFill>
          <a:blip r:embed="rId2"/>
          <a:stretch>
            <a:fillRect/>
          </a:stretch>
        </p:blipFill>
        <p:spPr>
          <a:xfrm>
            <a:off x="2051720" y="3645024"/>
            <a:ext cx="3800475" cy="809625"/>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llout: Line 1">
            <a:extLst>
              <a:ext uri="{FF2B5EF4-FFF2-40B4-BE49-F238E27FC236}">
                <a16:creationId xmlns:a16="http://schemas.microsoft.com/office/drawing/2014/main" id="{86CA7A73-AD54-5D59-B446-C699FA280223}"/>
              </a:ext>
            </a:extLst>
          </p:cNvPr>
          <p:cNvSpPr/>
          <p:nvPr/>
        </p:nvSpPr>
        <p:spPr>
          <a:xfrm>
            <a:off x="6084168" y="401608"/>
            <a:ext cx="2305750" cy="1006923"/>
          </a:xfrm>
          <a:prstGeom prst="borderCallout1">
            <a:avLst>
              <a:gd name="adj1" fmla="val 113597"/>
              <a:gd name="adj2" fmla="val 48348"/>
              <a:gd name="adj3" fmla="val 305222"/>
              <a:gd name="adj4" fmla="val 28639"/>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MY" sz="1600" dirty="0">
                <a:solidFill>
                  <a:schemeClr val="tx1"/>
                </a:solidFill>
              </a:rPr>
              <a:t>% total instructions count corresponding to each instruction class</a:t>
            </a:r>
          </a:p>
        </p:txBody>
      </p:sp>
      <p:sp>
        <p:nvSpPr>
          <p:cNvPr id="6" name="Title 5">
            <a:extLst>
              <a:ext uri="{FF2B5EF4-FFF2-40B4-BE49-F238E27FC236}">
                <a16:creationId xmlns:a16="http://schemas.microsoft.com/office/drawing/2014/main" id="{13B94D4F-1798-5834-CCE3-ECDDD84EC70F}"/>
              </a:ext>
            </a:extLst>
          </p:cNvPr>
          <p:cNvSpPr>
            <a:spLocks noGrp="1"/>
          </p:cNvSpPr>
          <p:nvPr>
            <p:ph type="title"/>
          </p:nvPr>
        </p:nvSpPr>
        <p:spPr>
          <a:xfrm>
            <a:off x="394042" y="365760"/>
            <a:ext cx="7821842" cy="1325562"/>
          </a:xfrm>
        </p:spPr>
        <p:txBody>
          <a:bodyPr/>
          <a:lstStyle/>
          <a:p>
            <a:r>
              <a:rPr lang="en-MY" dirty="0"/>
              <a:t>MIPS calculation</a:t>
            </a:r>
          </a:p>
        </p:txBody>
      </p:sp>
      <p:sp>
        <p:nvSpPr>
          <p:cNvPr id="7" name="Content Placeholder 6">
            <a:extLst>
              <a:ext uri="{FF2B5EF4-FFF2-40B4-BE49-F238E27FC236}">
                <a16:creationId xmlns:a16="http://schemas.microsoft.com/office/drawing/2014/main" id="{E7586016-9B8C-91AF-0EAF-8A47A750B506}"/>
              </a:ext>
            </a:extLst>
          </p:cNvPr>
          <p:cNvSpPr>
            <a:spLocks noGrp="1"/>
          </p:cNvSpPr>
          <p:nvPr>
            <p:ph idx="1"/>
          </p:nvPr>
        </p:nvSpPr>
        <p:spPr>
          <a:xfrm>
            <a:off x="394042" y="1828801"/>
            <a:ext cx="7821842" cy="4351337"/>
          </a:xfrm>
        </p:spPr>
        <p:txBody>
          <a:bodyPr/>
          <a:lstStyle/>
          <a:p>
            <a:r>
              <a:rPr lang="en-US" dirty="0"/>
              <a:t>Consider the execution of a program that results in the execution of 2 million instructions on a </a:t>
            </a:r>
            <a:r>
              <a:rPr lang="en-US" dirty="0">
                <a:highlight>
                  <a:srgbClr val="FFFF00"/>
                </a:highlight>
              </a:rPr>
              <a:t>400-MHz</a:t>
            </a:r>
            <a:r>
              <a:rPr lang="en-US" dirty="0"/>
              <a:t> processor. The program consists of four major types of instructions. The instruction mix and the CPI for each instruction type are given below, based on the result of a program trace experiment:</a:t>
            </a:r>
            <a:endParaRPr lang="en-MY" dirty="0"/>
          </a:p>
        </p:txBody>
      </p:sp>
      <p:pic>
        <p:nvPicPr>
          <p:cNvPr id="9" name="Picture 8">
            <a:extLst>
              <a:ext uri="{FF2B5EF4-FFF2-40B4-BE49-F238E27FC236}">
                <a16:creationId xmlns:a16="http://schemas.microsoft.com/office/drawing/2014/main" id="{0AF7B641-0D24-4D1C-CC26-016DF113BED5}"/>
              </a:ext>
            </a:extLst>
          </p:cNvPr>
          <p:cNvPicPr>
            <a:picLocks noChangeAspect="1"/>
          </p:cNvPicPr>
          <p:nvPr/>
        </p:nvPicPr>
        <p:blipFill>
          <a:blip r:embed="rId2"/>
          <a:stretch>
            <a:fillRect/>
          </a:stretch>
        </p:blipFill>
        <p:spPr>
          <a:xfrm>
            <a:off x="737366" y="3501008"/>
            <a:ext cx="7135193" cy="2016224"/>
          </a:xfrm>
          <a:prstGeom prst="rect">
            <a:avLst/>
          </a:prstGeom>
        </p:spPr>
      </p:pic>
    </p:spTree>
    <p:extLst>
      <p:ext uri="{BB962C8B-B14F-4D97-AF65-F5344CB8AC3E}">
        <p14:creationId xmlns:p14="http://schemas.microsoft.com/office/powerpoint/2010/main" val="331560161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01CA1-C5AA-7AA1-5F95-F7923D57A5E2}"/>
              </a:ext>
            </a:extLst>
          </p:cNvPr>
          <p:cNvSpPr>
            <a:spLocks noGrp="1"/>
          </p:cNvSpPr>
          <p:nvPr>
            <p:ph type="title"/>
          </p:nvPr>
        </p:nvSpPr>
        <p:spPr>
          <a:xfrm>
            <a:off x="457898" y="365760"/>
            <a:ext cx="7757986" cy="1325562"/>
          </a:xfrm>
        </p:spPr>
        <p:txBody>
          <a:bodyPr/>
          <a:lstStyle/>
          <a:p>
            <a:endParaRPr lang="en-MY" dirty="0"/>
          </a:p>
        </p:txBody>
      </p:sp>
      <p:sp>
        <p:nvSpPr>
          <p:cNvPr id="3" name="Content Placeholder 2">
            <a:extLst>
              <a:ext uri="{FF2B5EF4-FFF2-40B4-BE49-F238E27FC236}">
                <a16:creationId xmlns:a16="http://schemas.microsoft.com/office/drawing/2014/main" id="{A1F92A91-E1A0-F54A-49BF-7FB46A670A14}"/>
              </a:ext>
            </a:extLst>
          </p:cNvPr>
          <p:cNvSpPr>
            <a:spLocks noGrp="1"/>
          </p:cNvSpPr>
          <p:nvPr>
            <p:ph idx="1"/>
          </p:nvPr>
        </p:nvSpPr>
        <p:spPr>
          <a:xfrm>
            <a:off x="457898" y="1828801"/>
            <a:ext cx="7757986" cy="4351337"/>
          </a:xfrm>
        </p:spPr>
        <p:txBody>
          <a:bodyPr>
            <a:normAutofit/>
          </a:bodyPr>
          <a:lstStyle/>
          <a:p>
            <a:pPr marL="0" indent="0">
              <a:buNone/>
            </a:pPr>
            <a:r>
              <a:rPr lang="en-MY" sz="2800" b="1" dirty="0"/>
              <a:t>Step 1: Calculate the CPI </a:t>
            </a:r>
            <a:endParaRPr lang="en-MY" sz="2800" dirty="0"/>
          </a:p>
          <a:p>
            <a:pPr marL="0" indent="0">
              <a:buNone/>
            </a:pPr>
            <a:r>
              <a:rPr lang="en-MY" sz="2800" dirty="0"/>
              <a:t>CPI = (1x0.6) +(2x0.18) + (4x0.12) + (8x0.1) = 2.24 </a:t>
            </a:r>
          </a:p>
          <a:p>
            <a:pPr marL="0" indent="0">
              <a:buNone/>
            </a:pPr>
            <a:endParaRPr lang="en-MY" sz="2800" dirty="0"/>
          </a:p>
          <a:p>
            <a:pPr marL="0" indent="0">
              <a:buNone/>
            </a:pPr>
            <a:r>
              <a:rPr lang="en-MY" sz="2800" b="1" dirty="0"/>
              <a:t>Step 2: Calculate the MIPS </a:t>
            </a:r>
          </a:p>
          <a:p>
            <a:pPr marL="0" indent="0">
              <a:buNone/>
            </a:pPr>
            <a:r>
              <a:rPr lang="en-MY" sz="2800" dirty="0"/>
              <a:t>MIPS rate = (400x10</a:t>
            </a:r>
            <a:r>
              <a:rPr lang="en-MY" sz="2800" baseline="30000" dirty="0"/>
              <a:t>6</a:t>
            </a:r>
            <a:r>
              <a:rPr lang="en-MY" sz="2800" dirty="0"/>
              <a:t>) /(2.24 x 10</a:t>
            </a:r>
            <a:r>
              <a:rPr lang="en-MY" sz="2800" baseline="30000" dirty="0"/>
              <a:t>6</a:t>
            </a:r>
            <a:r>
              <a:rPr lang="en-MY" sz="2800" dirty="0"/>
              <a:t>) ~ 178 </a:t>
            </a:r>
          </a:p>
        </p:txBody>
      </p:sp>
    </p:spTree>
    <p:extLst>
      <p:ext uri="{BB962C8B-B14F-4D97-AF65-F5344CB8AC3E}">
        <p14:creationId xmlns:p14="http://schemas.microsoft.com/office/powerpoint/2010/main" val="349053745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6E90B-F46F-BD4A-FF80-B3EE42C91176}"/>
              </a:ext>
            </a:extLst>
          </p:cNvPr>
          <p:cNvSpPr>
            <a:spLocks noGrp="1"/>
          </p:cNvSpPr>
          <p:nvPr>
            <p:ph type="title"/>
          </p:nvPr>
        </p:nvSpPr>
        <p:spPr>
          <a:xfrm>
            <a:off x="521754" y="365760"/>
            <a:ext cx="7694129" cy="1325562"/>
          </a:xfrm>
        </p:spPr>
        <p:txBody>
          <a:bodyPr/>
          <a:lstStyle/>
          <a:p>
            <a:r>
              <a:rPr lang="en-MY" dirty="0"/>
              <a:t>Quick activity </a:t>
            </a:r>
          </a:p>
        </p:txBody>
      </p:sp>
      <p:sp>
        <p:nvSpPr>
          <p:cNvPr id="3" name="Content Placeholder 2">
            <a:extLst>
              <a:ext uri="{FF2B5EF4-FFF2-40B4-BE49-F238E27FC236}">
                <a16:creationId xmlns:a16="http://schemas.microsoft.com/office/drawing/2014/main" id="{4859FA13-3FC3-DE6D-D89C-3DEF1B8E8D40}"/>
              </a:ext>
            </a:extLst>
          </p:cNvPr>
          <p:cNvSpPr>
            <a:spLocks noGrp="1"/>
          </p:cNvSpPr>
          <p:nvPr>
            <p:ph idx="1"/>
          </p:nvPr>
        </p:nvSpPr>
        <p:spPr>
          <a:xfrm>
            <a:off x="521755" y="1828801"/>
            <a:ext cx="7694128" cy="4351337"/>
          </a:xfrm>
        </p:spPr>
        <p:txBody>
          <a:bodyPr/>
          <a:lstStyle/>
          <a:p>
            <a:r>
              <a:rPr lang="en-MY" dirty="0"/>
              <a:t>Calculate the MIPS based on the information given below: </a:t>
            </a:r>
          </a:p>
        </p:txBody>
      </p:sp>
      <p:graphicFrame>
        <p:nvGraphicFramePr>
          <p:cNvPr id="5" name="Table 5">
            <a:extLst>
              <a:ext uri="{FF2B5EF4-FFF2-40B4-BE49-F238E27FC236}">
                <a16:creationId xmlns:a16="http://schemas.microsoft.com/office/drawing/2014/main" id="{6BD38025-5B55-0C63-23E7-A3E1B922EB2B}"/>
              </a:ext>
            </a:extLst>
          </p:cNvPr>
          <p:cNvGraphicFramePr>
            <a:graphicFrameLocks noGrp="1"/>
          </p:cNvGraphicFramePr>
          <p:nvPr>
            <p:extLst>
              <p:ext uri="{D42A27DB-BD31-4B8C-83A1-F6EECF244321}">
                <p14:modId xmlns:p14="http://schemas.microsoft.com/office/powerpoint/2010/main" val="363479810"/>
              </p:ext>
            </p:extLst>
          </p:nvPr>
        </p:nvGraphicFramePr>
        <p:xfrm>
          <a:off x="451168" y="2780928"/>
          <a:ext cx="7748339" cy="1849120"/>
        </p:xfrm>
        <a:graphic>
          <a:graphicData uri="http://schemas.openxmlformats.org/drawingml/2006/table">
            <a:tbl>
              <a:tblPr firstRow="1" bandRow="1">
                <a:tableStyleId>{5940675A-B579-460E-94D1-54222C63F5DA}</a:tableStyleId>
              </a:tblPr>
              <a:tblGrid>
                <a:gridCol w="4093080">
                  <a:extLst>
                    <a:ext uri="{9D8B030D-6E8A-4147-A177-3AD203B41FA5}">
                      <a16:colId xmlns:a16="http://schemas.microsoft.com/office/drawing/2014/main" val="1128457126"/>
                    </a:ext>
                  </a:extLst>
                </a:gridCol>
                <a:gridCol w="1066117">
                  <a:extLst>
                    <a:ext uri="{9D8B030D-6E8A-4147-A177-3AD203B41FA5}">
                      <a16:colId xmlns:a16="http://schemas.microsoft.com/office/drawing/2014/main" val="2044654437"/>
                    </a:ext>
                  </a:extLst>
                </a:gridCol>
                <a:gridCol w="2589142">
                  <a:extLst>
                    <a:ext uri="{9D8B030D-6E8A-4147-A177-3AD203B41FA5}">
                      <a16:colId xmlns:a16="http://schemas.microsoft.com/office/drawing/2014/main" val="1075567421"/>
                    </a:ext>
                  </a:extLst>
                </a:gridCol>
              </a:tblGrid>
              <a:tr h="135504">
                <a:tc>
                  <a:txBody>
                    <a:bodyPr/>
                    <a:lstStyle/>
                    <a:p>
                      <a:pPr algn="ctr"/>
                      <a:r>
                        <a:rPr lang="en-MY" b="1" dirty="0"/>
                        <a:t>Instruction type </a:t>
                      </a:r>
                    </a:p>
                  </a:txBody>
                  <a:tcPr/>
                </a:tc>
                <a:tc>
                  <a:txBody>
                    <a:bodyPr/>
                    <a:lstStyle/>
                    <a:p>
                      <a:pPr algn="ctr"/>
                      <a:r>
                        <a:rPr lang="en-MY" b="1" dirty="0"/>
                        <a:t>CPI</a:t>
                      </a:r>
                    </a:p>
                  </a:txBody>
                  <a:tcPr/>
                </a:tc>
                <a:tc>
                  <a:txBody>
                    <a:bodyPr/>
                    <a:lstStyle/>
                    <a:p>
                      <a:pPr algn="ctr"/>
                      <a:r>
                        <a:rPr lang="en-MY" b="1" dirty="0"/>
                        <a:t>Instruction Mix (%)</a:t>
                      </a:r>
                    </a:p>
                  </a:txBody>
                  <a:tcPr/>
                </a:tc>
                <a:extLst>
                  <a:ext uri="{0D108BD9-81ED-4DB2-BD59-A6C34878D82A}">
                    <a16:rowId xmlns:a16="http://schemas.microsoft.com/office/drawing/2014/main" val="1213635098"/>
                  </a:ext>
                </a:extLst>
              </a:tr>
              <a:tr h="370840">
                <a:tc>
                  <a:txBody>
                    <a:bodyPr/>
                    <a:lstStyle/>
                    <a:p>
                      <a:r>
                        <a:rPr lang="en-MY" dirty="0"/>
                        <a:t>Fetch </a:t>
                      </a:r>
                    </a:p>
                  </a:txBody>
                  <a:tcPr/>
                </a:tc>
                <a:tc>
                  <a:txBody>
                    <a:bodyPr/>
                    <a:lstStyle/>
                    <a:p>
                      <a:pPr algn="ctr"/>
                      <a:r>
                        <a:rPr lang="en-MY" dirty="0"/>
                        <a:t>2</a:t>
                      </a:r>
                    </a:p>
                  </a:txBody>
                  <a:tcPr anchor="ctr"/>
                </a:tc>
                <a:tc>
                  <a:txBody>
                    <a:bodyPr/>
                    <a:lstStyle/>
                    <a:p>
                      <a:pPr algn="ctr"/>
                      <a:r>
                        <a:rPr lang="en-MY" dirty="0"/>
                        <a:t>12</a:t>
                      </a:r>
                    </a:p>
                  </a:txBody>
                  <a:tcPr anchor="ctr"/>
                </a:tc>
                <a:extLst>
                  <a:ext uri="{0D108BD9-81ED-4DB2-BD59-A6C34878D82A}">
                    <a16:rowId xmlns:a16="http://schemas.microsoft.com/office/drawing/2014/main" val="2487211080"/>
                  </a:ext>
                </a:extLst>
              </a:tr>
              <a:tr h="370840">
                <a:tc>
                  <a:txBody>
                    <a:bodyPr/>
                    <a:lstStyle/>
                    <a:p>
                      <a:r>
                        <a:rPr lang="en-MY" dirty="0"/>
                        <a:t>Load/store</a:t>
                      </a:r>
                    </a:p>
                  </a:txBody>
                  <a:tcPr/>
                </a:tc>
                <a:tc>
                  <a:txBody>
                    <a:bodyPr/>
                    <a:lstStyle/>
                    <a:p>
                      <a:pPr algn="ctr"/>
                      <a:r>
                        <a:rPr lang="en-MY" dirty="0"/>
                        <a:t>4</a:t>
                      </a:r>
                    </a:p>
                  </a:txBody>
                  <a:tcPr anchor="ctr"/>
                </a:tc>
                <a:tc>
                  <a:txBody>
                    <a:bodyPr/>
                    <a:lstStyle/>
                    <a:p>
                      <a:pPr algn="ctr"/>
                      <a:r>
                        <a:rPr lang="en-MY" dirty="0"/>
                        <a:t>18</a:t>
                      </a:r>
                    </a:p>
                  </a:txBody>
                  <a:tcPr anchor="ctr"/>
                </a:tc>
                <a:extLst>
                  <a:ext uri="{0D108BD9-81ED-4DB2-BD59-A6C34878D82A}">
                    <a16:rowId xmlns:a16="http://schemas.microsoft.com/office/drawing/2014/main" val="2893833010"/>
                  </a:ext>
                </a:extLst>
              </a:tr>
              <a:tr h="370840">
                <a:tc>
                  <a:txBody>
                    <a:bodyPr/>
                    <a:lstStyle/>
                    <a:p>
                      <a:r>
                        <a:rPr lang="en-MY" dirty="0"/>
                        <a:t>Decode </a:t>
                      </a:r>
                    </a:p>
                  </a:txBody>
                  <a:tcPr/>
                </a:tc>
                <a:tc>
                  <a:txBody>
                    <a:bodyPr/>
                    <a:lstStyle/>
                    <a:p>
                      <a:pPr algn="ctr"/>
                      <a:r>
                        <a:rPr lang="en-MY" dirty="0"/>
                        <a:t>2</a:t>
                      </a:r>
                    </a:p>
                  </a:txBody>
                  <a:tcPr anchor="ctr"/>
                </a:tc>
                <a:tc>
                  <a:txBody>
                    <a:bodyPr/>
                    <a:lstStyle/>
                    <a:p>
                      <a:pPr algn="ctr"/>
                      <a:r>
                        <a:rPr lang="en-MY" dirty="0"/>
                        <a:t>20</a:t>
                      </a:r>
                    </a:p>
                  </a:txBody>
                  <a:tcPr anchor="ctr"/>
                </a:tc>
                <a:extLst>
                  <a:ext uri="{0D108BD9-81ED-4DB2-BD59-A6C34878D82A}">
                    <a16:rowId xmlns:a16="http://schemas.microsoft.com/office/drawing/2014/main" val="205683187"/>
                  </a:ext>
                </a:extLst>
              </a:tr>
              <a:tr h="370840">
                <a:tc>
                  <a:txBody>
                    <a:bodyPr/>
                    <a:lstStyle/>
                    <a:p>
                      <a:r>
                        <a:rPr lang="en-MY" dirty="0"/>
                        <a:t>Arithmetic &amp; logic </a:t>
                      </a:r>
                    </a:p>
                  </a:txBody>
                  <a:tcPr/>
                </a:tc>
                <a:tc>
                  <a:txBody>
                    <a:bodyPr/>
                    <a:lstStyle/>
                    <a:p>
                      <a:pPr algn="ctr"/>
                      <a:r>
                        <a:rPr lang="en-MY" dirty="0"/>
                        <a:t>5</a:t>
                      </a:r>
                    </a:p>
                  </a:txBody>
                  <a:tcPr anchor="ctr"/>
                </a:tc>
                <a:tc>
                  <a:txBody>
                    <a:bodyPr/>
                    <a:lstStyle/>
                    <a:p>
                      <a:pPr algn="ctr"/>
                      <a:r>
                        <a:rPr lang="en-MY" dirty="0"/>
                        <a:t>50</a:t>
                      </a:r>
                    </a:p>
                  </a:txBody>
                  <a:tcPr anchor="ctr"/>
                </a:tc>
                <a:extLst>
                  <a:ext uri="{0D108BD9-81ED-4DB2-BD59-A6C34878D82A}">
                    <a16:rowId xmlns:a16="http://schemas.microsoft.com/office/drawing/2014/main" val="2425169046"/>
                  </a:ext>
                </a:extLst>
              </a:tr>
            </a:tbl>
          </a:graphicData>
        </a:graphic>
      </p:graphicFrame>
    </p:spTree>
    <p:extLst>
      <p:ext uri="{BB962C8B-B14F-4D97-AF65-F5344CB8AC3E}">
        <p14:creationId xmlns:p14="http://schemas.microsoft.com/office/powerpoint/2010/main" val="95505981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BBAE08A1-37B1-6849-9EDD-EC640CDCF5CC}"/>
              </a:ext>
            </a:extLst>
          </p:cNvPr>
          <p:cNvSpPr>
            <a:spLocks noGrp="1" noChangeArrowheads="1"/>
          </p:cNvSpPr>
          <p:nvPr>
            <p:ph type="title"/>
          </p:nvPr>
        </p:nvSpPr>
        <p:spPr>
          <a:xfrm>
            <a:off x="395536" y="365760"/>
            <a:ext cx="7820348" cy="1047016"/>
          </a:xfrm>
        </p:spPr>
        <p:txBody>
          <a:bodyPr/>
          <a:lstStyle/>
          <a:p>
            <a:r>
              <a:rPr lang="en-GB" altLang="en-US" dirty="0"/>
              <a:t>Benchmarks</a:t>
            </a:r>
          </a:p>
        </p:txBody>
      </p:sp>
      <p:sp>
        <p:nvSpPr>
          <p:cNvPr id="148483" name="Rectangle 3">
            <a:extLst>
              <a:ext uri="{FF2B5EF4-FFF2-40B4-BE49-F238E27FC236}">
                <a16:creationId xmlns:a16="http://schemas.microsoft.com/office/drawing/2014/main" id="{0BFC5039-4963-F890-967D-8129E83D153D}"/>
              </a:ext>
            </a:extLst>
          </p:cNvPr>
          <p:cNvSpPr>
            <a:spLocks noGrp="1" noChangeArrowheads="1"/>
          </p:cNvSpPr>
          <p:nvPr>
            <p:ph idx="1"/>
          </p:nvPr>
        </p:nvSpPr>
        <p:spPr>
          <a:xfrm>
            <a:off x="457898" y="1556793"/>
            <a:ext cx="7820348" cy="4935448"/>
          </a:xfrm>
        </p:spPr>
        <p:txBody>
          <a:bodyPr>
            <a:normAutofit/>
          </a:bodyPr>
          <a:lstStyle/>
          <a:p>
            <a:pPr>
              <a:lnSpc>
                <a:spcPct val="90000"/>
              </a:lnSpc>
            </a:pPr>
            <a:r>
              <a:rPr lang="en-US" altLang="en-US" sz="2000" dirty="0"/>
              <a:t>Measures such as MIPS and MFLOPS have proven inadequate to evaluating the performance of processors. </a:t>
            </a:r>
          </a:p>
          <a:p>
            <a:pPr>
              <a:lnSpc>
                <a:spcPct val="90000"/>
              </a:lnSpc>
            </a:pPr>
            <a:r>
              <a:rPr lang="en-US" altLang="en-US" sz="2000" dirty="0"/>
              <a:t>Because of differences in instruction sets, the instruction execution rate is not a valid means of comparing the performance of different architectures</a:t>
            </a:r>
            <a:endParaRPr lang="en-GB" altLang="en-US" sz="2000" dirty="0"/>
          </a:p>
          <a:p>
            <a:pPr>
              <a:lnSpc>
                <a:spcPct val="90000"/>
              </a:lnSpc>
            </a:pPr>
            <a:r>
              <a:rPr lang="en-GB" altLang="en-US" sz="2000" dirty="0"/>
              <a:t>Alternatively, we use benchmarks: </a:t>
            </a:r>
            <a:r>
              <a:rPr lang="en-GB" altLang="en-US" sz="3600" b="1" dirty="0">
                <a:solidFill>
                  <a:srgbClr val="FF0000"/>
                </a:solidFill>
              </a:rPr>
              <a:t>Programs</a:t>
            </a:r>
            <a:r>
              <a:rPr lang="en-GB" altLang="en-US" sz="2000" dirty="0"/>
              <a:t> designed to test performance</a:t>
            </a:r>
          </a:p>
        </p:txBody>
      </p:sp>
      <p:graphicFrame>
        <p:nvGraphicFramePr>
          <p:cNvPr id="5" name="Diagram 4">
            <a:extLst>
              <a:ext uri="{FF2B5EF4-FFF2-40B4-BE49-F238E27FC236}">
                <a16:creationId xmlns:a16="http://schemas.microsoft.com/office/drawing/2014/main" id="{7C0AF754-900D-A18E-6B8D-4FDF290312EC}"/>
              </a:ext>
            </a:extLst>
          </p:cNvPr>
          <p:cNvGraphicFramePr/>
          <p:nvPr>
            <p:extLst>
              <p:ext uri="{D42A27DB-BD31-4B8C-83A1-F6EECF244321}">
                <p14:modId xmlns:p14="http://schemas.microsoft.com/office/powerpoint/2010/main" val="2229316148"/>
              </p:ext>
            </p:extLst>
          </p:nvPr>
        </p:nvGraphicFramePr>
        <p:xfrm>
          <a:off x="424962" y="4284162"/>
          <a:ext cx="7738694" cy="23788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a:extLst>
              <a:ext uri="{FF2B5EF4-FFF2-40B4-BE49-F238E27FC236}">
                <a16:creationId xmlns:a16="http://schemas.microsoft.com/office/drawing/2014/main" id="{7394F10E-F572-DE92-CD05-692C96EE3703}"/>
              </a:ext>
            </a:extLst>
          </p:cNvPr>
          <p:cNvSpPr>
            <a:spLocks noGrp="1" noChangeArrowheads="1"/>
          </p:cNvSpPr>
          <p:nvPr>
            <p:ph type="title"/>
          </p:nvPr>
        </p:nvSpPr>
        <p:spPr>
          <a:xfrm>
            <a:off x="323528" y="365760"/>
            <a:ext cx="7892356" cy="1325562"/>
          </a:xfrm>
        </p:spPr>
        <p:txBody>
          <a:bodyPr/>
          <a:lstStyle/>
          <a:p>
            <a:r>
              <a:rPr lang="en-GB" altLang="en-US" dirty="0"/>
              <a:t>Benchmarks: SPEC </a:t>
            </a:r>
          </a:p>
        </p:txBody>
      </p:sp>
      <p:sp>
        <p:nvSpPr>
          <p:cNvPr id="149507" name="Rectangle 3">
            <a:extLst>
              <a:ext uri="{FF2B5EF4-FFF2-40B4-BE49-F238E27FC236}">
                <a16:creationId xmlns:a16="http://schemas.microsoft.com/office/drawing/2014/main" id="{FA6E1598-FEC3-1419-9845-F505D928E502}"/>
              </a:ext>
            </a:extLst>
          </p:cNvPr>
          <p:cNvSpPr>
            <a:spLocks noGrp="1" noChangeArrowheads="1"/>
          </p:cNvSpPr>
          <p:nvPr>
            <p:ph idx="1"/>
          </p:nvPr>
        </p:nvSpPr>
        <p:spPr>
          <a:xfrm>
            <a:off x="339594" y="1828801"/>
            <a:ext cx="7876290" cy="4351337"/>
          </a:xfrm>
        </p:spPr>
        <p:txBody>
          <a:bodyPr>
            <a:normAutofit fontScale="92500" lnSpcReduction="20000"/>
          </a:bodyPr>
          <a:lstStyle/>
          <a:p>
            <a:pPr>
              <a:lnSpc>
                <a:spcPct val="90000"/>
              </a:lnSpc>
            </a:pPr>
            <a:r>
              <a:rPr lang="en-GB" altLang="en-US" sz="3200" dirty="0"/>
              <a:t>System Performance Evaluation Corporation (SPEC)</a:t>
            </a:r>
          </a:p>
          <a:p>
            <a:pPr lvl="1">
              <a:lnSpc>
                <a:spcPct val="90000"/>
              </a:lnSpc>
            </a:pPr>
            <a:r>
              <a:rPr lang="en-GB" altLang="en-US" sz="2800" dirty="0"/>
              <a:t>CPU2017 for computation bound</a:t>
            </a:r>
          </a:p>
          <a:p>
            <a:pPr lvl="2">
              <a:lnSpc>
                <a:spcPct val="90000"/>
              </a:lnSpc>
            </a:pPr>
            <a:r>
              <a:rPr lang="en-GB" altLang="en-US" sz="2400" dirty="0"/>
              <a:t>floating point programs</a:t>
            </a:r>
          </a:p>
          <a:p>
            <a:pPr lvl="2">
              <a:lnSpc>
                <a:spcPct val="90000"/>
              </a:lnSpc>
            </a:pPr>
            <a:r>
              <a:rPr lang="en-GB" altLang="en-US" sz="2400" dirty="0"/>
              <a:t>integer programs</a:t>
            </a:r>
          </a:p>
          <a:p>
            <a:pPr lvl="1">
              <a:lnSpc>
                <a:spcPct val="90000"/>
              </a:lnSpc>
            </a:pPr>
            <a:r>
              <a:rPr lang="en-GB" altLang="en-US" sz="2800" dirty="0"/>
              <a:t>Speed and rate metrics</a:t>
            </a:r>
          </a:p>
          <a:p>
            <a:pPr lvl="2">
              <a:lnSpc>
                <a:spcPct val="90000"/>
              </a:lnSpc>
            </a:pPr>
            <a:r>
              <a:rPr lang="en-GB" altLang="en-US" sz="2400" dirty="0"/>
              <a:t>Single task and throughput</a:t>
            </a:r>
          </a:p>
          <a:p>
            <a:r>
              <a:rPr lang="en-US" altLang="en-US" sz="2800" dirty="0"/>
              <a:t>The best known of the SPEC benchmark suites is </a:t>
            </a:r>
            <a:r>
              <a:rPr lang="en-US" altLang="en-US" sz="2800" u="sng" dirty="0">
                <a:solidFill>
                  <a:srgbClr val="FF0000"/>
                </a:solidFill>
              </a:rPr>
              <a:t>SPEC CPU2017</a:t>
            </a:r>
            <a:r>
              <a:rPr lang="en-US" altLang="en-US" sz="2800" dirty="0"/>
              <a:t>. </a:t>
            </a:r>
          </a:p>
          <a:p>
            <a:r>
              <a:rPr lang="en-US" altLang="en-US" sz="2800" dirty="0"/>
              <a:t>This is the industry standard suite for processor-intensive applications. </a:t>
            </a:r>
            <a:endParaRPr lang="en-GB" altLang="en-US" sz="2800" dirty="0"/>
          </a:p>
        </p:txBody>
      </p:sp>
      <p:sp>
        <p:nvSpPr>
          <p:cNvPr id="3" name="TextBox 2">
            <a:extLst>
              <a:ext uri="{FF2B5EF4-FFF2-40B4-BE49-F238E27FC236}">
                <a16:creationId xmlns:a16="http://schemas.microsoft.com/office/drawing/2014/main" id="{A6409629-6FB1-D7AF-0A16-722C78AB03FF}"/>
              </a:ext>
            </a:extLst>
          </p:cNvPr>
          <p:cNvSpPr txBox="1"/>
          <p:nvPr/>
        </p:nvSpPr>
        <p:spPr>
          <a:xfrm>
            <a:off x="107504" y="6117562"/>
            <a:ext cx="5760640" cy="400110"/>
          </a:xfrm>
          <a:prstGeom prst="rect">
            <a:avLst/>
          </a:prstGeom>
          <a:noFill/>
        </p:spPr>
        <p:txBody>
          <a:bodyPr wrap="square">
            <a:spAutoFit/>
          </a:bodyPr>
          <a:lstStyle/>
          <a:p>
            <a:r>
              <a:rPr lang="en-MY" dirty="0">
                <a:hlinkClick r:id="rId3"/>
              </a:rPr>
              <a:t>https://www.spec.org/benchmarks.html</a:t>
            </a:r>
            <a:r>
              <a:rPr lang="en-MY" dirty="0"/>
              <a:t> </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1F0D5-9A5B-9AC3-DCE7-9E78A3D274C3}"/>
              </a:ext>
            </a:extLst>
          </p:cNvPr>
          <p:cNvSpPr>
            <a:spLocks noGrp="1"/>
          </p:cNvSpPr>
          <p:nvPr>
            <p:ph type="title"/>
          </p:nvPr>
        </p:nvSpPr>
        <p:spPr>
          <a:xfrm>
            <a:off x="323528" y="365760"/>
            <a:ext cx="7892356" cy="1325562"/>
          </a:xfrm>
        </p:spPr>
        <p:txBody>
          <a:bodyPr/>
          <a:lstStyle/>
          <a:p>
            <a:r>
              <a:rPr lang="en-MY" dirty="0"/>
              <a:t> SPEC suites</a:t>
            </a:r>
          </a:p>
        </p:txBody>
      </p:sp>
      <p:sp>
        <p:nvSpPr>
          <p:cNvPr id="3" name="Content Placeholder 2">
            <a:extLst>
              <a:ext uri="{FF2B5EF4-FFF2-40B4-BE49-F238E27FC236}">
                <a16:creationId xmlns:a16="http://schemas.microsoft.com/office/drawing/2014/main" id="{3CD24F6B-ECD0-45E7-9703-25F940C6D8E7}"/>
              </a:ext>
            </a:extLst>
          </p:cNvPr>
          <p:cNvSpPr>
            <a:spLocks noGrp="1"/>
          </p:cNvSpPr>
          <p:nvPr>
            <p:ph idx="1"/>
          </p:nvPr>
        </p:nvSpPr>
        <p:spPr>
          <a:xfrm>
            <a:off x="323528" y="1828801"/>
            <a:ext cx="7892356" cy="4351337"/>
          </a:xfrm>
        </p:spPr>
        <p:txBody>
          <a:bodyPr>
            <a:normAutofit fontScale="85000" lnSpcReduction="10000"/>
          </a:bodyPr>
          <a:lstStyle/>
          <a:p>
            <a:r>
              <a:rPr lang="en-US" b="1" dirty="0">
                <a:solidFill>
                  <a:srgbClr val="0070C0"/>
                </a:solidFill>
              </a:rPr>
              <a:t>SPEC </a:t>
            </a:r>
            <a:r>
              <a:rPr lang="en-US" b="1" dirty="0" err="1">
                <a:solidFill>
                  <a:srgbClr val="0070C0"/>
                </a:solidFill>
              </a:rPr>
              <a:t>Cloud_IaaS</a:t>
            </a:r>
            <a:r>
              <a:rPr lang="en-US" b="1" dirty="0">
                <a:solidFill>
                  <a:srgbClr val="0070C0"/>
                </a:solidFill>
              </a:rPr>
              <a:t> </a:t>
            </a:r>
            <a:r>
              <a:rPr lang="en-US" dirty="0"/>
              <a:t>- addresses the performance of infrastructure-as-a-service (IaaS) public or private cloud platforms</a:t>
            </a:r>
          </a:p>
          <a:p>
            <a:r>
              <a:rPr lang="en-US" b="1" dirty="0" err="1">
                <a:solidFill>
                  <a:srgbClr val="0070C0"/>
                </a:solidFill>
              </a:rPr>
              <a:t>SPECviewperf</a:t>
            </a:r>
            <a:r>
              <a:rPr lang="en-US" dirty="0"/>
              <a:t> - measuring 3D graphics performance based on professional applications</a:t>
            </a:r>
          </a:p>
          <a:p>
            <a:r>
              <a:rPr lang="en-US" b="1" dirty="0" err="1">
                <a:solidFill>
                  <a:srgbClr val="0070C0"/>
                </a:solidFill>
              </a:rPr>
              <a:t>SPECwpc</a:t>
            </a:r>
            <a:r>
              <a:rPr lang="en-US" dirty="0"/>
              <a:t> - measure all key aspects of workstation performance based on diverse professional applications, including media and entertainment, product development, life sciences, financial services, and energy</a:t>
            </a:r>
          </a:p>
          <a:p>
            <a:r>
              <a:rPr lang="en-US" b="1" dirty="0">
                <a:solidFill>
                  <a:srgbClr val="0070C0"/>
                </a:solidFill>
              </a:rPr>
              <a:t>SPECjvm2008</a:t>
            </a:r>
            <a:r>
              <a:rPr lang="en-US" dirty="0"/>
              <a:t> - evaluate performance of the combined hardware and software aspects of the Java Virtual Machine (JVM) client platform</a:t>
            </a:r>
          </a:p>
          <a:p>
            <a:r>
              <a:rPr lang="en-US" b="1" dirty="0">
                <a:solidFill>
                  <a:srgbClr val="0070C0"/>
                </a:solidFill>
              </a:rPr>
              <a:t>SPECjbb2015</a:t>
            </a:r>
            <a:r>
              <a:rPr lang="en-US" dirty="0"/>
              <a:t> (Java Business Benchmark) - evaluating server-side Java-based electronic commerce applications.</a:t>
            </a:r>
          </a:p>
          <a:p>
            <a:r>
              <a:rPr lang="en-US" b="1" dirty="0">
                <a:solidFill>
                  <a:srgbClr val="0070C0"/>
                </a:solidFill>
              </a:rPr>
              <a:t>SPECsfs2014</a:t>
            </a:r>
            <a:r>
              <a:rPr lang="en-US" dirty="0"/>
              <a:t> - evaluate the speed and request-handling capabilities of file servers</a:t>
            </a:r>
          </a:p>
          <a:p>
            <a:r>
              <a:rPr lang="en-US" b="1" dirty="0">
                <a:solidFill>
                  <a:srgbClr val="0070C0"/>
                </a:solidFill>
              </a:rPr>
              <a:t>SPECvirt_sc2013 </a:t>
            </a:r>
            <a:r>
              <a:rPr lang="en-US" b="1" dirty="0"/>
              <a:t>-</a:t>
            </a:r>
            <a:r>
              <a:rPr lang="en-US" b="1" dirty="0">
                <a:solidFill>
                  <a:srgbClr val="0070C0"/>
                </a:solidFill>
              </a:rPr>
              <a:t> </a:t>
            </a:r>
            <a:r>
              <a:rPr lang="en-US" dirty="0"/>
              <a:t>Performance evaluation of datacenter servers used in virtualized server consolidation. Measures the end-to-end performance of all system components</a:t>
            </a:r>
          </a:p>
          <a:p>
            <a:endParaRPr lang="en-US" dirty="0"/>
          </a:p>
        </p:txBody>
      </p:sp>
    </p:spTree>
    <p:extLst>
      <p:ext uri="{BB962C8B-B14F-4D97-AF65-F5344CB8AC3E}">
        <p14:creationId xmlns:p14="http://schemas.microsoft.com/office/powerpoint/2010/main" val="56723756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3B69E-8020-7608-8E24-92B0A39050CC}"/>
              </a:ext>
            </a:extLst>
          </p:cNvPr>
          <p:cNvSpPr>
            <a:spLocks noGrp="1"/>
          </p:cNvSpPr>
          <p:nvPr>
            <p:ph type="title"/>
          </p:nvPr>
        </p:nvSpPr>
        <p:spPr>
          <a:xfrm>
            <a:off x="251520" y="2766219"/>
            <a:ext cx="2520280" cy="1325562"/>
          </a:xfrm>
        </p:spPr>
        <p:txBody>
          <a:bodyPr>
            <a:noAutofit/>
          </a:bodyPr>
          <a:lstStyle/>
          <a:p>
            <a:r>
              <a:rPr lang="en-MY" sz="2400" dirty="0"/>
              <a:t>SPEC Evaluation Flowchart</a:t>
            </a:r>
          </a:p>
        </p:txBody>
      </p:sp>
      <p:pic>
        <p:nvPicPr>
          <p:cNvPr id="5" name="Picture 4">
            <a:extLst>
              <a:ext uri="{FF2B5EF4-FFF2-40B4-BE49-F238E27FC236}">
                <a16:creationId xmlns:a16="http://schemas.microsoft.com/office/drawing/2014/main" id="{DB7F6E30-39CB-FD80-9750-657954EE5CDC}"/>
              </a:ext>
            </a:extLst>
          </p:cNvPr>
          <p:cNvPicPr>
            <a:picLocks noChangeAspect="1"/>
          </p:cNvPicPr>
          <p:nvPr/>
        </p:nvPicPr>
        <p:blipFill>
          <a:blip r:embed="rId2"/>
          <a:stretch>
            <a:fillRect/>
          </a:stretch>
        </p:blipFill>
        <p:spPr>
          <a:xfrm>
            <a:off x="2640162" y="260648"/>
            <a:ext cx="5388222" cy="6164041"/>
          </a:xfrm>
          <a:prstGeom prst="rect">
            <a:avLst/>
          </a:prstGeom>
        </p:spPr>
      </p:pic>
    </p:spTree>
    <p:extLst>
      <p:ext uri="{BB962C8B-B14F-4D97-AF65-F5344CB8AC3E}">
        <p14:creationId xmlns:p14="http://schemas.microsoft.com/office/powerpoint/2010/main" val="242640711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853472E7-A6D7-A29D-6D4E-AA31CA42B204}"/>
              </a:ext>
            </a:extLst>
          </p:cNvPr>
          <p:cNvSpPr>
            <a:spLocks noGrp="1" noChangeArrowheads="1"/>
          </p:cNvSpPr>
          <p:nvPr>
            <p:ph type="title"/>
          </p:nvPr>
        </p:nvSpPr>
        <p:spPr>
          <a:xfrm>
            <a:off x="467544" y="365760"/>
            <a:ext cx="7748340" cy="1325562"/>
          </a:xfrm>
        </p:spPr>
        <p:txBody>
          <a:bodyPr/>
          <a:lstStyle/>
          <a:p>
            <a:r>
              <a:rPr lang="en-GB" altLang="en-US" dirty="0"/>
              <a:t>Amdahl’s Law</a:t>
            </a:r>
          </a:p>
        </p:txBody>
      </p:sp>
      <p:sp>
        <p:nvSpPr>
          <p:cNvPr id="152579" name="Rectangle 3">
            <a:extLst>
              <a:ext uri="{FF2B5EF4-FFF2-40B4-BE49-F238E27FC236}">
                <a16:creationId xmlns:a16="http://schemas.microsoft.com/office/drawing/2014/main" id="{55109035-7D01-E92D-5E36-834B9B7C309A}"/>
              </a:ext>
            </a:extLst>
          </p:cNvPr>
          <p:cNvSpPr>
            <a:spLocks noGrp="1" noChangeArrowheads="1"/>
          </p:cNvSpPr>
          <p:nvPr>
            <p:ph idx="1"/>
          </p:nvPr>
        </p:nvSpPr>
        <p:spPr>
          <a:xfrm>
            <a:off x="521755" y="1828801"/>
            <a:ext cx="7694129" cy="4351337"/>
          </a:xfrm>
        </p:spPr>
        <p:txBody>
          <a:bodyPr/>
          <a:lstStyle/>
          <a:p>
            <a:r>
              <a:rPr lang="en-GB" altLang="en-US" dirty="0"/>
              <a:t>Gene Amdahl [AMDA67]</a:t>
            </a:r>
          </a:p>
          <a:p>
            <a:r>
              <a:rPr lang="en-GB" altLang="en-US" dirty="0"/>
              <a:t>Potential </a:t>
            </a:r>
            <a:r>
              <a:rPr lang="en-GB" altLang="en-US" sz="3600" b="1" dirty="0">
                <a:solidFill>
                  <a:srgbClr val="92D050"/>
                </a:solidFill>
              </a:rPr>
              <a:t>speed up </a:t>
            </a:r>
            <a:r>
              <a:rPr lang="en-GB" altLang="en-US" dirty="0"/>
              <a:t>of program using </a:t>
            </a:r>
            <a:r>
              <a:rPr lang="en-GB" altLang="en-US" sz="3600" b="1" dirty="0">
                <a:solidFill>
                  <a:srgbClr val="FF0000"/>
                </a:solidFill>
              </a:rPr>
              <a:t>multiple processors</a:t>
            </a:r>
            <a:endParaRPr lang="en-GB" altLang="en-US" b="1" dirty="0">
              <a:solidFill>
                <a:srgbClr val="FF0000"/>
              </a:solidFill>
            </a:endParaRPr>
          </a:p>
          <a:p>
            <a:r>
              <a:rPr lang="en-GB" altLang="en-US" dirty="0"/>
              <a:t>Concluded that:</a:t>
            </a:r>
          </a:p>
          <a:p>
            <a:pPr lvl="1"/>
            <a:r>
              <a:rPr lang="en-GB" altLang="en-US" dirty="0"/>
              <a:t>Code needs to be parallelizable</a:t>
            </a:r>
          </a:p>
          <a:p>
            <a:pPr lvl="1"/>
            <a:r>
              <a:rPr lang="en-GB" altLang="en-US" sz="3200" b="1" dirty="0">
                <a:solidFill>
                  <a:srgbClr val="0099FF"/>
                </a:solidFill>
              </a:rPr>
              <a:t>Speed up is bound</a:t>
            </a:r>
            <a:r>
              <a:rPr lang="en-GB" altLang="en-US" dirty="0"/>
              <a:t>, giving diminishing returns for more processors</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9405A315-47A3-B7E8-FD33-9853167DFA7D}"/>
              </a:ext>
            </a:extLst>
          </p:cNvPr>
          <p:cNvSpPr>
            <a:spLocks noGrp="1" noChangeArrowheads="1"/>
          </p:cNvSpPr>
          <p:nvPr>
            <p:ph type="title"/>
          </p:nvPr>
        </p:nvSpPr>
        <p:spPr>
          <a:xfrm>
            <a:off x="467544" y="365760"/>
            <a:ext cx="7748340" cy="1325562"/>
          </a:xfrm>
        </p:spPr>
        <p:txBody>
          <a:bodyPr/>
          <a:lstStyle/>
          <a:p>
            <a:r>
              <a:rPr lang="en-GB" altLang="en-US"/>
              <a:t>Amdahl’s Law</a:t>
            </a:r>
          </a:p>
        </p:txBody>
      </p:sp>
      <p:sp>
        <p:nvSpPr>
          <p:cNvPr id="153603" name="Rectangle 3">
            <a:extLst>
              <a:ext uri="{FF2B5EF4-FFF2-40B4-BE49-F238E27FC236}">
                <a16:creationId xmlns:a16="http://schemas.microsoft.com/office/drawing/2014/main" id="{C0B312F0-EECC-8E45-808D-0D01A0636B3D}"/>
              </a:ext>
            </a:extLst>
          </p:cNvPr>
          <p:cNvSpPr>
            <a:spLocks noGrp="1" noChangeArrowheads="1"/>
          </p:cNvSpPr>
          <p:nvPr>
            <p:ph idx="1"/>
          </p:nvPr>
        </p:nvSpPr>
        <p:spPr>
          <a:xfrm>
            <a:off x="479895" y="1828801"/>
            <a:ext cx="7735989" cy="4351337"/>
          </a:xfrm>
        </p:spPr>
        <p:txBody>
          <a:bodyPr>
            <a:normAutofit/>
          </a:bodyPr>
          <a:lstStyle/>
          <a:p>
            <a:r>
              <a:rPr lang="en-GB" altLang="en-US" sz="3200" dirty="0"/>
              <a:t>Task dependent, e.g.: </a:t>
            </a:r>
          </a:p>
          <a:p>
            <a:pPr lvl="1"/>
            <a:r>
              <a:rPr lang="en-GB" altLang="en-US" sz="2800" dirty="0"/>
              <a:t>Servers gain by maintaining multiple connections on multiple processors</a:t>
            </a:r>
          </a:p>
          <a:p>
            <a:pPr lvl="1"/>
            <a:r>
              <a:rPr lang="en-GB" altLang="en-US" sz="2800" dirty="0"/>
              <a:t>Databases can be split into parallel tasks</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55650" name="Picture 2">
            <a:extLst>
              <a:ext uri="{FF2B5EF4-FFF2-40B4-BE49-F238E27FC236}">
                <a16:creationId xmlns:a16="http://schemas.microsoft.com/office/drawing/2014/main" id="{9174932F-6819-54B3-C245-519A7FBE5A75}"/>
              </a:ext>
            </a:extLst>
          </p:cNvPr>
          <p:cNvPicPr>
            <a:picLocks noChangeAspect="1"/>
          </p:cNvPicPr>
          <p:nvPr/>
        </p:nvPicPr>
        <p:blipFill>
          <a:blip r:embed="rId2">
            <a:extLst>
              <a:ext uri="{28A0092B-C50C-407E-A947-70E740481C1C}">
                <a14:useLocalDpi xmlns:a14="http://schemas.microsoft.com/office/drawing/2010/main" val="0"/>
              </a:ext>
            </a:extLst>
          </a:blip>
          <a:srcRect l="7277" t="27142" r="7544" b="16251"/>
          <a:stretch>
            <a:fillRect/>
          </a:stretch>
        </p:blipFill>
        <p:spPr bwMode="auto">
          <a:xfrm>
            <a:off x="78581" y="404664"/>
            <a:ext cx="8986838" cy="447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1" name="Content Placeholder 3">
            <a:extLst>
              <a:ext uri="{FF2B5EF4-FFF2-40B4-BE49-F238E27FC236}">
                <a16:creationId xmlns:a16="http://schemas.microsoft.com/office/drawing/2014/main" id="{BC480069-B8D1-4F62-D874-2477F4C0A9F7}"/>
              </a:ext>
            </a:extLst>
          </p:cNvPr>
          <p:cNvSpPr>
            <a:spLocks noGrp="1" noChangeArrowheads="1"/>
          </p:cNvSpPr>
          <p:nvPr>
            <p:ph idx="1"/>
          </p:nvPr>
        </p:nvSpPr>
        <p:spPr>
          <a:xfrm>
            <a:off x="323528" y="5013176"/>
            <a:ext cx="7992888" cy="1583060"/>
          </a:xfrm>
        </p:spPr>
        <p:txBody>
          <a:bodyPr>
            <a:normAutofit lnSpcReduction="10000"/>
          </a:bodyPr>
          <a:lstStyle/>
          <a:p>
            <a:r>
              <a:rPr lang="en-US" altLang="en-US" sz="2800" dirty="0">
                <a:solidFill>
                  <a:schemeClr val="bg1"/>
                </a:solidFill>
              </a:rPr>
              <a:t>A dual core processor is not necessarily faster than a single core processor</a:t>
            </a:r>
          </a:p>
          <a:p>
            <a:pPr lvl="1"/>
            <a:r>
              <a:rPr lang="en-US" altLang="en-US" sz="2400" dirty="0">
                <a:solidFill>
                  <a:schemeClr val="bg1"/>
                </a:solidFill>
              </a:rPr>
              <a:t>True or false?</a:t>
            </a:r>
          </a:p>
          <a:p>
            <a:pPr lvl="1"/>
            <a:r>
              <a:rPr lang="en-US" altLang="en-US" sz="2400" dirty="0">
                <a:solidFill>
                  <a:schemeClr val="bg1"/>
                </a:solidFill>
              </a:rPr>
              <a:t>Why?</a:t>
            </a:r>
            <a:endParaRPr lang="en-MY" altLang="en-US" sz="2400" dirty="0">
              <a:solidFill>
                <a:schemeClr val="bg1"/>
              </a:solidFill>
            </a:endParaRPr>
          </a:p>
        </p:txBody>
      </p:sp>
    </p:spTree>
  </p:cSld>
  <p:clrMapOvr>
    <a:masterClrMapping/>
  </p:clrMapOvr>
  <p:transition spd="slow"/>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7D4E05FA-E5FF-FDC8-8028-D13340719219}"/>
              </a:ext>
            </a:extLst>
          </p:cNvPr>
          <p:cNvSpPr>
            <a:spLocks noGrp="1" noChangeArrowheads="1"/>
          </p:cNvSpPr>
          <p:nvPr>
            <p:ph type="title" idx="4294967295"/>
          </p:nvPr>
        </p:nvSpPr>
        <p:spPr>
          <a:xfrm>
            <a:off x="467544" y="228600"/>
            <a:ext cx="7736656" cy="1143000"/>
          </a:xfrm>
        </p:spPr>
        <p:txBody>
          <a:bodyPr/>
          <a:lstStyle/>
          <a:p>
            <a:r>
              <a:rPr lang="en-US" altLang="en-US"/>
              <a:t>Internet Resources</a:t>
            </a:r>
          </a:p>
        </p:txBody>
      </p:sp>
      <p:sp>
        <p:nvSpPr>
          <p:cNvPr id="157699" name="Rectangle 3">
            <a:extLst>
              <a:ext uri="{FF2B5EF4-FFF2-40B4-BE49-F238E27FC236}">
                <a16:creationId xmlns:a16="http://schemas.microsoft.com/office/drawing/2014/main" id="{0202A455-BCE8-1D22-9B45-52DD623270F4}"/>
              </a:ext>
            </a:extLst>
          </p:cNvPr>
          <p:cNvSpPr>
            <a:spLocks noGrp="1" noChangeArrowheads="1"/>
          </p:cNvSpPr>
          <p:nvPr>
            <p:ph type="body" idx="4294967295"/>
          </p:nvPr>
        </p:nvSpPr>
        <p:spPr>
          <a:xfrm>
            <a:off x="466096" y="1885950"/>
            <a:ext cx="7712704" cy="4171950"/>
          </a:xfrm>
        </p:spPr>
        <p:txBody>
          <a:bodyPr/>
          <a:lstStyle/>
          <a:p>
            <a:r>
              <a:rPr lang="en-US" altLang="en-US" dirty="0"/>
              <a:t>http://www.intel.com/ </a:t>
            </a:r>
          </a:p>
          <a:p>
            <a:pPr lvl="1"/>
            <a:r>
              <a:rPr lang="en-US" altLang="en-US" dirty="0"/>
              <a:t>Search for the Intel Museum</a:t>
            </a:r>
          </a:p>
          <a:p>
            <a:r>
              <a:rPr lang="en-US" altLang="en-US" dirty="0"/>
              <a:t>http://www.ibm.com</a:t>
            </a:r>
          </a:p>
          <a:p>
            <a:r>
              <a:rPr lang="en-US" altLang="en-US" sz="2000" dirty="0"/>
              <a:t>http://gordonbell.azurewebsites.net/digital/timeline/tmlnhome.htm</a:t>
            </a:r>
          </a:p>
          <a:p>
            <a:r>
              <a:rPr lang="en-US" altLang="en-US" dirty="0"/>
              <a:t>Charles Babbage Institute</a:t>
            </a:r>
          </a:p>
          <a:p>
            <a:r>
              <a:rPr lang="en-US" altLang="en-US" dirty="0"/>
              <a:t>PowerPC</a:t>
            </a:r>
          </a:p>
          <a:p>
            <a:r>
              <a:rPr lang="en-US" altLang="en-US" dirty="0"/>
              <a:t>Intel Developer Zone</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FDE46E96-24D7-6C80-014B-B9DC2BC4783D}"/>
              </a:ext>
            </a:extLst>
          </p:cNvPr>
          <p:cNvSpPr>
            <a:spLocks noGrp="1" noChangeArrowheads="1"/>
          </p:cNvSpPr>
          <p:nvPr>
            <p:ph type="title"/>
          </p:nvPr>
        </p:nvSpPr>
        <p:spPr/>
        <p:txBody>
          <a:bodyPr/>
          <a:lstStyle/>
          <a:p>
            <a:r>
              <a:rPr lang="en-US" altLang="en-US"/>
              <a:t>Internet Resources</a:t>
            </a:r>
            <a:br>
              <a:rPr lang="en-US" altLang="en-US"/>
            </a:br>
            <a:r>
              <a:rPr lang="en-US" altLang="en-US"/>
              <a:t>Websites to look for</a:t>
            </a:r>
          </a:p>
        </p:txBody>
      </p:sp>
      <p:sp>
        <p:nvSpPr>
          <p:cNvPr id="159747" name="Rectangle 3">
            <a:extLst>
              <a:ext uri="{FF2B5EF4-FFF2-40B4-BE49-F238E27FC236}">
                <a16:creationId xmlns:a16="http://schemas.microsoft.com/office/drawing/2014/main" id="{370D73AB-CBD1-DC58-261E-7F92FAD4F7CF}"/>
              </a:ext>
            </a:extLst>
          </p:cNvPr>
          <p:cNvSpPr>
            <a:spLocks noGrp="1" noChangeArrowheads="1"/>
          </p:cNvSpPr>
          <p:nvPr>
            <p:ph idx="1"/>
          </p:nvPr>
        </p:nvSpPr>
        <p:spPr/>
        <p:txBody>
          <a:bodyPr/>
          <a:lstStyle/>
          <a:p>
            <a:r>
              <a:rPr lang="en-US" altLang="en-US"/>
              <a:t>WWW Computer Architecture Home Page</a:t>
            </a:r>
          </a:p>
          <a:p>
            <a:r>
              <a:rPr lang="en-US" altLang="en-US"/>
              <a:t>CPU Info Center</a:t>
            </a:r>
          </a:p>
          <a:p>
            <a:r>
              <a:rPr lang="en-US" altLang="en-US"/>
              <a:t>Processor Emporium</a:t>
            </a:r>
          </a:p>
          <a:p>
            <a:r>
              <a:rPr lang="en-US" altLang="en-US"/>
              <a:t>ACM Special Interest Group on Computer Architecture</a:t>
            </a:r>
          </a:p>
          <a:p>
            <a:r>
              <a:rPr lang="en-US" altLang="en-US"/>
              <a:t>IEEE Technical Committee on Computer Architecture</a:t>
            </a:r>
          </a:p>
          <a:p>
            <a:r>
              <a:rPr lang="en-US" altLang="en-US"/>
              <a:t>Intel Technology Journal</a:t>
            </a:r>
          </a:p>
          <a:p>
            <a:r>
              <a:rPr lang="en-US" altLang="en-US"/>
              <a:t>Manufacturer’s sites</a:t>
            </a:r>
          </a:p>
          <a:p>
            <a:pPr lvl="1"/>
            <a:r>
              <a:rPr lang="en-US" altLang="en-US"/>
              <a:t>Intel, IBM, etc.</a:t>
            </a:r>
          </a:p>
          <a:p>
            <a:endParaRPr lang="en-US" alt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2818" name="Picture 2" descr="A person sitting on top of a grass covered field&#10;&#10;Description automatically generated">
            <a:extLst>
              <a:ext uri="{FF2B5EF4-FFF2-40B4-BE49-F238E27FC236}">
                <a16:creationId xmlns:a16="http://schemas.microsoft.com/office/drawing/2014/main" id="{17AD3ED7-BCDF-B2FB-BDDD-206F602BA2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0699"/>
          <a:stretch>
            <a:fillRect/>
          </a:stretch>
        </p:blipFill>
        <p:spPr bwMode="auto">
          <a:xfrm>
            <a:off x="-36513" y="0"/>
            <a:ext cx="9180513"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19" name="Text Box 4">
            <a:extLst>
              <a:ext uri="{FF2B5EF4-FFF2-40B4-BE49-F238E27FC236}">
                <a16:creationId xmlns:a16="http://schemas.microsoft.com/office/drawing/2014/main" id="{5162D9B4-0825-2935-B3B1-5E80C785A06F}"/>
              </a:ext>
            </a:extLst>
          </p:cNvPr>
          <p:cNvSpPr txBox="1">
            <a:spLocks noChangeArrowheads="1"/>
          </p:cNvSpPr>
          <p:nvPr/>
        </p:nvSpPr>
        <p:spPr bwMode="auto">
          <a:xfrm>
            <a:off x="-36513" y="6477000"/>
            <a:ext cx="6264276"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eaLnBrk="1" hangingPunct="1">
              <a:spcBef>
                <a:spcPct val="100000"/>
              </a:spcBef>
              <a:buClrTx/>
              <a:buFontTx/>
              <a:buNone/>
            </a:pPr>
            <a:r>
              <a:rPr kumimoji="0" lang="en-US" altLang="en-US" sz="1400"/>
              <a:t>Image source: https://www.flickr.com/photos/29143375@N05/4582236533</a:t>
            </a:r>
          </a:p>
        </p:txBody>
      </p:sp>
      <p:sp>
        <p:nvSpPr>
          <p:cNvPr id="6" name="Title 1">
            <a:extLst>
              <a:ext uri="{FF2B5EF4-FFF2-40B4-BE49-F238E27FC236}">
                <a16:creationId xmlns:a16="http://schemas.microsoft.com/office/drawing/2014/main" id="{21C53AD7-7A6E-32DC-343F-18CEE6D16E5B}"/>
              </a:ext>
            </a:extLst>
          </p:cNvPr>
          <p:cNvSpPr txBox="1">
            <a:spLocks noChangeArrowheads="1"/>
          </p:cNvSpPr>
          <p:nvPr/>
        </p:nvSpPr>
        <p:spPr bwMode="auto">
          <a:xfrm>
            <a:off x="406400" y="228600"/>
            <a:ext cx="8204200" cy="1143000"/>
          </a:xfrm>
          <a:prstGeom prst="rect">
            <a:avLst/>
          </a:prstGeom>
          <a:noFill/>
          <a:ln>
            <a:noFill/>
          </a:ln>
        </p:spPr>
        <p:txBody>
          <a:bodyPr anchor="b"/>
          <a:lstStyle>
            <a:lvl1pPr algn="l" rtl="0" eaLnBrk="0" fontAlgn="base" hangingPunct="0">
              <a:spcBef>
                <a:spcPct val="0"/>
              </a:spcBef>
              <a:spcAft>
                <a:spcPct val="0"/>
              </a:spcAft>
              <a:defRPr kumimoji="1" sz="3600">
                <a:solidFill>
                  <a:schemeClr val="tx2"/>
                </a:solidFill>
                <a:latin typeface="+mj-lt"/>
                <a:ea typeface="+mj-ea"/>
                <a:cs typeface="+mj-cs"/>
              </a:defRPr>
            </a:lvl1pPr>
            <a:lvl2pPr algn="l" rtl="0" eaLnBrk="0" fontAlgn="base" hangingPunct="0">
              <a:spcBef>
                <a:spcPct val="0"/>
              </a:spcBef>
              <a:spcAft>
                <a:spcPct val="0"/>
              </a:spcAft>
              <a:defRPr kumimoji="1" sz="3600">
                <a:solidFill>
                  <a:schemeClr val="tx2"/>
                </a:solidFill>
                <a:latin typeface="Arial Black" pitchFamily="34" charset="0"/>
              </a:defRPr>
            </a:lvl2pPr>
            <a:lvl3pPr algn="l" rtl="0" eaLnBrk="0" fontAlgn="base" hangingPunct="0">
              <a:spcBef>
                <a:spcPct val="0"/>
              </a:spcBef>
              <a:spcAft>
                <a:spcPct val="0"/>
              </a:spcAft>
              <a:defRPr kumimoji="1" sz="3600">
                <a:solidFill>
                  <a:schemeClr val="tx2"/>
                </a:solidFill>
                <a:latin typeface="Arial Black" pitchFamily="34" charset="0"/>
              </a:defRPr>
            </a:lvl3pPr>
            <a:lvl4pPr algn="l" rtl="0" eaLnBrk="0" fontAlgn="base" hangingPunct="0">
              <a:spcBef>
                <a:spcPct val="0"/>
              </a:spcBef>
              <a:spcAft>
                <a:spcPct val="0"/>
              </a:spcAft>
              <a:defRPr kumimoji="1" sz="3600">
                <a:solidFill>
                  <a:schemeClr val="tx2"/>
                </a:solidFill>
                <a:latin typeface="Arial Black" pitchFamily="34" charset="0"/>
              </a:defRPr>
            </a:lvl4pPr>
            <a:lvl5pPr algn="l" rtl="0" eaLnBrk="0" fontAlgn="base" hangingPunct="0">
              <a:spcBef>
                <a:spcPct val="0"/>
              </a:spcBef>
              <a:spcAft>
                <a:spcPct val="0"/>
              </a:spcAft>
              <a:defRPr kumimoji="1" sz="3600">
                <a:solidFill>
                  <a:schemeClr val="tx2"/>
                </a:solidFill>
                <a:latin typeface="Arial Black" pitchFamily="34" charset="0"/>
              </a:defRPr>
            </a:lvl5pPr>
            <a:lvl6pPr marL="457200" algn="l" rtl="0" eaLnBrk="0" fontAlgn="base" hangingPunct="0">
              <a:spcBef>
                <a:spcPct val="0"/>
              </a:spcBef>
              <a:spcAft>
                <a:spcPct val="0"/>
              </a:spcAft>
              <a:defRPr kumimoji="1" sz="3600">
                <a:solidFill>
                  <a:schemeClr val="tx2"/>
                </a:solidFill>
                <a:latin typeface="Arial Black" pitchFamily="34" charset="0"/>
              </a:defRPr>
            </a:lvl6pPr>
            <a:lvl7pPr marL="914400" algn="l" rtl="0" eaLnBrk="0" fontAlgn="base" hangingPunct="0">
              <a:spcBef>
                <a:spcPct val="0"/>
              </a:spcBef>
              <a:spcAft>
                <a:spcPct val="0"/>
              </a:spcAft>
              <a:defRPr kumimoji="1" sz="3600">
                <a:solidFill>
                  <a:schemeClr val="tx2"/>
                </a:solidFill>
                <a:latin typeface="Arial Black" pitchFamily="34" charset="0"/>
              </a:defRPr>
            </a:lvl7pPr>
            <a:lvl8pPr marL="1371600" algn="l" rtl="0" eaLnBrk="0" fontAlgn="base" hangingPunct="0">
              <a:spcBef>
                <a:spcPct val="0"/>
              </a:spcBef>
              <a:spcAft>
                <a:spcPct val="0"/>
              </a:spcAft>
              <a:defRPr kumimoji="1" sz="3600">
                <a:solidFill>
                  <a:schemeClr val="tx2"/>
                </a:solidFill>
                <a:latin typeface="Arial Black" pitchFamily="34" charset="0"/>
              </a:defRPr>
            </a:lvl8pPr>
            <a:lvl9pPr marL="1828800" algn="l" rtl="0" eaLnBrk="0" fontAlgn="base" hangingPunct="0">
              <a:spcBef>
                <a:spcPct val="0"/>
              </a:spcBef>
              <a:spcAft>
                <a:spcPct val="0"/>
              </a:spcAft>
              <a:defRPr kumimoji="1" sz="3600">
                <a:solidFill>
                  <a:schemeClr val="tx2"/>
                </a:solidFill>
                <a:latin typeface="Arial Black" pitchFamily="34" charset="0"/>
              </a:defRPr>
            </a:lvl9pPr>
          </a:lstStyle>
          <a:p>
            <a:pPr>
              <a:defRPr/>
            </a:pPr>
            <a:r>
              <a:rPr lang="en-US" altLang="en-US" kern="0" dirty="0">
                <a:solidFill>
                  <a:srgbClr val="000000"/>
                </a:solidFill>
              </a:rPr>
              <a:t>Reflection…</a:t>
            </a:r>
            <a:endParaRPr lang="en-MY" altLang="en-US" kern="0" dirty="0">
              <a:solidFill>
                <a:srgbClr val="000000"/>
              </a:solidFill>
            </a:endParaRPr>
          </a:p>
        </p:txBody>
      </p:sp>
      <p:sp>
        <p:nvSpPr>
          <p:cNvPr id="162821" name="TextBox 6">
            <a:extLst>
              <a:ext uri="{FF2B5EF4-FFF2-40B4-BE49-F238E27FC236}">
                <a16:creationId xmlns:a16="http://schemas.microsoft.com/office/drawing/2014/main" id="{4445383A-92CD-DD5C-1B66-300C5D0EAF7E}"/>
              </a:ext>
            </a:extLst>
          </p:cNvPr>
          <p:cNvSpPr txBox="1">
            <a:spLocks noChangeArrowheads="1"/>
          </p:cNvSpPr>
          <p:nvPr/>
        </p:nvSpPr>
        <p:spPr bwMode="auto">
          <a:xfrm>
            <a:off x="2411413" y="3725863"/>
            <a:ext cx="6264275" cy="2554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FF0000"/>
              </a:buClr>
              <a:buChar char="•"/>
              <a:defRPr kumimoji="1" sz="2800">
                <a:solidFill>
                  <a:schemeClr val="tx1"/>
                </a:solidFill>
                <a:latin typeface="Tahoma" panose="020B0604030504040204" pitchFamily="34" charset="0"/>
              </a:defRPr>
            </a:lvl1pPr>
            <a:lvl2pPr marL="742950" indent="-285750">
              <a:spcBef>
                <a:spcPct val="20000"/>
              </a:spcBef>
              <a:buClr>
                <a:srgbClr val="FF0000"/>
              </a:buClr>
              <a:buChar char="o"/>
              <a:defRPr kumimoji="1" sz="2400">
                <a:solidFill>
                  <a:schemeClr val="tx1"/>
                </a:solidFill>
                <a:latin typeface="Tahoma" panose="020B0604030504040204" pitchFamily="34" charset="0"/>
              </a:defRPr>
            </a:lvl2pPr>
            <a:lvl3pPr marL="1143000" indent="-228600">
              <a:spcBef>
                <a:spcPct val="20000"/>
              </a:spcBef>
              <a:buClr>
                <a:srgbClr val="FF0000"/>
              </a:buClr>
              <a:buFont typeface="Times New Roman" panose="02020603050405020304" pitchFamily="18" charset="0"/>
              <a:buChar char="–"/>
              <a:defRPr kumimoji="1" sz="2000">
                <a:solidFill>
                  <a:schemeClr val="tx1"/>
                </a:solidFill>
                <a:latin typeface="Tahoma" panose="020B0604030504040204" pitchFamily="34" charset="0"/>
              </a:defRPr>
            </a:lvl3pPr>
            <a:lvl4pPr marL="1600200" indent="-228600">
              <a:spcBef>
                <a:spcPct val="20000"/>
              </a:spcBef>
              <a:buClr>
                <a:srgbClr val="FF0000"/>
              </a:buClr>
              <a:buChar char="•"/>
              <a:defRPr kumimoji="1">
                <a:solidFill>
                  <a:schemeClr val="tx1"/>
                </a:solidFill>
                <a:latin typeface="Tahoma" panose="020B0604030504040204" pitchFamily="34" charset="0"/>
              </a:defRPr>
            </a:lvl4pPr>
            <a:lvl5pPr marL="2057400" indent="-228600">
              <a:spcBef>
                <a:spcPct val="20000"/>
              </a:spcBef>
              <a:buClr>
                <a:srgbClr val="FF0000"/>
              </a:buClr>
              <a:buChar char="–"/>
              <a:defRPr kumimoji="1">
                <a:solidFill>
                  <a:schemeClr val="tx1"/>
                </a:solidFill>
                <a:latin typeface="Tahoma" panose="020B0604030504040204" pitchFamily="34" charset="0"/>
              </a:defRPr>
            </a:lvl5pPr>
            <a:lvl6pPr marL="25146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6pPr>
            <a:lvl7pPr marL="29718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7pPr>
            <a:lvl8pPr marL="34290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8pPr>
            <a:lvl9pPr marL="3886200" indent="-228600" eaLnBrk="0" fontAlgn="base" hangingPunct="0">
              <a:spcBef>
                <a:spcPct val="20000"/>
              </a:spcBef>
              <a:spcAft>
                <a:spcPct val="0"/>
              </a:spcAft>
              <a:buClr>
                <a:srgbClr val="FF0000"/>
              </a:buClr>
              <a:buChar char="–"/>
              <a:defRPr kumimoji="1">
                <a:solidFill>
                  <a:schemeClr val="tx1"/>
                </a:solidFill>
                <a:latin typeface="Tahoma" panose="020B0604030504040204" pitchFamily="34" charset="0"/>
              </a:defRPr>
            </a:lvl9pPr>
          </a:lstStyle>
          <a:p>
            <a:pPr algn="r">
              <a:spcBef>
                <a:spcPct val="0"/>
              </a:spcBef>
              <a:buClrTx/>
              <a:buFontTx/>
              <a:buNone/>
            </a:pPr>
            <a:r>
              <a:rPr lang="en-MY" altLang="en-US" sz="4400" dirty="0">
                <a:solidFill>
                  <a:schemeClr val="bg1"/>
                </a:solidFill>
              </a:rPr>
              <a:t>From the lecture today,</a:t>
            </a:r>
          </a:p>
          <a:p>
            <a:pPr algn="r">
              <a:spcBef>
                <a:spcPct val="0"/>
              </a:spcBef>
              <a:buClrTx/>
              <a:buFontTx/>
              <a:buNone/>
            </a:pPr>
            <a:r>
              <a:rPr lang="en-MY" altLang="en-US" sz="4400" dirty="0">
                <a:solidFill>
                  <a:schemeClr val="bg1"/>
                </a:solidFill>
              </a:rPr>
              <a:t>I learnt…</a:t>
            </a:r>
          </a:p>
          <a:p>
            <a:pPr algn="r">
              <a:spcBef>
                <a:spcPct val="0"/>
              </a:spcBef>
              <a:buClrTx/>
              <a:buFontTx/>
              <a:buNone/>
            </a:pPr>
            <a:endParaRPr lang="en-MY" altLang="en-US" sz="3600" dirty="0">
              <a:solidFill>
                <a:schemeClr val="bg1"/>
              </a:solidFill>
            </a:endParaRPr>
          </a:p>
          <a:p>
            <a:pPr algn="r">
              <a:spcBef>
                <a:spcPct val="0"/>
              </a:spcBef>
              <a:buClrTx/>
              <a:buFontTx/>
              <a:buNone/>
            </a:pPr>
            <a:r>
              <a:rPr lang="en-MY" altLang="en-US" sz="3600" dirty="0">
                <a:solidFill>
                  <a:schemeClr val="bg1"/>
                </a:solidFill>
              </a:rPr>
              <a:t>Link on eLearn / Chat</a:t>
            </a:r>
            <a:endParaRPr lang="en-MY" altLang="en-US" sz="4400" dirty="0">
              <a:solidFill>
                <a:schemeClr val="bg1"/>
              </a:solidFill>
            </a:endParaRPr>
          </a:p>
        </p:txBody>
      </p:sp>
    </p:spTree>
  </p:cSld>
  <p:clrMapOvr>
    <a:masterClrMapping/>
  </p:clrMapOvr>
</p:sld>
</file>

<file path=ppt/theme/theme1.xml><?xml version="1.0" encoding="utf-8"?>
<a:theme xmlns:a="http://schemas.openxmlformats.org/drawingml/2006/main" name="1_stallings">
  <a:themeElements>
    <a:clrScheme name="">
      <a:dk1>
        <a:srgbClr val="5E574E"/>
      </a:dk1>
      <a:lt1>
        <a:srgbClr val="FFFFFF"/>
      </a:lt1>
      <a:dk2>
        <a:srgbClr val="000066"/>
      </a:dk2>
      <a:lt2>
        <a:srgbClr val="FFFF00"/>
      </a:lt2>
      <a:accent1>
        <a:srgbClr val="FF6600"/>
      </a:accent1>
      <a:accent2>
        <a:srgbClr val="FFCC00"/>
      </a:accent2>
      <a:accent3>
        <a:srgbClr val="AAAAB8"/>
      </a:accent3>
      <a:accent4>
        <a:srgbClr val="DADADA"/>
      </a:accent4>
      <a:accent5>
        <a:srgbClr val="FFB8AA"/>
      </a:accent5>
      <a:accent6>
        <a:srgbClr val="E7B900"/>
      </a:accent6>
      <a:hlink>
        <a:srgbClr val="996633"/>
      </a:hlink>
      <a:folHlink>
        <a:srgbClr val="80800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0" fontAlgn="base" latinLnBrk="0" hangingPunct="0">
          <a:lnSpc>
            <a:spcPct val="100000"/>
          </a:lnSpc>
          <a:spcBef>
            <a:spcPct val="20000"/>
          </a:spcBef>
          <a:spcAft>
            <a:spcPct val="0"/>
          </a:spcAft>
          <a:buClr>
            <a:srgbClr val="FF0000"/>
          </a:buClr>
          <a:buSzTx/>
          <a:buFontTx/>
          <a:buChar char="•"/>
          <a:tabLst/>
          <a:defRPr kumimoji="1" lang="en-US" sz="20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342900" marR="0" indent="-342900" algn="l" defTabSz="914400" rtl="0" eaLnBrk="0" fontAlgn="base" latinLnBrk="0" hangingPunct="0">
          <a:lnSpc>
            <a:spcPct val="100000"/>
          </a:lnSpc>
          <a:spcBef>
            <a:spcPct val="20000"/>
          </a:spcBef>
          <a:spcAft>
            <a:spcPct val="0"/>
          </a:spcAft>
          <a:buClr>
            <a:srgbClr val="FF0000"/>
          </a:buClr>
          <a:buSzTx/>
          <a:buFontTx/>
          <a:buChar char="•"/>
          <a:tabLst/>
          <a:defRPr kumimoji="1" lang="en-US" sz="20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stallings 1">
        <a:dk1>
          <a:srgbClr val="5E574E"/>
        </a:dk1>
        <a:lt1>
          <a:srgbClr val="FFFFCC"/>
        </a:lt1>
        <a:dk2>
          <a:srgbClr val="000000"/>
        </a:dk2>
        <a:lt2>
          <a:srgbClr val="FFCC00"/>
        </a:lt2>
        <a:accent1>
          <a:srgbClr val="CC9900"/>
        </a:accent1>
        <a:accent2>
          <a:srgbClr val="FF6600"/>
        </a:accent2>
        <a:accent3>
          <a:srgbClr val="AA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
      <a:clrScheme name="stallings 2">
        <a:dk1>
          <a:srgbClr val="000000"/>
        </a:dk1>
        <a:lt1>
          <a:srgbClr val="FFFFFF"/>
        </a:lt1>
        <a:dk2>
          <a:srgbClr val="0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996633"/>
        </a:hlink>
        <a:folHlink>
          <a:srgbClr val="808000"/>
        </a:folHlink>
      </a:clrScheme>
      <a:clrMap bg1="lt1" tx1="dk1" bg2="lt2" tx2="dk2" accent1="accent1" accent2="accent2" accent3="accent3" accent4="accent4" accent5="accent5" accent6="accent6" hlink="hlink" folHlink="folHlink"/>
    </a:extraClrScheme>
    <a:extraClrScheme>
      <a:clrScheme name="stallings 3">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llings 4">
        <a:dk1>
          <a:srgbClr val="000000"/>
        </a:dk1>
        <a:lt1>
          <a:srgbClr val="FFFFFF"/>
        </a:lt1>
        <a:dk2>
          <a:srgbClr val="800000"/>
        </a:dk2>
        <a:lt2>
          <a:srgbClr val="5E574E"/>
        </a:lt2>
        <a:accent1>
          <a:srgbClr val="FF6600"/>
        </a:accent1>
        <a:accent2>
          <a:srgbClr val="FFCC00"/>
        </a:accent2>
        <a:accent3>
          <a:srgbClr val="FFFFFF"/>
        </a:accent3>
        <a:accent4>
          <a:srgbClr val="000000"/>
        </a:accent4>
        <a:accent5>
          <a:srgbClr val="FFB8AA"/>
        </a:accent5>
        <a:accent6>
          <a:srgbClr val="E7B900"/>
        </a:accent6>
        <a:hlink>
          <a:srgbClr val="FF0000"/>
        </a:hlink>
        <a:folHlink>
          <a:srgbClr val="FFFFCC"/>
        </a:folHlink>
      </a:clrScheme>
      <a:clrMap bg1="lt1" tx1="dk1" bg2="lt2" tx2="dk2" accent1="accent1" accent2="accent2" accent3="accent3" accent4="accent4" accent5="accent5" accent6="accent6" hlink="hlink" folHlink="folHlink"/>
    </a:extraClrScheme>
    <a:extraClrScheme>
      <a:clrScheme name="stallings 5">
        <a:dk1>
          <a:srgbClr val="000066"/>
        </a:dk1>
        <a:lt1>
          <a:srgbClr val="FFFFFF"/>
        </a:lt1>
        <a:dk2>
          <a:srgbClr val="0000FF"/>
        </a:dk2>
        <a:lt2>
          <a:srgbClr val="000000"/>
        </a:lt2>
        <a:accent1>
          <a:srgbClr val="0066FF"/>
        </a:accent1>
        <a:accent2>
          <a:srgbClr val="33CCCC"/>
        </a:accent2>
        <a:accent3>
          <a:srgbClr val="FFFFFF"/>
        </a:accent3>
        <a:accent4>
          <a:srgbClr val="000056"/>
        </a:accent4>
        <a:accent5>
          <a:srgbClr val="AAB8FF"/>
        </a:accent5>
        <a:accent6>
          <a:srgbClr val="2DB9B9"/>
        </a:accent6>
        <a:hlink>
          <a:srgbClr val="FF00FF"/>
        </a:hlink>
        <a:folHlink>
          <a:srgbClr val="9933FF"/>
        </a:folHlink>
      </a:clrScheme>
      <a:clrMap bg1="lt1" tx1="dk1" bg2="lt2" tx2="dk2" accent1="accent1" accent2="accent2" accent3="accent3" accent4="accent4" accent5="accent5" accent6="accent6" hlink="hlink" folHlink="folHlink"/>
    </a:extraClrScheme>
    <a:extraClrScheme>
      <a:clrScheme name="stallings 6">
        <a:dk1>
          <a:srgbClr val="000000"/>
        </a:dk1>
        <a:lt1>
          <a:srgbClr val="FFFFFF"/>
        </a:lt1>
        <a:dk2>
          <a:srgbClr val="000066"/>
        </a:dk2>
        <a:lt2>
          <a:srgbClr val="FFCC00"/>
        </a:lt2>
        <a:accent1>
          <a:srgbClr val="0066FF"/>
        </a:accent1>
        <a:accent2>
          <a:srgbClr val="33CCCC"/>
        </a:accent2>
        <a:accent3>
          <a:srgbClr val="AAAAB8"/>
        </a:accent3>
        <a:accent4>
          <a:srgbClr val="DADADA"/>
        </a:accent4>
        <a:accent5>
          <a:srgbClr val="AAB8FF"/>
        </a:accent5>
        <a:accent6>
          <a:srgbClr val="2DB9B9"/>
        </a:accent6>
        <a:hlink>
          <a:srgbClr val="FF00FF"/>
        </a:hlink>
        <a:folHlink>
          <a:srgbClr val="9933FF"/>
        </a:folHlink>
      </a:clrScheme>
      <a:clrMap bg1="dk2" tx1="lt1" bg2="dk1" tx2="lt2" accent1="accent1" accent2="accent2" accent3="accent3" accent4="accent4" accent5="accent5" accent6="accent6" hlink="hlink" folHlink="folHlink"/>
    </a:extraClrScheme>
    <a:extraClrScheme>
      <a:clrScheme name="stallings 7">
        <a:dk1>
          <a:srgbClr val="5E574E"/>
        </a:dk1>
        <a:lt1>
          <a:srgbClr val="FFFFCC"/>
        </a:lt1>
        <a:dk2>
          <a:srgbClr val="800000"/>
        </a:dk2>
        <a:lt2>
          <a:srgbClr val="FFCC00"/>
        </a:lt2>
        <a:accent1>
          <a:srgbClr val="CC9900"/>
        </a:accent1>
        <a:accent2>
          <a:srgbClr val="FF6600"/>
        </a:accent2>
        <a:accent3>
          <a:srgbClr val="C0AAAA"/>
        </a:accent3>
        <a:accent4>
          <a:srgbClr val="DADAAE"/>
        </a:accent4>
        <a:accent5>
          <a:srgbClr val="E2CAAA"/>
        </a:accent5>
        <a:accent6>
          <a:srgbClr val="E75C00"/>
        </a:accent6>
        <a:hlink>
          <a:srgbClr val="FF0000"/>
        </a:hlink>
        <a:folHlink>
          <a:srgbClr val="FFFFCC"/>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Designs\stallings.pot</Template>
  <TotalTime>6448</TotalTime>
  <Words>6169</Words>
  <Application>Microsoft Office PowerPoint</Application>
  <PresentationFormat>On-screen Show (4:3)</PresentationFormat>
  <Paragraphs>858</Paragraphs>
  <Slides>111</Slides>
  <Notes>51</Notes>
  <HiddenSlides>0</HiddenSlides>
  <MMClips>4</MMClips>
  <ScaleCrop>false</ScaleCrop>
  <HeadingPairs>
    <vt:vector size="6" baseType="variant">
      <vt:variant>
        <vt:lpstr>Fonts Used</vt:lpstr>
      </vt:variant>
      <vt:variant>
        <vt:i4>22</vt:i4>
      </vt:variant>
      <vt:variant>
        <vt:lpstr>Theme</vt:lpstr>
      </vt:variant>
      <vt:variant>
        <vt:i4>5</vt:i4>
      </vt:variant>
      <vt:variant>
        <vt:lpstr>Slide Titles</vt:lpstr>
      </vt:variant>
      <vt:variant>
        <vt:i4>111</vt:i4>
      </vt:variant>
    </vt:vector>
  </HeadingPairs>
  <TitlesOfParts>
    <vt:vector size="138" baseType="lpstr">
      <vt:lpstr>Google Sans</vt:lpstr>
      <vt:lpstr>MathematicalPiLTStd</vt:lpstr>
      <vt:lpstr>PearsonMATHPRO01</vt:lpstr>
      <vt:lpstr>PearsonMATHPRO08</vt:lpstr>
      <vt:lpstr>Söhne</vt:lpstr>
      <vt:lpstr>source-serif-pro</vt:lpstr>
      <vt:lpstr>TimesTenLTStd-Bold</vt:lpstr>
      <vt:lpstr>TimesTenLTStd-Italic</vt:lpstr>
      <vt:lpstr>TimesTenLTStd-Roman</vt:lpstr>
      <vt:lpstr>Arial</vt:lpstr>
      <vt:lpstr>Arial</vt:lpstr>
      <vt:lpstr>Arial Black</vt:lpstr>
      <vt:lpstr>Calibri</vt:lpstr>
      <vt:lpstr>Calibri Light</vt:lpstr>
      <vt:lpstr>Century Schoolbook</vt:lpstr>
      <vt:lpstr>Franklin Gothic Book</vt:lpstr>
      <vt:lpstr>Franklin Gothic Medium</vt:lpstr>
      <vt:lpstr>Lato</vt:lpstr>
      <vt:lpstr>Segoe Print</vt:lpstr>
      <vt:lpstr>Tahoma</vt:lpstr>
      <vt:lpstr>Times New Roman</vt:lpstr>
      <vt:lpstr>Wingdings 2</vt:lpstr>
      <vt:lpstr>1_stallings</vt:lpstr>
      <vt:lpstr>2_Office Theme</vt:lpstr>
      <vt:lpstr>Office Theme</vt:lpstr>
      <vt:lpstr>3_Office Theme</vt:lpstr>
      <vt:lpstr>View</vt:lpstr>
      <vt:lpstr>Computer Organisation</vt:lpstr>
      <vt:lpstr>Outline</vt:lpstr>
      <vt:lpstr>What mobile phone are you using?</vt:lpstr>
      <vt:lpstr>What mobile phone are you using?</vt:lpstr>
      <vt:lpstr>What processor does it use?</vt:lpstr>
      <vt:lpstr>Computer Generations</vt:lpstr>
      <vt:lpstr>The First Generation: Vacuum Tubes</vt:lpstr>
      <vt:lpstr>ENIAC Background</vt:lpstr>
      <vt:lpstr>ENIAC Background</vt:lpstr>
      <vt:lpstr>ENIAC Details</vt:lpstr>
      <vt:lpstr>PowerPoint Presentation</vt:lpstr>
      <vt:lpstr>PowerPoint Presentation</vt:lpstr>
      <vt:lpstr>von Neumann/Turing</vt:lpstr>
      <vt:lpstr>von Neumann/Turing</vt:lpstr>
      <vt:lpstr>IAS structure</vt:lpstr>
      <vt:lpstr>IAS key concepts</vt:lpstr>
      <vt:lpstr>IAS Details</vt:lpstr>
      <vt:lpstr>Commercial Computers</vt:lpstr>
      <vt:lpstr>UNIVAC I</vt:lpstr>
      <vt:lpstr>UNIVAC II</vt:lpstr>
      <vt:lpstr>UNIVAC</vt:lpstr>
      <vt:lpstr>IBM</vt:lpstr>
      <vt:lpstr>IBM punched-card processing equipment</vt:lpstr>
      <vt:lpstr>PowerPoint Presentation</vt:lpstr>
      <vt:lpstr>The Second Generation:  Transistors</vt:lpstr>
      <vt:lpstr>Transistor Based Computers</vt:lpstr>
      <vt:lpstr>Transistor Based Computers</vt:lpstr>
      <vt:lpstr>PowerPoint Presentation</vt:lpstr>
      <vt:lpstr>PowerPoint Presentation</vt:lpstr>
      <vt:lpstr>The Third Generation:  Integrated Circuits</vt:lpstr>
      <vt:lpstr>Integrated Circuits</vt:lpstr>
      <vt:lpstr>Integrated Circuits</vt:lpstr>
      <vt:lpstr>Integrated Circuits</vt:lpstr>
      <vt:lpstr>Generations of Computer</vt:lpstr>
      <vt:lpstr>PowerPoint Presentation</vt:lpstr>
      <vt:lpstr>Moore’s Law</vt:lpstr>
      <vt:lpstr>Moore’s Law</vt:lpstr>
      <vt:lpstr>PowerPoint Presentation</vt:lpstr>
      <vt:lpstr>Growth in CPU Transistor Count</vt:lpstr>
      <vt:lpstr>Moore’s Law</vt:lpstr>
      <vt:lpstr>IBM 360 series</vt:lpstr>
      <vt:lpstr>IBM 360 series</vt:lpstr>
      <vt:lpstr>DEC PDP-8</vt:lpstr>
      <vt:lpstr>DEC PDP-8</vt:lpstr>
      <vt:lpstr>PowerPoint Presentation</vt:lpstr>
      <vt:lpstr>Later Generations:  Semiconductor Memory</vt:lpstr>
      <vt:lpstr> Semiconductor Memory</vt:lpstr>
      <vt:lpstr>Later Generations: Semiconductor Memory</vt:lpstr>
      <vt:lpstr>Microprocessors</vt:lpstr>
      <vt:lpstr>Microprocessors</vt:lpstr>
      <vt:lpstr>Microprocessors</vt:lpstr>
      <vt:lpstr>PowerPoint Presentation</vt:lpstr>
      <vt:lpstr>PowerPoint Presentation</vt:lpstr>
      <vt:lpstr>PowerPoint Presentation</vt:lpstr>
      <vt:lpstr>Outline</vt:lpstr>
      <vt:lpstr>x86 Evolution</vt:lpstr>
      <vt:lpstr>x86 Evolution</vt:lpstr>
      <vt:lpstr>x86 Evolution</vt:lpstr>
      <vt:lpstr>x86 Evolution</vt:lpstr>
      <vt:lpstr>x86 Evolution</vt:lpstr>
      <vt:lpstr>x86 Evolution</vt:lpstr>
      <vt:lpstr>x86 Evolution</vt:lpstr>
      <vt:lpstr>x86 Evolution</vt:lpstr>
      <vt:lpstr>x86 Evolution</vt:lpstr>
      <vt:lpstr>x86 Evolution</vt:lpstr>
      <vt:lpstr>x86 Evolution</vt:lpstr>
      <vt:lpstr>PowerPoint Presentation</vt:lpstr>
      <vt:lpstr>PowerPC</vt:lpstr>
      <vt:lpstr>PowerPC</vt:lpstr>
      <vt:lpstr>PowerPC Family</vt:lpstr>
      <vt:lpstr>PowerPC Family</vt:lpstr>
      <vt:lpstr>PowerPoint Presentation</vt:lpstr>
      <vt:lpstr>Embedded Systems ARM</vt:lpstr>
      <vt:lpstr>Embedded Systems Requirements</vt:lpstr>
      <vt:lpstr>Possible Organization of an Embedded System</vt:lpstr>
      <vt:lpstr>The Internet of Things (IoT)</vt:lpstr>
      <vt:lpstr>IoT evolution</vt:lpstr>
      <vt:lpstr>ARM Evolution</vt:lpstr>
      <vt:lpstr>ARM Evolution</vt:lpstr>
      <vt:lpstr>ARM Products</vt:lpstr>
      <vt:lpstr>ARM Cortext-M3-based Microcontroller</vt:lpstr>
      <vt:lpstr>Quick Research</vt:lpstr>
      <vt:lpstr>ARM Systems Categories</vt:lpstr>
      <vt:lpstr>Outline</vt:lpstr>
      <vt:lpstr>Cloud Computing</vt:lpstr>
      <vt:lpstr>Cloud Services</vt:lpstr>
      <vt:lpstr>Cloud Services</vt:lpstr>
      <vt:lpstr>Cloud Services</vt:lpstr>
      <vt:lpstr>Outline</vt:lpstr>
      <vt:lpstr>Performance Assessment</vt:lpstr>
      <vt:lpstr>Clock Speed</vt:lpstr>
      <vt:lpstr>Clock Speed</vt:lpstr>
      <vt:lpstr>System Clock</vt:lpstr>
      <vt:lpstr>Instruction Execution Rate</vt:lpstr>
      <vt:lpstr>Cycle per instruction (CPI)</vt:lpstr>
      <vt:lpstr>Average instruction (CPI)</vt:lpstr>
      <vt:lpstr>PowerPoint Presentation</vt:lpstr>
      <vt:lpstr>Instruction Execution Rate</vt:lpstr>
      <vt:lpstr>MIPS calculation</vt:lpstr>
      <vt:lpstr>PowerPoint Presentation</vt:lpstr>
      <vt:lpstr>Quick activity </vt:lpstr>
      <vt:lpstr>Benchmarks</vt:lpstr>
      <vt:lpstr>Benchmarks: SPEC </vt:lpstr>
      <vt:lpstr> SPEC suites</vt:lpstr>
      <vt:lpstr>SPEC Evaluation Flowchart</vt:lpstr>
      <vt:lpstr>Amdahl’s Law</vt:lpstr>
      <vt:lpstr>Amdahl’s Law</vt:lpstr>
      <vt:lpstr>PowerPoint Presentation</vt:lpstr>
      <vt:lpstr>Internet Resources</vt:lpstr>
      <vt:lpstr>Internet Resources Websites to look for</vt:lpstr>
      <vt:lpstr>PowerPoint Presentation</vt:lpstr>
    </vt:vector>
  </TitlesOfParts>
  <Company>NEWI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Control Unit</dc:title>
  <dc:creator>Adrian J Pullin</dc:creator>
  <cp:lastModifiedBy>Nursakirah Ab Rahman Muton</cp:lastModifiedBy>
  <cp:revision>307</cp:revision>
  <dcterms:created xsi:type="dcterms:W3CDTF">1998-11-24T13:30:26Z</dcterms:created>
  <dcterms:modified xsi:type="dcterms:W3CDTF">2025-10-04T14:28:37Z</dcterms:modified>
</cp:coreProperties>
</file>